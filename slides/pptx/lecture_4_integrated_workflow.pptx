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5e67998d3d4c07" /><Relationship Type="http://schemas.openxmlformats.org/officeDocument/2006/relationships/extended-properties" Target="/docProps/app.xml" Id="Rcfda9509bb604f05" /><Relationship Type="http://schemas.openxmlformats.org/officeDocument/2006/relationships/officeDocument" Target="/ppt/presentation.xml" Id="R8c30b0334f204f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bd4cafacd34451"/>
  </p:sldMasterIdLst>
  <p:notesMasterIdLst>
    <p:notesMasterId xmlns:r="http://schemas.openxmlformats.org/officeDocument/2006/relationships" r:id="R5706babaca144b7f"/>
  </p:notesMasterIdLst>
  <p:sldIdLst>
    <p:sldId xmlns:r="http://schemas.openxmlformats.org/officeDocument/2006/relationships" id="256" r:id="R0806c78f673a4513"/>
    <p:sldId xmlns:r="http://schemas.openxmlformats.org/officeDocument/2006/relationships" id="257" r:id="Rb4e6fdf18ac7431c"/>
    <p:sldId xmlns:r="http://schemas.openxmlformats.org/officeDocument/2006/relationships" id="258" r:id="Ra6f09297c2d743b2"/>
    <p:sldId xmlns:r="http://schemas.openxmlformats.org/officeDocument/2006/relationships" id="259" r:id="R26ec95dad0b84466"/>
    <p:sldId xmlns:r="http://schemas.openxmlformats.org/officeDocument/2006/relationships" id="260" r:id="Rbc3b74e6c28542ef"/>
    <p:sldId xmlns:r="http://schemas.openxmlformats.org/officeDocument/2006/relationships" id="261" r:id="R4bdd5db14a0649ca"/>
    <p:sldId xmlns:r="http://schemas.openxmlformats.org/officeDocument/2006/relationships" id="262" r:id="Rd88407d4908f4f5e"/>
    <p:sldId xmlns:r="http://schemas.openxmlformats.org/officeDocument/2006/relationships" id="263" r:id="Rc893c66132964935"/>
    <p:sldId xmlns:r="http://schemas.openxmlformats.org/officeDocument/2006/relationships" id="264" r:id="R22b825edb9d04b6a"/>
    <p:sldId xmlns:r="http://schemas.openxmlformats.org/officeDocument/2006/relationships" id="265" r:id="Rc84e448eb533415a"/>
    <p:sldId xmlns:r="http://schemas.openxmlformats.org/officeDocument/2006/relationships" id="266" r:id="Reec160f00aab430f"/>
    <p:sldId xmlns:r="http://schemas.openxmlformats.org/officeDocument/2006/relationships" id="267" r:id="R886f29c8b25144d9"/>
    <p:sldId xmlns:r="http://schemas.openxmlformats.org/officeDocument/2006/relationships" id="268" r:id="Re2e1e2a2917d4500"/>
    <p:sldId xmlns:r="http://schemas.openxmlformats.org/officeDocument/2006/relationships" id="269" r:id="Rad1c3e52c73a4e7c"/>
    <p:sldId xmlns:r="http://schemas.openxmlformats.org/officeDocument/2006/relationships" id="270" r:id="Ra4ccc88975034c25"/>
    <p:sldId xmlns:r="http://schemas.openxmlformats.org/officeDocument/2006/relationships" id="271" r:id="R00beebb7ff5a4c66"/>
    <p:sldId xmlns:r="http://schemas.openxmlformats.org/officeDocument/2006/relationships" id="272" r:id="Rbdef23cc03314ff2"/>
    <p:sldId xmlns:r="http://schemas.openxmlformats.org/officeDocument/2006/relationships" id="273" r:id="R26e1fb8e229b46d3"/>
    <p:sldId xmlns:r="http://schemas.openxmlformats.org/officeDocument/2006/relationships" id="274" r:id="Re9012ca8206f4294"/>
    <p:sldId xmlns:r="http://schemas.openxmlformats.org/officeDocument/2006/relationships" id="275" r:id="Rbc6a82c162004f43"/>
    <p:sldId xmlns:r="http://schemas.openxmlformats.org/officeDocument/2006/relationships" id="276" r:id="R55196f84f0584999"/>
    <p:sldId xmlns:r="http://schemas.openxmlformats.org/officeDocument/2006/relationships" id="277" r:id="R6b680e771d7e427a"/>
    <p:sldId xmlns:r="http://schemas.openxmlformats.org/officeDocument/2006/relationships" id="278" r:id="Rd3025605d9a04abb"/>
    <p:sldId xmlns:r="http://schemas.openxmlformats.org/officeDocument/2006/relationships" id="279" r:id="R5034aa2c6d724e37"/>
    <p:sldId xmlns:r="http://schemas.openxmlformats.org/officeDocument/2006/relationships" id="280" r:id="R1e58eebce5ed4fce"/>
    <p:sldId xmlns:r="http://schemas.openxmlformats.org/officeDocument/2006/relationships" id="281" r:id="R9dea9488a421404e"/>
    <p:sldId xmlns:r="http://schemas.openxmlformats.org/officeDocument/2006/relationships" id="282" r:id="Ree85a9ed5d654b24"/>
    <p:sldId xmlns:r="http://schemas.openxmlformats.org/officeDocument/2006/relationships" id="283" r:id="R0f2c8ff3c9604035"/>
    <p:sldId xmlns:r="http://schemas.openxmlformats.org/officeDocument/2006/relationships" id="284" r:id="Rf573989dc4a44421"/>
    <p:sldId xmlns:r="http://schemas.openxmlformats.org/officeDocument/2006/relationships" id="285" r:id="R4b74fb7dbfef46e9"/>
    <p:sldId xmlns:r="http://schemas.openxmlformats.org/officeDocument/2006/relationships" id="286" r:id="Rcaf7a7f53a0d4fde"/>
    <p:sldId xmlns:r="http://schemas.openxmlformats.org/officeDocument/2006/relationships" id="287" r:id="Rc5b89ef5c4234f70"/>
    <p:sldId xmlns:r="http://schemas.openxmlformats.org/officeDocument/2006/relationships" id="288" r:id="R31c60c3f0aa54dbe"/>
    <p:sldId xmlns:r="http://schemas.openxmlformats.org/officeDocument/2006/relationships" id="289" r:id="R450b3f54a5714b68"/>
    <p:sldId xmlns:r="http://schemas.openxmlformats.org/officeDocument/2006/relationships" id="290" r:id="R1466c2f813314528"/>
    <p:sldId xmlns:r="http://schemas.openxmlformats.org/officeDocument/2006/relationships" id="291" r:id="R0732b33ef18a4e5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bd4cafacd34451" /><Relationship Type="http://schemas.openxmlformats.org/officeDocument/2006/relationships/theme" Target="/ppt/theme/theme1.xml" Id="R9177abd974274739" /><Relationship Type="http://schemas.openxmlformats.org/officeDocument/2006/relationships/notesMaster" Target="/ppt/notesMasters/notesMaster1.xml" Id="R5706babaca144b7f" /><Relationship Type="http://schemas.openxmlformats.org/officeDocument/2006/relationships/presProps" Target="/ppt/presProps.xml" Id="R2250e1eed66848d0" /><Relationship Type="http://schemas.openxmlformats.org/officeDocument/2006/relationships/viewProps" Target="/ppt/viewProps.xml" Id="R65cbab80d9ac4e3b" /><Relationship Type="http://schemas.openxmlformats.org/officeDocument/2006/relationships/tableStyles" Target="/ppt/tableStyles.xml" Id="R6d3d49db60714721" /><Relationship Type="http://schemas.openxmlformats.org/officeDocument/2006/relationships/slide" Target="/ppt/slides/slide1.xml" Id="R0806c78f673a4513" /><Relationship Type="http://schemas.openxmlformats.org/officeDocument/2006/relationships/slide" Target="/ppt/slides/slide2.xml" Id="Rb4e6fdf18ac7431c" /><Relationship Type="http://schemas.openxmlformats.org/officeDocument/2006/relationships/slide" Target="/ppt/slides/slide3.xml" Id="Ra6f09297c2d743b2" /><Relationship Type="http://schemas.openxmlformats.org/officeDocument/2006/relationships/slide" Target="/ppt/slides/slide4.xml" Id="R26ec95dad0b84466" /><Relationship Type="http://schemas.openxmlformats.org/officeDocument/2006/relationships/slide" Target="/ppt/slides/slide5.xml" Id="Rbc3b74e6c28542ef" /><Relationship Type="http://schemas.openxmlformats.org/officeDocument/2006/relationships/slide" Target="/ppt/slides/slide6.xml" Id="R4bdd5db14a0649ca" /><Relationship Type="http://schemas.openxmlformats.org/officeDocument/2006/relationships/slide" Target="/ppt/slides/slide7.xml" Id="Rd88407d4908f4f5e" /><Relationship Type="http://schemas.openxmlformats.org/officeDocument/2006/relationships/slide" Target="/ppt/slides/slide8.xml" Id="Rc893c66132964935" /><Relationship Type="http://schemas.openxmlformats.org/officeDocument/2006/relationships/slide" Target="/ppt/slides/slide9.xml" Id="R22b825edb9d04b6a" /><Relationship Type="http://schemas.openxmlformats.org/officeDocument/2006/relationships/slide" Target="/ppt/slides/slide10.xml" Id="Rc84e448eb533415a" /><Relationship Type="http://schemas.openxmlformats.org/officeDocument/2006/relationships/slide" Target="/ppt/slides/slide11.xml" Id="Reec160f00aab430f" /><Relationship Type="http://schemas.openxmlformats.org/officeDocument/2006/relationships/slide" Target="/ppt/slides/slide12.xml" Id="R886f29c8b25144d9" /><Relationship Type="http://schemas.openxmlformats.org/officeDocument/2006/relationships/slide" Target="/ppt/slides/slide13.xml" Id="Re2e1e2a2917d4500" /><Relationship Type="http://schemas.openxmlformats.org/officeDocument/2006/relationships/slide" Target="/ppt/slides/slide14.xml" Id="Rad1c3e52c73a4e7c" /><Relationship Type="http://schemas.openxmlformats.org/officeDocument/2006/relationships/slide" Target="/ppt/slides/slide15.xml" Id="Ra4ccc88975034c25" /><Relationship Type="http://schemas.openxmlformats.org/officeDocument/2006/relationships/slide" Target="/ppt/slides/slide16.xml" Id="R00beebb7ff5a4c66" /><Relationship Type="http://schemas.openxmlformats.org/officeDocument/2006/relationships/slide" Target="/ppt/slides/slide17.xml" Id="Rbdef23cc03314ff2" /><Relationship Type="http://schemas.openxmlformats.org/officeDocument/2006/relationships/slide" Target="/ppt/slides/slide18.xml" Id="R26e1fb8e229b46d3" /><Relationship Type="http://schemas.openxmlformats.org/officeDocument/2006/relationships/slide" Target="/ppt/slides/slide19.xml" Id="Re9012ca8206f4294" /><Relationship Type="http://schemas.openxmlformats.org/officeDocument/2006/relationships/slide" Target="/ppt/slides/slide20.xml" Id="Rbc6a82c162004f43" /><Relationship Type="http://schemas.openxmlformats.org/officeDocument/2006/relationships/slide" Target="/ppt/slides/slide21.xml" Id="R55196f84f0584999" /><Relationship Type="http://schemas.openxmlformats.org/officeDocument/2006/relationships/slide" Target="/ppt/slides/slide22.xml" Id="R6b680e771d7e427a" /><Relationship Type="http://schemas.openxmlformats.org/officeDocument/2006/relationships/slide" Target="/ppt/slides/slide23.xml" Id="Rd3025605d9a04abb" /><Relationship Type="http://schemas.openxmlformats.org/officeDocument/2006/relationships/slide" Target="/ppt/slides/slide24.xml" Id="R5034aa2c6d724e37" /><Relationship Type="http://schemas.openxmlformats.org/officeDocument/2006/relationships/slide" Target="/ppt/slides/slide25.xml" Id="R1e58eebce5ed4fce" /><Relationship Type="http://schemas.openxmlformats.org/officeDocument/2006/relationships/slide" Target="/ppt/slides/slide26.xml" Id="R9dea9488a421404e" /><Relationship Type="http://schemas.openxmlformats.org/officeDocument/2006/relationships/slide" Target="/ppt/slides/slide27.xml" Id="Ree85a9ed5d654b24" /><Relationship Type="http://schemas.openxmlformats.org/officeDocument/2006/relationships/slide" Target="/ppt/slides/slide28.xml" Id="R0f2c8ff3c9604035" /><Relationship Type="http://schemas.openxmlformats.org/officeDocument/2006/relationships/slide" Target="/ppt/slides/slide29.xml" Id="Rf573989dc4a44421" /><Relationship Type="http://schemas.openxmlformats.org/officeDocument/2006/relationships/slide" Target="/ppt/slides/slide30.xml" Id="R4b74fb7dbfef46e9" /><Relationship Type="http://schemas.openxmlformats.org/officeDocument/2006/relationships/slide" Target="/ppt/slides/slide31.xml" Id="Rcaf7a7f53a0d4fde" /><Relationship Type="http://schemas.openxmlformats.org/officeDocument/2006/relationships/slide" Target="/ppt/slides/slide32.xml" Id="Rc5b89ef5c4234f70" /><Relationship Type="http://schemas.openxmlformats.org/officeDocument/2006/relationships/slide" Target="/ppt/slides/slide33.xml" Id="R31c60c3f0aa54dbe" /><Relationship Type="http://schemas.openxmlformats.org/officeDocument/2006/relationships/slide" Target="/ppt/slides/slide34.xml" Id="R450b3f54a5714b68" /><Relationship Type="http://schemas.openxmlformats.org/officeDocument/2006/relationships/slide" Target="/ppt/slides/slide35.xml" Id="R1466c2f813314528" /><Relationship Type="http://schemas.openxmlformats.org/officeDocument/2006/relationships/slide" Target="/ppt/slides/slide36.xml" Id="R0732b33ef18a4e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e914543af444d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63c58833354b28" /><Relationship Type="http://schemas.openxmlformats.org/officeDocument/2006/relationships/notesMaster" Target="/ppt/notesMasters/notesMaster1.xml" Id="R76a1298326e84f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147337d5854968" /><Relationship Type="http://schemas.openxmlformats.org/officeDocument/2006/relationships/notesMaster" Target="/ppt/notesMasters/notesMaster1.xml" Id="Ra536c47369e74f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2d68e4cd4e4d67" /><Relationship Type="http://schemas.openxmlformats.org/officeDocument/2006/relationships/notesMaster" Target="/ppt/notesMasters/notesMaster1.xml" Id="R9177f8a844864c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6ea3d5b5674f80" /><Relationship Type="http://schemas.openxmlformats.org/officeDocument/2006/relationships/notesMaster" Target="/ppt/notesMasters/notesMaster1.xml" Id="R2762cbe55df24f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69b245dc1f4ce8" /><Relationship Type="http://schemas.openxmlformats.org/officeDocument/2006/relationships/notesMaster" Target="/ppt/notesMasters/notesMaster1.xml" Id="Red658d1264fc46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2b0f06f563455b" /><Relationship Type="http://schemas.openxmlformats.org/officeDocument/2006/relationships/notesMaster" Target="/ppt/notesMasters/notesMaster1.xml" Id="Rd08faa0ba79248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d959968006645be" /><Relationship Type="http://schemas.openxmlformats.org/officeDocument/2006/relationships/notesMaster" Target="/ppt/notesMasters/notesMaster1.xml" Id="Rc1bfd881008f45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4e5a55e31f4d60" /><Relationship Type="http://schemas.openxmlformats.org/officeDocument/2006/relationships/notesMaster" Target="/ppt/notesMasters/notesMaster1.xml" Id="Rfc585cc78d0a4d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04e2a5dcade4300" /><Relationship Type="http://schemas.openxmlformats.org/officeDocument/2006/relationships/notesMaster" Target="/ppt/notesMasters/notesMaster1.xml" Id="R137f7af5b75c4a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fccb6e2c1c04090" /><Relationship Type="http://schemas.openxmlformats.org/officeDocument/2006/relationships/notesMaster" Target="/ppt/notesMasters/notesMaster1.xml" Id="Rf980c3c558dc4e7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47fe076f0d7414d" /><Relationship Type="http://schemas.openxmlformats.org/officeDocument/2006/relationships/notesMaster" Target="/ppt/notesMasters/notesMaster1.xml" Id="R0de916a096ca49b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9671dd3353d4e7e" /><Relationship Type="http://schemas.openxmlformats.org/officeDocument/2006/relationships/notesMaster" Target="/ppt/notesMasters/notesMaster1.xml" Id="R67c3b4ee7593499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3b57feba4dc430e" /><Relationship Type="http://schemas.openxmlformats.org/officeDocument/2006/relationships/notesMaster" Target="/ppt/notesMasters/notesMaster1.xml" Id="Rcebe1b4245c2476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2738d6796f241e4" /><Relationship Type="http://schemas.openxmlformats.org/officeDocument/2006/relationships/notesMaster" Target="/ppt/notesMasters/notesMaster1.xml" Id="Ra087e82f52ee459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fa8f11207be4580" /><Relationship Type="http://schemas.openxmlformats.org/officeDocument/2006/relationships/notesMaster" Target="/ppt/notesMasters/notesMaster1.xml" Id="R9e42f902434647a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317054a8aec444e" /><Relationship Type="http://schemas.openxmlformats.org/officeDocument/2006/relationships/notesMaster" Target="/ppt/notesMasters/notesMaster1.xml" Id="R4e7d669ab5e344f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2c1503923f54768" /><Relationship Type="http://schemas.openxmlformats.org/officeDocument/2006/relationships/notesMaster" Target="/ppt/notesMasters/notesMaster1.xml" Id="R9d12411a88a741e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5f3af4c270049c9" /><Relationship Type="http://schemas.openxmlformats.org/officeDocument/2006/relationships/notesMaster" Target="/ppt/notesMasters/notesMaster1.xml" Id="R20b05d3c0195496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1e96ec706014d02" /><Relationship Type="http://schemas.openxmlformats.org/officeDocument/2006/relationships/notesMaster" Target="/ppt/notesMasters/notesMaster1.xml" Id="R75032cf0cbcd451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f80c84848cf417b" /><Relationship Type="http://schemas.openxmlformats.org/officeDocument/2006/relationships/notesMaster" Target="/ppt/notesMasters/notesMaster1.xml" Id="R864737cf71ec498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40ee03323f049ae" /><Relationship Type="http://schemas.openxmlformats.org/officeDocument/2006/relationships/notesMaster" Target="/ppt/notesMasters/notesMaster1.xml" Id="R5d4d58ce354a474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18bc9e13264455c" /><Relationship Type="http://schemas.openxmlformats.org/officeDocument/2006/relationships/notesMaster" Target="/ppt/notesMasters/notesMaster1.xml" Id="Rf1540130d92a490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15542e5d9ee432a" /><Relationship Type="http://schemas.openxmlformats.org/officeDocument/2006/relationships/notesMaster" Target="/ppt/notesMasters/notesMaster1.xml" Id="R103f333febbf471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5946a9f3f084875" /><Relationship Type="http://schemas.openxmlformats.org/officeDocument/2006/relationships/notesMaster" Target="/ppt/notesMasters/notesMaster1.xml" Id="Rf86bbd7f5698483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80f4eb2c37543f1" /><Relationship Type="http://schemas.openxmlformats.org/officeDocument/2006/relationships/notesMaster" Target="/ppt/notesMasters/notesMaster1.xml" Id="R51179e94e4c54aa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7b2be78e4394118" /><Relationship Type="http://schemas.openxmlformats.org/officeDocument/2006/relationships/notesMaster" Target="/ppt/notesMasters/notesMaster1.xml" Id="R6596bc82aa03435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588ff7b3a774896" /><Relationship Type="http://schemas.openxmlformats.org/officeDocument/2006/relationships/notesMaster" Target="/ppt/notesMasters/notesMaster1.xml" Id="Rb80a0114bb4148e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0a4436092b248ac" /><Relationship Type="http://schemas.openxmlformats.org/officeDocument/2006/relationships/notesMaster" Target="/ppt/notesMasters/notesMaster1.xml" Id="R955971f1c7e3496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a8fbc6a721b451a" /><Relationship Type="http://schemas.openxmlformats.org/officeDocument/2006/relationships/notesMaster" Target="/ppt/notesMasters/notesMaster1.xml" Id="R3eec26bb71f84f4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4697290f646484e" /><Relationship Type="http://schemas.openxmlformats.org/officeDocument/2006/relationships/notesMaster" Target="/ppt/notesMasters/notesMaster1.xml" Id="R96d347bb32ea428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53d324df90946bb" /><Relationship Type="http://schemas.openxmlformats.org/officeDocument/2006/relationships/notesMaster" Target="/ppt/notesMasters/notesMaster1.xml" Id="R531a9405dbcd4ed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ced0a58e4a542d7" /><Relationship Type="http://schemas.openxmlformats.org/officeDocument/2006/relationships/notesMaster" Target="/ppt/notesMasters/notesMaster1.xml" Id="Rc205b792f0fc462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2c1e63db4d24445d" /><Relationship Type="http://schemas.openxmlformats.org/officeDocument/2006/relationships/notesMaster" Target="/ppt/notesMasters/notesMaster1.xml" Id="Rbc459f597528454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010a5d3ad95468a" /><Relationship Type="http://schemas.openxmlformats.org/officeDocument/2006/relationships/notesMaster" Target="/ppt/notesMasters/notesMaster1.xml" Id="Ra8fc0713eb99447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77d8574865f24ad3" /><Relationship Type="http://schemas.openxmlformats.org/officeDocument/2006/relationships/notesMaster" Target="/ppt/notesMasters/notesMaster1.xml" Id="R3ab270ae5a0b45e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98190d58584499c" /><Relationship Type="http://schemas.openxmlformats.org/officeDocument/2006/relationships/notesMaster" Target="/ppt/notesMasters/notesMaster1.xml" Id="R9176f321cadf42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f73a284e3f45b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3d3239f7b6c47d3" /><Relationship Type="http://schemas.openxmlformats.org/officeDocument/2006/relationships/slideLayout" Target="/ppt/slideLayouts/slideLayout2.xml" Id="Rbf2c3fb0ae614e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2c3fb0ae614e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42e634bfd24926" /><Relationship Type="http://schemas.openxmlformats.org/officeDocument/2006/relationships/image" Target="/ppt/media/image.png" Id="R76325e25311b4888" /><Relationship Type="http://schemas.openxmlformats.org/officeDocument/2006/relationships/image" Target="/ppt/media/image2.png" Id="Rcaeac798f5e74d46" /><Relationship Type="http://schemas.openxmlformats.org/officeDocument/2006/relationships/notesSlide" Target="/ppt/notesSlides/notesSlide1.xml" Id="R5954247d41c441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1c0b70815747e9" /><Relationship Type="http://schemas.openxmlformats.org/officeDocument/2006/relationships/image" Target="/ppt/media/image3.png" Id="R5dee41385e9948f0" /><Relationship Type="http://schemas.openxmlformats.org/officeDocument/2006/relationships/notesSlide" Target="/ppt/notesSlides/notesSlide2.xml" Id="R354ea1e1885143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255e92336c4c18" /><Relationship Type="http://schemas.openxmlformats.org/officeDocument/2006/relationships/image" Target="/ppt/media/image4.png" Id="R9ebbaa09df274085" /><Relationship Type="http://schemas.openxmlformats.org/officeDocument/2006/relationships/notesSlide" Target="/ppt/notesSlides/notesSlide3.xml" Id="R3f6c7b50feb44b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3f0d3a523a47ea" /><Relationship Type="http://schemas.openxmlformats.org/officeDocument/2006/relationships/image" Target="/ppt/media/image5.png" Id="R7eabf5d7138a4691" /><Relationship Type="http://schemas.openxmlformats.org/officeDocument/2006/relationships/image" Target="/ppt/media/image6.png" Id="Rc1d31696eb8c44a1" /><Relationship Type="http://schemas.openxmlformats.org/officeDocument/2006/relationships/notesSlide" Target="/ppt/notesSlides/notesSlide4.xml" Id="R28535628fd024b0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7641c7adfd4c4b" /><Relationship Type="http://schemas.openxmlformats.org/officeDocument/2006/relationships/image" Target="/ppt/media/image7.png" Id="Reabe32e77f7745f3" /><Relationship Type="http://schemas.openxmlformats.org/officeDocument/2006/relationships/image" Target="/ppt/media/image8.png" Id="R4890d0a3fa7e47a8" /><Relationship Type="http://schemas.openxmlformats.org/officeDocument/2006/relationships/notesSlide" Target="/ppt/notesSlides/notesSlide5.xml" Id="Rb514c71c065c4b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f5d5eb177d48c6" /><Relationship Type="http://schemas.openxmlformats.org/officeDocument/2006/relationships/image" Target="/ppt/media/image9.png" Id="R8cc3f64ededc4456" /><Relationship Type="http://schemas.openxmlformats.org/officeDocument/2006/relationships/notesSlide" Target="/ppt/notesSlides/notesSlide6.xml" Id="Rc02d50c63e7049c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84f3135fdc49a2" /><Relationship Type="http://schemas.openxmlformats.org/officeDocument/2006/relationships/image" Target="/ppt/media/image10.png" Id="R2de36068037643fa" /><Relationship Type="http://schemas.openxmlformats.org/officeDocument/2006/relationships/image" Target="/ppt/media/image11.png" Id="Rb8d55d8fee8c46dd" /><Relationship Type="http://schemas.openxmlformats.org/officeDocument/2006/relationships/notesSlide" Target="/ppt/notesSlides/notesSlide7.xml" Id="R3c30775bf6ca4f8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7edb8896b542b7" /><Relationship Type="http://schemas.openxmlformats.org/officeDocument/2006/relationships/image" Target="/ppt/media/image12.png" Id="R5dff7a4421da4f70" /><Relationship Type="http://schemas.openxmlformats.org/officeDocument/2006/relationships/notesSlide" Target="/ppt/notesSlides/notesSlide8.xml" Id="R5694959ad562459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4ebc26634b4810" /><Relationship Type="http://schemas.openxmlformats.org/officeDocument/2006/relationships/image" Target="/ppt/media/image13.png" Id="R62e9b6991b7843aa" /><Relationship Type="http://schemas.openxmlformats.org/officeDocument/2006/relationships/notesSlide" Target="/ppt/notesSlides/notesSlide9.xml" Id="R9e393f48637d46f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4ee00f25464e45" /><Relationship Type="http://schemas.openxmlformats.org/officeDocument/2006/relationships/image" Target="/ppt/media/image14.png" Id="Rad77297123334841" /><Relationship Type="http://schemas.openxmlformats.org/officeDocument/2006/relationships/image" Target="/ppt/media/image15.png" Id="R524eed89013d4677" /><Relationship Type="http://schemas.openxmlformats.org/officeDocument/2006/relationships/notesSlide" Target="/ppt/notesSlides/notesSlide10.xml" Id="R27ff7779c024440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728bc083df4c8e" /><Relationship Type="http://schemas.openxmlformats.org/officeDocument/2006/relationships/image" Target="/ppt/media/image16.png" Id="R546ab61e81334800" /><Relationship Type="http://schemas.openxmlformats.org/officeDocument/2006/relationships/image" Target="/ppt/media/image17.png" Id="Rf4be8c93845f4d94" /><Relationship Type="http://schemas.openxmlformats.org/officeDocument/2006/relationships/notesSlide" Target="/ppt/notesSlides/notesSlide11.xml" Id="R25b4c8446ef940a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085189ef1a45bf" /><Relationship Type="http://schemas.openxmlformats.org/officeDocument/2006/relationships/image" Target="/ppt/media/image18.png" Id="R787af844514643b2" /><Relationship Type="http://schemas.openxmlformats.org/officeDocument/2006/relationships/image" Target="/ppt/media/image19.png" Id="R5cafaee6dd0b4828" /><Relationship Type="http://schemas.openxmlformats.org/officeDocument/2006/relationships/notesSlide" Target="/ppt/notesSlides/notesSlide12.xml" Id="Rc7cd3c9ccb2e494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118ee2178b443a" /><Relationship Type="http://schemas.openxmlformats.org/officeDocument/2006/relationships/image" Target="/ppt/media/image20.png" Id="Rbdd1f223d00f4fe9" /><Relationship Type="http://schemas.openxmlformats.org/officeDocument/2006/relationships/notesSlide" Target="/ppt/notesSlides/notesSlide13.xml" Id="Rf0e6fa5ceb884f6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038d735bca4ff3" /><Relationship Type="http://schemas.openxmlformats.org/officeDocument/2006/relationships/image" Target="/ppt/media/image21.png" Id="R2b82412598644b08" /><Relationship Type="http://schemas.openxmlformats.org/officeDocument/2006/relationships/notesSlide" Target="/ppt/notesSlides/notesSlide14.xml" Id="Rdcba6a16878044e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b75edeeaa1464c" /><Relationship Type="http://schemas.openxmlformats.org/officeDocument/2006/relationships/image" Target="/ppt/media/image22.png" Id="Redbe67669d024fc4" /><Relationship Type="http://schemas.openxmlformats.org/officeDocument/2006/relationships/notesSlide" Target="/ppt/notesSlides/notesSlide15.xml" Id="Ra28f91ecf8e0435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66866b75994ff8" /><Relationship Type="http://schemas.openxmlformats.org/officeDocument/2006/relationships/image" Target="/ppt/media/image23.png" Id="Rc6d97f49022e4e1d" /><Relationship Type="http://schemas.openxmlformats.org/officeDocument/2006/relationships/notesSlide" Target="/ppt/notesSlides/notesSlide16.xml" Id="Re5f76a00968f49e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3c2808a4fe4a46" /><Relationship Type="http://schemas.openxmlformats.org/officeDocument/2006/relationships/image" Target="/ppt/media/image24.png" Id="R331de3ef39f34d15" /><Relationship Type="http://schemas.openxmlformats.org/officeDocument/2006/relationships/notesSlide" Target="/ppt/notesSlides/notesSlide17.xml" Id="R3ebfdbe68302471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125232c71c4436" /><Relationship Type="http://schemas.openxmlformats.org/officeDocument/2006/relationships/image" Target="/ppt/media/image25.png" Id="R3d7fa2a300f14643" /><Relationship Type="http://schemas.openxmlformats.org/officeDocument/2006/relationships/notesSlide" Target="/ppt/notesSlides/notesSlide18.xml" Id="R439f579f86ef473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e863d26ff44dd2" /><Relationship Type="http://schemas.openxmlformats.org/officeDocument/2006/relationships/image" Target="/ppt/media/image26.png" Id="Rd51ca85865d4489e" /><Relationship Type="http://schemas.openxmlformats.org/officeDocument/2006/relationships/image" Target="/ppt/media/image27.png" Id="Rf7cadfba65a144df" /><Relationship Type="http://schemas.openxmlformats.org/officeDocument/2006/relationships/notesSlide" Target="/ppt/notesSlides/notesSlide19.xml" Id="R69427a2b7760494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bdbade49f245ae" /><Relationship Type="http://schemas.openxmlformats.org/officeDocument/2006/relationships/image" Target="/ppt/media/image28.png" Id="R702277aa43794308" /><Relationship Type="http://schemas.openxmlformats.org/officeDocument/2006/relationships/notesSlide" Target="/ppt/notesSlides/notesSlide20.xml" Id="Raea015153f074ec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304bf6f76c4e16" /><Relationship Type="http://schemas.openxmlformats.org/officeDocument/2006/relationships/image" Target="/ppt/media/image29.png" Id="R6fe762a9bcd64965" /><Relationship Type="http://schemas.openxmlformats.org/officeDocument/2006/relationships/notesSlide" Target="/ppt/notesSlides/notesSlide21.xml" Id="Rfa937d6e1a3c40b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88be9640694765" /><Relationship Type="http://schemas.openxmlformats.org/officeDocument/2006/relationships/image" Target="/ppt/media/image30.png" Id="R64d0cd22e12e432f" /><Relationship Type="http://schemas.openxmlformats.org/officeDocument/2006/relationships/image" Target="/ppt/media/image31.png" Id="R6c9901a3379a4421" /><Relationship Type="http://schemas.openxmlformats.org/officeDocument/2006/relationships/notesSlide" Target="/ppt/notesSlides/notesSlide22.xml" Id="R39b9459029fb49e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19a3345cd349f9" /><Relationship Type="http://schemas.openxmlformats.org/officeDocument/2006/relationships/image" Target="/ppt/media/image32.png" Id="R0efa4bd74bcd48ee" /><Relationship Type="http://schemas.openxmlformats.org/officeDocument/2006/relationships/notesSlide" Target="/ppt/notesSlides/notesSlide23.xml" Id="R33ff24eab0634da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d692e48c6741bf" /><Relationship Type="http://schemas.openxmlformats.org/officeDocument/2006/relationships/image" Target="/ppt/media/image33.png" Id="R77317cd92c844b46" /><Relationship Type="http://schemas.openxmlformats.org/officeDocument/2006/relationships/notesSlide" Target="/ppt/notesSlides/notesSlide24.xml" Id="Rce5c46d8cfbf4cd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76d44d48bb4e9e" /><Relationship Type="http://schemas.openxmlformats.org/officeDocument/2006/relationships/image" Target="/ppt/media/image34.png" Id="Re5db3a6051d94e39" /><Relationship Type="http://schemas.openxmlformats.org/officeDocument/2006/relationships/notesSlide" Target="/ppt/notesSlides/notesSlide25.xml" Id="R16dd599f44bd411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bd541ceebc43a5" /><Relationship Type="http://schemas.openxmlformats.org/officeDocument/2006/relationships/image" Target="/ppt/media/image35.png" Id="Rbdbb6910caf94343" /><Relationship Type="http://schemas.openxmlformats.org/officeDocument/2006/relationships/notesSlide" Target="/ppt/notesSlides/notesSlide26.xml" Id="Rdaa18fa02800408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3953cd92904d69" /><Relationship Type="http://schemas.openxmlformats.org/officeDocument/2006/relationships/image" Target="/ppt/media/image36.png" Id="Rb08a680c364845c0" /><Relationship Type="http://schemas.openxmlformats.org/officeDocument/2006/relationships/notesSlide" Target="/ppt/notesSlides/notesSlide27.xml" Id="R4f6238103c28407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1eb5afe9ca4f04" /><Relationship Type="http://schemas.openxmlformats.org/officeDocument/2006/relationships/image" Target="/ppt/media/image37.png" Id="Rc10496b407014422" /><Relationship Type="http://schemas.openxmlformats.org/officeDocument/2006/relationships/notesSlide" Target="/ppt/notesSlides/notesSlide28.xml" Id="R6a6e957083024ad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4149089d364881" /><Relationship Type="http://schemas.openxmlformats.org/officeDocument/2006/relationships/image" Target="/ppt/media/image38.png" Id="Rf8e15144a184434b" /><Relationship Type="http://schemas.openxmlformats.org/officeDocument/2006/relationships/image" Target="/ppt/media/image39.png" Id="R82c9b504209e49d6" /><Relationship Type="http://schemas.openxmlformats.org/officeDocument/2006/relationships/notesSlide" Target="/ppt/notesSlides/notesSlide29.xml" Id="R42b0988dbe084a0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668d8f105946a4" /><Relationship Type="http://schemas.openxmlformats.org/officeDocument/2006/relationships/image" Target="/ppt/media/image40.png" Id="R05dc425490f34615" /><Relationship Type="http://schemas.openxmlformats.org/officeDocument/2006/relationships/notesSlide" Target="/ppt/notesSlides/notesSlide30.xml" Id="Rdaa6e5c2487e453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5a02d7a5b043a0" /><Relationship Type="http://schemas.openxmlformats.org/officeDocument/2006/relationships/image" Target="/ppt/media/image41.png" Id="R3ae5d6c0d4074809" /><Relationship Type="http://schemas.openxmlformats.org/officeDocument/2006/relationships/notesSlide" Target="/ppt/notesSlides/notesSlide31.xml" Id="Rb0dae6a7b5d744f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c4b10f45374bde" /><Relationship Type="http://schemas.openxmlformats.org/officeDocument/2006/relationships/image" Target="/ppt/media/image42.png" Id="R0330507b8a0a4950" /><Relationship Type="http://schemas.openxmlformats.org/officeDocument/2006/relationships/image" Target="/ppt/media/image43.png" Id="Rdb8bb11983ed4a30" /><Relationship Type="http://schemas.openxmlformats.org/officeDocument/2006/relationships/notesSlide" Target="/ppt/notesSlides/notesSlide32.xml" Id="Rf1904799a63446d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bfecf8e6ca4c2d" /><Relationship Type="http://schemas.openxmlformats.org/officeDocument/2006/relationships/image" Target="/ppt/media/image44.png" Id="Rcc3fffb996e14329" /><Relationship Type="http://schemas.openxmlformats.org/officeDocument/2006/relationships/image" Target="/ppt/media/image45.png" Id="R919291a7f3374834" /><Relationship Type="http://schemas.openxmlformats.org/officeDocument/2006/relationships/notesSlide" Target="/ppt/notesSlides/notesSlide33.xml" Id="Rde700654e0bf42d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a4043680784094" /><Relationship Type="http://schemas.openxmlformats.org/officeDocument/2006/relationships/image" Target="/ppt/media/image46.png" Id="Ref7a005f741544f0" /><Relationship Type="http://schemas.openxmlformats.org/officeDocument/2006/relationships/notesSlide" Target="/ppt/notesSlides/notesSlide34.xml" Id="R2bf333ec8d494c7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2e899518a84dcb" /><Relationship Type="http://schemas.openxmlformats.org/officeDocument/2006/relationships/image" Target="/ppt/media/image47.png" Id="R48db81308c544c75" /><Relationship Type="http://schemas.openxmlformats.org/officeDocument/2006/relationships/notesSlide" Target="/ppt/notesSlides/notesSlide35.xml" Id="R927e61dac46c4e69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73f991862f42ff" /><Relationship Type="http://schemas.openxmlformats.org/officeDocument/2006/relationships/image" Target="/ppt/media/image48.png" Id="R02230bf4b5bc46f5" /><Relationship Type="http://schemas.openxmlformats.org/officeDocument/2006/relationships/notesSlide" Target="/ppt/notesSlides/notesSlide36.xml" Id="Rf904ed4d62934ae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397ECC-84B4-4EDA-996F-41E4EE58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FBF0D6-E70F-4364-A4B4-09E67633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325e25311b488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1A887-AAFD-4678-AE5E-59A23DA4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68580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When does an optimized field become a reactor design?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795983-30AF-4AFC-B2B4-9799620C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527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AF8F5E-FB3A-4AE1-9C9F-8B1D5799C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1940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4: profiles, Pareto decisions, and the repo 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38967C-86DF-48D5-94E0-5EE502FE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85ED63-293A-48AF-9073-F51A325A2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design is not a shape; it is a validated workflow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09175F-17DD-45CD-8B2F-39031F11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0BFD36-A428-431F-95D8-DB4839B85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796686-F23C-43AB-9A2D-45EAEA363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eac798f5e74d46"/>
          <a:stretch xmlns:a="http://schemas.openxmlformats.org/drawingml/2006/main"/>
        </p:blipFill>
        <p:spPr>
          <a:xfrm xmlns:a="http://schemas.openxmlformats.org/drawingml/2006/main">
            <a:off x="7277100" y="1464795"/>
            <a:ext cx="3752850" cy="2309159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6E9522-1C2D-4BBD-971F-3E2C66D9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7909C1-118E-4165-AE12-226906DC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EA7DD1-F966-4B11-A51E-802849AA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7DF629-90F3-4499-89BA-63A36489A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FFB262-CFB7-4945-BF40-16A0F11B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Repo: github.com/rogeriojorge/sos2026-rjorge-stellarator-optimization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6C9367-9772-4103-9402-B7BF36DD2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28650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Docs: 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0B3F69-7426-42DE-A60C-C4572D93B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87696640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21D6BD-96D3-4B22-B3C5-A9FB7961C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0F890B-0938-4113-8BFC-54F881B4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e41385e9948f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9A4504-1458-4F04-BCBD-467E9693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full loop has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75752-0A4B-40CA-AEA2-B6F78787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F3574A-16C1-4F0D-8AF7-F27ECE3B4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F936BF-0338-4E89-915B-D0470C76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24EA9D-2134-441B-BBA0-A7CD5C18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8C8B2C-431C-4478-83A7-79E78B60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6D4927-A5DF-4E66-A614-9CBA2C5D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284458-7E1A-40DB-9E6E-23311936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7A7D38-6D19-4272-B671-858F2474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E491CE-AF86-483E-B542-BD284209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537C22-2BB8-4EF3-861B-4292E536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E067E1-87B3-4E6C-86FF-70E54017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4571A9-F2EB-41CF-8163-16899A19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C24822-7DD7-4E5E-982A-F19CAC15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845618-B249-4327-AF13-1A83EF91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0DF3A2-0B08-4980-A543-8C661A14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F33847-1192-4F14-B528-CE3E1E5A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FFF753-DD2E-4175-A641-D8204687D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CB536C-2C80-4364-B46B-51C5D8D9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BCBD8A-9A1E-45CD-845C-587581C4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111CDC-0F09-41F3-879C-C369DA2D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09A3AA-8069-4C05-BE85-9A73A48D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60A359-AAFF-4BFC-8079-099CB315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95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45097F-2602-4257-A256-7619B8AAF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Geometry changes transport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718346-49CC-4D47-8832-F7535F03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91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9053C4-ADB2-4C9A-B62C-C7850ED4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863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Transport changes profiles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6FABC5-C993-4D0C-B899-0BCF1B15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ECF0F3-B19E-4980-A010-2A1C0BDF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 change objectives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1CB166-4207-4C9B-A13B-6611E5AB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C693B2-EAC0-4494-A305-37783DE5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53D1CB-58B3-422F-B1F4-41B3D2A7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8494FD-CF17-498B-8BD1-76F2A2D04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A656DAD-9890-4D63-849D-3731215D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189175553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B74E05-74F9-4E59-9B6E-EF5686D8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C58481-6839-45C8-A1C2-2535F8BE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baa09df27408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FB0344-089C-4284-9A01-7DA2B6C0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BEF09C-2CA2-4C0A-BE5B-D13B1145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355368-C456-41E2-922D-E75CBAB1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1. Close the loop with profiles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C87351-4C0F-4533-9407-2F15A9E2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1DB902-2167-4902-BDD1-27AEF40B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DC6C31-BBBA-48B7-AF73-86D14E71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Field optimization changes transport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B4066-7EC3-4BAF-A2CC-138B7763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7AB613-11DD-47B2-B19B-AA49F528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Transport changes pressure and current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7BCE0F-739E-4FB3-AD6D-FFDC6C9E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93828C-49F9-4574-BA48-555F3DC1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EBB348-C636-46BE-90A5-D0262D1A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30B7C-C6E6-4FA4-AC11-AA251BBD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D1C403-8978-410D-8342-879934DE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</p:spTree>
    <p:extLst>
      <p:ext uri="{BB962C8B-B14F-4D97-AF65-F5344CB8AC3E}">
        <p14:creationId xmlns:p14="http://schemas.microsoft.com/office/powerpoint/2010/main" val="9161745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294E3F-4E51-4CFF-BCCF-94FFEAEB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08A092-B774-40D7-8600-931AB322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abf5d7138a4691"/>
          <a:stretch xmlns:a="http://schemas.openxmlformats.org/drawingml/2006/main"/>
        </p:blipFill>
        <p:spPr>
          <a:xfrm xmlns:a="http://schemas.openxmlformats.org/drawingml/2006/main">
            <a:off x="1102427" y="1695450"/>
            <a:ext cx="6177146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40C87A-8438-4A64-A269-633D5B36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225D18-989A-448A-B6FE-D320EBAB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749162-4B3D-4DB4-B121-B006AABD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Temperature and density gradients drive transport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16ECB2-B760-4032-BE0B-F16C176BD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75F6EC-D542-418A-A5E4-BE2815DB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good field metric can underperform after closure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3F0E99-23E0-4825-8D6F-F8BF3DD7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47ACC7-12C5-4DED-8B0E-B383C705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This fallback model teaches profile feedback, not a live NEOPAX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AAB1D6-E6D2-4469-A66D-6904CD43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d31696eb8c44a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65667A-708C-4581-8D9C-0882F6FC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Profiles turn a field optimum into a scenario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D78FA1-327C-4351-9F20-99AC0127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36ECFB-2788-4692-88AC-CD364F09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AF0725-7786-4A68-AB8E-D20BF795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54D0E7-D654-4A0B-9E90-FAC6C2F27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B3BC65-9783-4B43-9553-BD2E6263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46B13F-5DBA-4903-8E48-65471EFD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</p:spTree>
    <p:extLst>
      <p:ext uri="{BB962C8B-B14F-4D97-AF65-F5344CB8AC3E}">
        <p14:creationId xmlns:p14="http://schemas.microsoft.com/office/powerpoint/2010/main" val="17915897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6C2079-1130-4B08-875F-885E2AF6B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13E64D-5E8A-4BAE-AAFD-515C533C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be32e77f7745f3"/>
          <a:stretch xmlns:a="http://schemas.openxmlformats.org/drawingml/2006/main"/>
        </p:blipFill>
        <p:spPr>
          <a:xfrm xmlns:a="http://schemas.openxmlformats.org/drawingml/2006/main">
            <a:off x="1023336" y="1695450"/>
            <a:ext cx="6335329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0D7685-345C-4E88-A054-BA3D4B9AA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21AC68-E4F9-4DFB-ADBE-1BFF3176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6F38DD-22E0-4B49-8E4E-82FC826A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Sources, fluxes, and residuals must match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54F3E9-FB7F-4AA2-BCB6-0E35D332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ACD737-7E93-4271-ADD8-D05089F5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post-hoc residual is weak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DE73A8-9512-4459-A083-3069978C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BA6C6C-12F0-4CC8-AC8C-62DF777A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design claim needs a solved balance, not only a field metric.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CD0C4A-DFC5-4B75-8913-2D3047EE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90d0a3fa7e47a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7F3530-E594-47D4-BE00-34F1EA8F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Power balance is a credibility check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0600F3-B831-46B4-AA15-2D5F23348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9A31C3-C579-4E68-BBE5-B90610D1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EF193B-E735-492E-8BEE-8C0DD85C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D9F873-84F8-42D4-9193-E165736A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199BD1-2B09-4357-BA4A-3FB2A68F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D16225-D5D6-4614-9378-2F1F9E26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</p:spTree>
    <p:extLst>
      <p:ext uri="{BB962C8B-B14F-4D97-AF65-F5344CB8AC3E}">
        <p14:creationId xmlns:p14="http://schemas.microsoft.com/office/powerpoint/2010/main" val="11187192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B1902C-BB4A-4279-98CC-BE3816B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336E5A-033B-4C84-AFC8-6A0DB617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c3f64ededc445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06BDC6-5EE3-4D73-B0B7-4D9B165D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Integrated objectives should be staged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D02CE2-923F-4E97-9B99-3DE8BE81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A8980E-9091-4DEE-9830-0F018D87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1C7C94-0D25-4364-965A-C24DA7EF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4DC41D-793F-456B-8ED5-661E74E5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B02A2D-E2BB-4684-8530-B970C9AE7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80F33F-1D4A-4220-8913-A6D3D97C9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384618-818C-4264-B2FC-54DA2254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7BE5A7-8D4B-4A4B-AAEF-3EE7A98E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Early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08DD0B-A03C-4CE2-819A-277CEB53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cheap geometry and Boozer screens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8F42E3-5EDF-4D7F-8537-9B746003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FC372E-C5BA-431C-82D8-C8FAD01F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ECCC7F-DA57-4D1E-B833-C0AC5C0C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Middle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F5FBC4-BC78-4588-A596-F82B382F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 and neoclassical metrics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9EA0B9-0486-43FD-95EE-18D37D6C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767AF2-BFD9-4573-9889-DEA31D1A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E53FDB-DFBB-4AE7-8838-49C788AE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569A7F-81B0-4912-A416-16E5446E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turbulence, particles, profiles, engineering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AD5BFF-6AD8-4B87-8707-7B1F8182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15D898-E120-474A-B3A7-615951E2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B3D1A1-880E-4C68-94E7-E17715E7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154FDE-DA02-411B-ADE9-FD96FBC6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F703D5-9F63-4E50-9ED1-FC4F90D0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</p:spTree>
    <p:extLst>
      <p:ext uri="{BB962C8B-B14F-4D97-AF65-F5344CB8AC3E}">
        <p14:creationId xmlns:p14="http://schemas.microsoft.com/office/powerpoint/2010/main" val="65119630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9C1A7E-274E-4A7C-9146-23975797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B7149C-381B-409A-AA55-3ACDBF4E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e36068037643f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3A3E4C-57D3-4C9E-825F-F4BFC7CF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profile closure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140369-8FE8-48FD-99E2-D7493D61B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7D04FC-AA40-43A2-A412-BD918A02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13E101-1E3B-4204-8A4B-043952F9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4E8569-7702-4E97-80A6-B6F02CBA0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DC3ACD-E0C7-4967-BFE7-A097E718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notebooks/10_neopax_profile_closure.ipynb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FA60C0-BAE5-45E9-A799-41A5A99A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B0563A-2603-410E-9A73-CB6531C78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temperature response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7C349F-7764-436C-BA4C-C807A0FD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9A7BB3-03D1-4E03-A5F0-4E20D77D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Inspect power balance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BD7B88-98C9-4D19-8E6F-6AD4316E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989FB4-C9D0-472E-93DB-4736FFD8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Say what remains cached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d55d8fee8c46dd"/>
          <a:stretch xmlns:a="http://schemas.openxmlformats.org/drawingml/2006/main"/>
        </p:blipFill>
        <p:spPr>
          <a:xfrm xmlns:a="http://schemas.openxmlformats.org/drawingml/2006/main">
            <a:off x="5686676" y="1657350"/>
            <a:ext cx="5200149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CA5B20-A9F1-4452-9382-9E87E0D2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25EE8E-94C1-4C69-97C0-017F7410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349C5B-D003-4654-89CE-430B42B3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A9140D-3610-41CF-98C0-9B3163AB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9ACB92-BD24-4D08-A388-478E9F9C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FC4317-C51C-4A5B-9A6A-491EF724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F13D8E-829E-4792-80AC-5CA6DB4D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</p:spTree>
    <p:extLst>
      <p:ext uri="{BB962C8B-B14F-4D97-AF65-F5344CB8AC3E}">
        <p14:creationId xmlns:p14="http://schemas.microsoft.com/office/powerpoint/2010/main" val="201506475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398758-C571-4629-B342-AC4484B31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62082-4C98-45B6-8546-0525EF0C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ff7a4421da4f7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E4C3A-20F2-40CF-A9D3-D2E0FB3A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C6DBF6-EE33-47EC-AEA9-072F5F53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422BD0-FDE2-4EAE-A8E2-9E4B372F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2. Pareto decisions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3EB29-506B-4234-8BE2-4E9EAB82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7B438B-A0C0-4597-86FB-05319C14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F73F3C-9D93-4A85-8158-619607DF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Many designs can be defensible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66E166-97CA-4174-912F-29395D05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10A392-F15D-4E1F-89B1-734D082A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decision weights must be explicit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A6E5D2-54A4-4350-8F07-E2EC62C7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697918-C682-4BBA-8868-8812B206F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7AC36C-3891-43AF-B467-38180465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5E6E66-A95D-4A52-8605-4B37F7E5B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51C83E-4409-48B5-A6A3-CC3F94A3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</p:spTree>
    <p:extLst>
      <p:ext uri="{BB962C8B-B14F-4D97-AF65-F5344CB8AC3E}">
        <p14:creationId xmlns:p14="http://schemas.microsoft.com/office/powerpoint/2010/main" val="178885283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BC1D29-DF57-48B1-BAC8-873FFECC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2CADE3-3CF1-4416-8F3E-7700F272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e9b6991b7843a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05B1B8-2C5C-4D41-BB02-6F813CBC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Reactor constraints enter as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4ED523-6603-4B7C-BE6C-7AB5B4AD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74076A-C00C-4F56-A650-1B7DEE2F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DDE653-DD3F-4619-96C3-0F9205CB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997358-E3BC-4A0A-B63F-A857CE5B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57D866-0B51-4547-BAB5-5973AFDDD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605021-D5D4-4836-9C14-A435A1E1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B0807-3A45-438B-912C-C890ED69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AAE0E4-85E3-4EEA-9A31-B007272E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Alpha heating and losses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3FC7F1-F105-4CDA-9277-AD5056AA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reactor-relevant loss gate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ACE45A-B8B3-4D4F-8674-8C3160DC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20A43B-DB26-48DB-AAF6-E0974B7E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149710-4A3E-45F1-BB3B-9A348445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Wall loads and blankets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A15091-6E72-4A40-8CBB-933304B4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engineering and material constraint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B7A5C7-0CB4-49D1-99C4-708DC96A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9FF7E5-2347-4CD9-A05E-CCFCBD71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1B506A-551E-4312-9FCE-02B0D0DB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Maintenance and access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D6C4B6-782D-4515-A578-CB2455D0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device availability constraint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A40ED1-6048-40AA-8202-F4AEACD6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5DAC55-10CD-4D8C-94FF-73C1E239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7B9D89-1458-44B6-B59D-F55E621B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1E0E38-1ED4-487D-ACC9-DDE7B601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67A9A5-C9E9-4256-9F6D-965872DB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</p:spTree>
    <p:extLst>
      <p:ext uri="{BB962C8B-B14F-4D97-AF65-F5344CB8AC3E}">
        <p14:creationId xmlns:p14="http://schemas.microsoft.com/office/powerpoint/2010/main" val="68751883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CA2536-B8EC-4F6D-A77B-0092FDF4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102011-6936-42EE-AA05-3DEDD39E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7297123334841"/>
          <a:stretch xmlns:a="http://schemas.openxmlformats.org/drawingml/2006/main"/>
        </p:blipFill>
        <p:spPr>
          <a:xfrm xmlns:a="http://schemas.openxmlformats.org/drawingml/2006/main">
            <a:off x="1156911" y="1695450"/>
            <a:ext cx="6068179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0091C-B886-40F2-A6EC-03BA99EB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9428D4-3E17-4CF1-A863-5EA36BA7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4F610A-6379-46A4-8E54-964A16DD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Nondominated points still require priorities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90A344-6588-4AD6-9D6B-3630E579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7BD361-8785-45C2-8A65-CA8930E5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Final choice needs context and validation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F17049-B778-43D6-A0FF-9AE712C4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9C192C-D74B-456A-9531-6692B9A92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Pareto front is an argument surface, not an automatic answer.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270431-402B-4F8B-8876-DF3CC713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4eed89013d467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7232A1-C45C-41F1-9E94-4C36CF02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Pareto fronts need interpretation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139FF6-7D94-487F-A117-62EB47D3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5F698E-BEBC-430A-86C5-48B35DC6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7D5064-E4D3-4E3B-8C03-BAB6CCFA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C01C40-91F6-4CBF-8ACF-0B396A68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D6F83F-FB98-40A6-AFF2-DA578E6D3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149C81-31B2-49BC-9873-83202AEA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177289352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CCA874-0BDA-4AA9-A834-81D5BEC5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EE48D4-7186-4574-BE09-9A8A0FC0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ab61e81334800"/>
          <a:stretch xmlns:a="http://schemas.openxmlformats.org/drawingml/2006/main"/>
        </p:blipFill>
        <p:spPr>
          <a:xfrm xmlns:a="http://schemas.openxmlformats.org/drawingml/2006/main">
            <a:off x="1110140" y="1695450"/>
            <a:ext cx="6161721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6F366-D411-40E9-8D07-6E87D17A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8AE2B3-1349-4829-98A2-CF9B90E5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8B85C3-64F9-4778-BEDD-A4FB825AE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Changing weights changes the winner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F6E0B8-2F48-4BCE-B40A-ADD42803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259E4-E3B5-4838-A2C7-547154AE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Record weights beside every selected design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262ABC-5663-44D1-897D-94EFE5BD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1037E7-8252-4B0D-9A6C-EB19C963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A weighted score is a value judgment with units and provenance.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F59D21-A910-40D4-8D30-F5AEC01B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be8c93845f4d9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F3AC98-E322-4276-9E6A-6D77E7A4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Weights expose the design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7CF07F-506C-4327-9690-4D0F7AE4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8561C9-18FD-45D3-846E-E101AAAA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436958-1740-4A49-9916-B9E0EFC4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3EFCE6-E080-4BF8-AB69-B11C94F4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104C29-89C7-4274-9D9E-3FBB13F0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CCFB81-5990-41F1-B77D-07A4CA1C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</p:spTree>
    <p:extLst>
      <p:ext uri="{BB962C8B-B14F-4D97-AF65-F5344CB8AC3E}">
        <p14:creationId xmlns:p14="http://schemas.microsoft.com/office/powerpoint/2010/main" val="141298385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E12727-DCA2-41CF-AB71-33E9E65D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AC996F-C4CB-4822-AE6C-F2FACC86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7af844514643b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783739-A53A-4913-B111-F889BD2F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Pareto dashboard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37B45-CAF3-4014-9190-A1166104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F3773E-B4E2-4A94-ABF4-355846D0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0E4B98-9AAF-4DAF-8CAA-CAE932AC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84650B-F727-4BF9-B63F-A32B7E4B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7D1CF3-0AA9-43F2-BEB8-FB0CF831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notebooks/11_pareto_design_dashboard.ipynb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20EBCB-BD00-45EB-BD0A-62340D70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386D29-E6D9-4A9A-B4D4-2D2E0F34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metric weight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2F1F8C-470C-41B0-8105-C58D468ED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303EC9-E024-4B0F-840D-5BD74733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Regenerate the chart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90C8E1-7638-4015-9EB0-C37A7E8B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420830-7DEF-48FB-9012-95464DD7D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Defend the selected design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afaee6dd0b4828"/>
          <a:stretch xmlns:a="http://schemas.openxmlformats.org/drawingml/2006/main"/>
        </p:blipFill>
        <p:spPr>
          <a:xfrm xmlns:a="http://schemas.openxmlformats.org/drawingml/2006/main">
            <a:off x="5693169" y="1657350"/>
            <a:ext cx="5187163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60E097-52AD-42C0-93F6-C7C59391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0E6BC1-7BF2-4D0D-8D1A-6D7F0214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6610F0-479F-4425-90C8-4B65F0CF6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40BAD8-C957-4A0D-97D5-DC39D3D1F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FAD075-0EAF-4306-A287-F030731F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61E223-64C0-491D-85DC-59FD7CA4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0687A9-7264-439C-B1B0-BB0B2ED0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12944728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748ECB-C3A7-40E1-8D18-B5494D83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99F56E-7539-40CB-A31D-C2407E75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7885F5-3643-416D-8CC5-CD803959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C476F-7F12-4E00-9D4F-EFA38A6B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54D5F6-6D01-4EE5-B5A8-75C65F60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5065F-2768-4EB0-A67F-117FD2AF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Equilibrium, Boozer, neoclassical, turbulence, particles, profiles, coils, engineering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C2DADE-479E-4E96-AEF2-FAF47329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1B2F4D-2F20-4932-9390-ED39ADE7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design can pass one gate and fail the next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7A86E4-44FB-4B93-86E9-E036C706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4035B9-8CB3-4513-999B-2F78C8407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23BCB2-B2E9-4B4A-8070-7C629462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d1f223d00f4fe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4B2A72-A714-46A1-837F-96A5D174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Validation gates prevent metric gaming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FB58A6-C977-485A-BD02-3E1C0838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1B9BA5-A603-45FB-A947-65481211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98CF1F-C371-4140-BB1F-10077638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F5D05B-868A-4CC7-AB26-01A53B2D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853B5A-5036-46DC-ACBF-BC983495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FE671C-4C2D-4CA6-836E-504058E0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</p:spTree>
    <p:extLst>
      <p:ext uri="{BB962C8B-B14F-4D97-AF65-F5344CB8AC3E}">
        <p14:creationId xmlns:p14="http://schemas.microsoft.com/office/powerpoint/2010/main" val="171373757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967D6A-65C9-4D3E-9AE6-54D975D8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0FC03F-11F8-4FF6-B720-92B85446B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82412598644b0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9986C-ACBD-4FC5-B7FE-6E5A31C9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75B4CA-08C7-42FF-A31D-66A91E43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E44DD1-25A4-4AEB-9DBF-EA6E4073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3. The GitHub repo is the lab manual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7276A8-DB61-4047-8180-6CD1A039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757092-C375-460C-B51A-F306D5CA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B6F119-AAB7-4457-B770-58C65F1A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Slides explain concepts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3AD22D-2143-42FF-B8F9-1FF8723B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ACB4BF-7A04-42C5-83CC-3F25B655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Notebooks execute projects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EC442-C13A-4FD1-A785-F4325518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457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9CDCEA-E123-4BCC-877D-791CC3CB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3530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Scripts regenerate figures, movies, and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7A6E59-0ABF-48A5-9F53-9BB9F1BA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8CE5E5-CE77-4EDE-95A2-BF00CBAA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5CD394-038D-4ED1-867A-8C7F8EF3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C6BD65-7AD6-4A1E-B5CB-5D0C5566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0956DE-7513-4176-A671-0BB77E0F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</p:spTree>
    <p:extLst>
      <p:ext uri="{BB962C8B-B14F-4D97-AF65-F5344CB8AC3E}">
        <p14:creationId xmlns:p14="http://schemas.microsoft.com/office/powerpoint/2010/main" val="43543908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610386-8645-46C3-8750-584637D1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671192-51E3-4E23-BAD4-96900900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be67669d024fc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A5BA02-576E-439B-BFFA-8E4BB2CB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 design is not a shape; it is a validated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66F39-5C70-407E-AEF4-2CC3E1EE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B8712B-5B4F-4AEA-AF58-CEFEB62F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25C632-CAE0-4C73-9769-7C18431D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repo is the audit trail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124AA4-3820-4C99-B797-52ED0D16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D0B64B-BFB6-4762-AD17-30EA301D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6D564D-183E-4926-97F9-CF141716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B378B0-FD50-4067-971B-9A2DA38F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586B4F-45B5-425B-AE3F-3F7C23B8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</p:spTree>
    <p:extLst>
      <p:ext uri="{BB962C8B-B14F-4D97-AF65-F5344CB8AC3E}">
        <p14:creationId xmlns:p14="http://schemas.microsoft.com/office/powerpoint/2010/main" val="160951916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8E15CD-C075-4A7D-9876-C8EB3942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E7903E-8E16-4F17-AD4B-EAC4C1A74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97f49022e4e1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21BA47-B6ED-4277-BF25-26341493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Repo lab 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4ADC3-E070-4602-BCB3-F7DE5866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0C87C5-B39A-4730-B5A4-B16C632A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031759-DD14-4EF3-9BB8-205C22B3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F4FA05-29C9-4377-AF71-46E6BC51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553C83-1360-4325-89B0-EDDA410A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FA4F07-C8B5-429E-B10A-3E9D5981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C466C-12DE-41DB-9F8A-4143CAA0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python scripts/check_release_ready.py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E323DC-72EB-4986-A547-EBC911CF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CC0891-745D-47C5-8FC6-8595C60E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python scripts/make_lecture_bundle.py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013694-F766-4187-9162-CEA2689B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A75818-8DDE-4861-9282-0E18ECEF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python scripts/audit_notebook_outputs.py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867CF1-6248-4954-AD1B-8D91A03C9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484B91-0502-45D0-8A18-41C85766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C6CC23-238C-4FAB-9161-0E060E74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1B25E4-E20E-4CBB-8FCE-132B2BB4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B62F21-CE21-4EBE-BBB9-314A6461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</p:spTree>
    <p:extLst>
      <p:ext uri="{BB962C8B-B14F-4D97-AF65-F5344CB8AC3E}">
        <p14:creationId xmlns:p14="http://schemas.microsoft.com/office/powerpoint/2010/main" val="121257884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5E58F9-0CA5-44AF-B49D-6A236EFF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37D15F-B6ED-4387-806D-24F3B569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1de3ef39f34d1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A9A849-1525-452B-9FDB-DC7036CE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Cached, tiny, and research modes serve different audiences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F7214-F46C-4BE6-8CF7-9039B8B3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2A4CE-24F3-48D9-8470-365BDA76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1FE05-ACC7-4CE0-93BC-15E2CE39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7BC43C-C8EB-43DE-AF09-BDCE92CF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7CF451-145F-47A2-A586-D413AB07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CF7C3B-6962-42EA-8D9E-F748A95BF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0448D2-F6DA-45CC-BA15-7A223D35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9C5A77-014B-401E-8EB6-4E40EB2E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cached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E9461B-94A4-48DD-AB42-D8E78982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student reliability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EC224F-BC1C-4ADF-A8DC-A2D3574A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27B080-EBA4-4745-850E-ECBE11B8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7305C-2FA5-42C6-871E-061DB0D6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tiny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0610F3-C716-4148-ABD8-A2595CD4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instructor live demo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5D9250-7B84-4118-BC97-67D9E80F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158048-8048-46E6-9638-CCEB6B26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939A74-4C04-4FFD-836D-81208158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8405DE-BBA8-406F-9E1E-A4D5091C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real-code replacement after timing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C26084-8A25-40B8-AC72-47ED3385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4EE1CB-2871-4E80-A2C2-5E61BE14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80E0AC-8281-4259-9C79-E9728921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73CA30-FF84-450B-A9FE-51343E34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9504F4-89E8-4F51-98B6-FD3946FE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</p:spTree>
    <p:extLst>
      <p:ext uri="{BB962C8B-B14F-4D97-AF65-F5344CB8AC3E}">
        <p14:creationId xmlns:p14="http://schemas.microsoft.com/office/powerpoint/2010/main" val="30970701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34AEDB-0EC3-4876-89C8-5FB9752A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C6A7A1-B79C-47E1-9A45-D6080AB5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7fa2a300f1464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D925EA-4E5E-49B2-83FA-5376C003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ReadTheDocs is the canonical guide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1F9ACD-81A1-48D1-990B-AA8BC8A54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25F94E-13A6-4171-9192-48214504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3377DC-607E-4B3A-A542-9C36FD14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128D5-F3D8-47FB-8411-F5933377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B0D094-C8C6-46F1-85B7-182062E4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91452E-5FC3-42CB-9070-77BB54FF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5C223A-89B1-496B-B983-63EE3C1F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6C6C77-A5F4-459E-AE39-953C9932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Docs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7B8AAC-B726-406C-BD2C-603C2EFB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https://sos2026-rjorge-stellarator-optimization.readthedocs.io/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CD0EF8-CF86-4327-A23D-021D2963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FF32E8-BCC4-4A1E-BDA9-7E9FB2BA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39C45B-69B1-4C10-BF66-F5889FE03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Repo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95C127-B1AB-4EA7-BA4F-CFDBA7E8A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github.com/rogeriojorge/sos2026-rjorge-stellarator-optimization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BC4161-5392-45DB-A646-5D8C63B9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17345D-BBD9-4AAF-B250-F511E1F7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BC339A-948C-403E-9108-ED73F6C4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Use the live demo matrix during class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CDFCD3-477C-4E04-A86C-313BEE58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BE36A5-9BBF-405A-AA4D-E18A04DB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786595-4018-4C5B-94A1-CF99914D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426FEE-91E6-4F14-BCB8-95FEF41E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E9381D-8037-4498-BDD7-6BDEEB51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C57B76-1EB4-4AF4-AA0B-17C0591E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</p:spTree>
    <p:extLst>
      <p:ext uri="{BB962C8B-B14F-4D97-AF65-F5344CB8AC3E}">
        <p14:creationId xmlns:p14="http://schemas.microsoft.com/office/powerpoint/2010/main" val="38049551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1678D0-97E3-4566-9C3C-F2A78B5C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73B4E4-1FCE-4CEE-B350-C9602E67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1ca85865d4489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5FDC4-C1BB-49BC-8018-AC25A452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Repo lab: full cached 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BD4493-3B88-4963-9045-D0B232C2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EF0286-ED4E-4739-BE93-3030CCDD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BDDFBC-6533-4EB7-BD08-404B5750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ECED2F-3B9F-40A5-9FF3-4E6BD944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51F570-EA4C-4242-967C-BCE3DFDA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C287C9-C7E9-4018-A782-396E435B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52ADD9-C869-428B-897A-C9D5BC42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acceptance checks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90968F-51D6-42D6-95C7-254911D5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B22EC6-F169-4FCB-B19C-17D4EAFA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Review STATUS.md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9E7C2-4382-41A4-9C86-266D7FE0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7D13F6-7757-4A81-BABE-39DCAF52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 rendered docs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cadfba65a144df"/>
          <a:stretch xmlns:a="http://schemas.openxmlformats.org/drawingml/2006/main"/>
        </p:blipFill>
        <p:spPr>
          <a:xfrm xmlns:a="http://schemas.openxmlformats.org/drawingml/2006/main">
            <a:off x="5782573" y="1657350"/>
            <a:ext cx="5008355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23C822-CD4E-4AA4-9E9A-EF79A798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3510DD-F420-49B0-9014-8CCCB507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C922DE-88AE-4591-8060-34BA7D36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CE8E36-E13A-4926-86B2-BEDEB6C6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E8977B-596E-4833-AA03-13517048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C5EFA1-3852-4F47-9343-141C470C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7441AE-214C-4034-B150-29A9738C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</p:spTree>
    <p:extLst>
      <p:ext uri="{BB962C8B-B14F-4D97-AF65-F5344CB8AC3E}">
        <p14:creationId xmlns:p14="http://schemas.microsoft.com/office/powerpoint/2010/main" val="198039754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67FA5E-A579-4304-A339-80B27375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17E8A9-7EEA-4564-9877-358C014A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2277aa4379430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39EC1D-49F8-40FB-B454-40DBC286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Coil robustness returns in the final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A1B253-643B-48CF-801B-55C516D4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EA8B2B-B6CC-4C4C-9D40-36450211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5C32D5-37FC-44D3-BB64-2CF620DD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2E3AD-5E6C-4174-A525-B0D9C73E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6314E2-EDDB-469E-85F5-1B23E2BD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C7CDDE-7576-4291-87CD-58772C97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D6B173-19F8-475E-9FD7-D50BC546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683123-B505-4A07-8478-6E842883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Manufacturing tolerance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D253EF-2E14-4BAB-B0E6-2F556B3E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the design survive perturbations?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16FBFF-3340-4077-9583-360D379A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85461D-90EB-44A3-A16C-3D413302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E02546-6C05-4C27-B956-E0724252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Current errors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68437E-4C9F-42AE-8386-2371D0DC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operations maintain the target field?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1C3C32-7763-4842-820B-76A18497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556BB6-2952-4135-A263-81E0EADB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0134E9-72BD-45E1-AB8C-C849FC04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Thermal and mechanical deformation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4E7A85-BC7A-48CF-85FB-8F1069D5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the coil story remain true?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40D745-738C-4D24-8FBC-DB3F9D93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BECCCA-67E7-48D1-9489-A5FBB5B1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52E7B0-CE15-4948-87DA-E57CD6AC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1FCD17-BAD6-410B-85CF-E94BB576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B4517B-BB9E-48EF-A619-D055C6BE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</p:spTree>
    <p:extLst>
      <p:ext uri="{BB962C8B-B14F-4D97-AF65-F5344CB8AC3E}">
        <p14:creationId xmlns:p14="http://schemas.microsoft.com/office/powerpoint/2010/main" val="40527665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C75F5A-FFA5-4EF8-A7DF-62DBEFF8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A9A418-38A5-4514-B1D3-FBD881C1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e762a9bcd6496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DEA6E0-CD58-491A-9BF1-B1A4E0FF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There is no single best stellarator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C8009-A7F4-42EE-9216-999B07F0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61F23F-3ADC-43F6-8839-679B51DD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D6F4FA-FD7B-43B7-9FF8-DA76A6A5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There are only defensible choices with stated priorities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0DD5CB-A5F7-4E05-A953-78C6673D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51465B-1F62-4DF1-835B-64D21EEA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56432F-C0AE-4CD8-83E0-472BC0A0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2BD189-1C83-46EA-9A6E-0A030D01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E34292-9386-4A49-BDF5-08326802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</p:spTree>
    <p:extLst>
      <p:ext uri="{BB962C8B-B14F-4D97-AF65-F5344CB8AC3E}">
        <p14:creationId xmlns:p14="http://schemas.microsoft.com/office/powerpoint/2010/main" val="20245395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23CBDD-F238-4BCA-810B-F0EA1A85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B62FF2-0207-464E-B66F-4271D922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d0cd22e12e432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895519-0C83-4CF0-8C74-310503EB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Exercise: change the weights and defend a design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4CEA65-34A7-4168-B7D1-D2C399F6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83E49B-EFE8-4957-AF4A-7B2199508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6A75C7-8125-4721-BAAE-F4FBC395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C50D4A-A1AF-4BAC-B005-A68944E68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5A951C-5FB6-44F5-95F0-8B19357C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notebooks/11_pareto_design_dashboard.ipynb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2331D2-2982-487F-86AB-BCDB5FCA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4832F8-0374-43B8-8CEC-34E8E8A08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Move one weight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99F28F-EC07-4730-8ED3-1A7A436F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44DCF0-8E60-4352-8C4C-80CF1C90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Identify the new winner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CF5BCA-4FE0-4317-92E0-F7D99F49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72ADD5-1257-4FCB-A14E-CC34D0D2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Say which validation gate you now trust less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9901a3379a4421"/>
          <a:stretch xmlns:a="http://schemas.openxmlformats.org/drawingml/2006/main"/>
        </p:blipFill>
        <p:spPr>
          <a:xfrm xmlns:a="http://schemas.openxmlformats.org/drawingml/2006/main">
            <a:off x="5732542" y="1657350"/>
            <a:ext cx="5108416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6E86B4-1422-4378-96C4-82633005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3D6FC8-71CF-441E-B6C4-4BB15A81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dashboard first.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0CB957-28E6-4682-95AF-6FFCE770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02D65A-5174-4121-85DC-5007B064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86576C-C705-45B4-B772-01276796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0D204A-F163-443C-8B15-6DEC97A7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FE4BBA-9265-4970-A926-F1FB3B6D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166522084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F05F74-A46A-43D3-A92F-2268BEA2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69ECA9-01F2-4E45-8D6A-E4094772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fa4bd74bcd48e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81F256-5251-494B-B588-11193F9E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Documentation is part of reproducibility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C8653-A08F-4C1D-97C8-C5436C20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4A1CB6-D27A-4DA6-862A-08303CA0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60368B-E95D-41C1-AB47-326CD837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DA14CC-ABD9-43AE-8161-B646459C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18D919-E910-4DE1-BDFF-DE9E9532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0DCB88-725B-478C-BC6D-9E65F45A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3BED33-0243-4D13-9AAF-86CB38D3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B66CF0-0142-4BF6-89E9-A01212DF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README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5B296C-F09E-400F-941A-2CE6C604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how a student starts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9E1B0B-A20A-4DA9-B6DF-F235EFDE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0019B3-ED13-49AB-A885-E4C37C90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DA60EB-8EEB-406E-982B-AE9AC0F35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ReadTheDocs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690706-841D-4097-921A-7E35883C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rendered guide during class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04FCB2-8085-4A9E-B234-82773AE9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2245C1-5EAD-4D7C-B6BA-9A92049D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AB0F8D-FCE5-4CF8-A7B8-A41A1FA1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STATUS.md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A1EC11-CC77-47D2-B7FE-4A4F2622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was real, cached, or synthetic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BBD03F-0B5A-45DA-951D-D74F8E98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785310-3B09-4529-93B5-8A5E06E2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454085-936B-468E-B66D-15F9D68F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8D3804-54FC-4ADB-A845-F41A3DFE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EF2DE9-B3CD-49CD-AD2F-C3159276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1644109852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6113C2-868B-4AD1-8FE0-A3DCE380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111091-A165-4AA8-93C5-DF95FDB6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317cd92c844b4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262608-B979-472D-B1E8-DF192ABA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99D557-45E7-475D-8305-BE429272B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62EC61-93FC-4A24-9CFE-F0858544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APPENDIX. Lecture 4 checks and replacements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902877-1CAF-456E-A25E-EE1C38D8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96E937-BD67-418A-8149-F35B4489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CED8C1-FE09-4C72-A009-0CB07CBE3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this section before distributing the school bundle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ED7B4F-BB25-4934-B2A2-DC79C7BCA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49E39C-A9A5-43E0-87C5-3A7953CC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cached mode honest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DE3AC5-0D62-498D-8729-48D9C239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3D45E0-A355-459E-8BBD-789F2C90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58C604-91EF-458B-8561-7D4DF73A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0C4645-936A-4DD0-8E87-C9267C3B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196514-C299-4F5C-8A24-EDEA75C6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168897402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FD96DA-00E3-4464-83EA-AA4E3415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5B3403-B319-42DB-958A-76D2227E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db3a6051d94e3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C88C28-2758-4036-BF3E-17C5C8DD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belongs in git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C850C-B7E5-4A5F-B307-45D3D24C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ACF72-2C21-475A-BD93-1BAFD5B6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AA5FC5-B804-4232-A5D4-C4C14E8BD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EC6901-C00B-480D-827E-5F077D7A0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6C22DE-039C-4145-A676-1B93894C9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08B524-2762-4A59-A942-A1E2F9388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C8EEE-FF8C-455A-BB2C-C61A27A5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E1230D-3C2A-43D3-B49A-53D784DB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Small inputs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136F20-835C-473B-8BEB-FB31CB8D5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versioned and documented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D3C2E4-D4DB-4AD3-A6E1-DD580A78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3ED402-11BC-4516-83CB-55AC8ABF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5D3CF2-AF1D-4A94-AA42-768E7CF9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Cached 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FD9A72-E92F-42AA-B166-D02859A2D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labeled educational fallback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F294B7-37F6-4DC4-82D7-24537D3F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6EC890-B0E3-4D52-9E30-2ECBF613C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6C3AAF-2A2A-44DA-97EC-32B1F08F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Large outputs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20B2F0-3C8C-4DC5-A1B6-D34ED7DB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regenerated by scripts and ignored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6502DB-70A6-4B50-B5F5-F82516F6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767C05-AEC6-4E47-A8DA-9277C9DF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C745B4-394B-4EDE-B8D5-BD0B9AD2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038D41-2476-4507-93EB-A90A101B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A3D091-947C-4700-AD2F-D4B4723D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630425921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4FCC0F-1262-4412-A981-860044D8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CEB575-5476-490E-BA57-F411DDA2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9C269F-6396-4765-A010-AFA3B9FA3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3E4F58-3842-46DA-9718-1FDB1A27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080AB2-7FB8-47D0-AF3E-BB98F20E6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4BD89-708A-4145-831F-8AF5E1B8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Original package PDFs and PPTX files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B23A1A-328D-46D3-B02F-145F2714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53C370-A3BF-48DC-9F6F-896C1540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Private screenshots and huge generated media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D35867-FC5C-4920-9B5C-23132B34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15F6B3-D72F-40C3-96B4-C6CAF141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Local environments and secrets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064ABE-8B61-473B-A493-C5E89ED2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B86286-9E1D-4A6C-A82D-4A61315E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3A26AB-C2F0-4520-BB0F-ACA8D1E2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bb6910caf9434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AB0A85-0D7C-4C47-AA60-3E69A777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stays out of git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8BAEE5-2922-4C48-AFD6-571A1418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263B04-A534-403E-9049-3DFD7798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694AD9-D6C5-48ED-8E30-3BE80938B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26736F-9216-4E59-BC9F-607BFC9C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2E3EBB-1471-4479-8CE0-1555A996F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84C260-5FE1-49C1-A146-3058225E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183607458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212106-77CC-49EC-AC20-B2EA508AD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6AD607-587E-4272-9C05-66F0FFD0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8a680c364845c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7C5BBC-809F-41A4-ABD8-80852D05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STATUS.md anatomy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9D629A-74AD-4BD0-879D-1E8936C2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5FC2ED-3BD5-48DD-A6FB-71FEAEFFC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176104-7DB4-41C9-B936-17F3C20A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DC0EC5-50D3-4B5D-A6D3-84C093BE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0A1023-F6F1-45F3-BB64-A3761887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04D649-2108-4375-B06F-642F7E43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4C5B3A-0D15-4C8D-B3CC-509C0A87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3BEADE-97C8-4C41-BCFF-044C47E3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Package status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BBE245-4BFF-4C7A-901B-C3934513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imported and what was skipped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07644-42B2-478E-84B7-BB2BE2CA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E88BDF-1852-4E16-B53F-6F334F16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7FE783-598C-40C0-880E-F24AFBDB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Data status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8CB061-E6BD-4EEF-92F6-B4301FD6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was real and what was synthetic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2046E2-558E-4517-8851-A7F99C72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00C782-F0A6-4209-AA75-6061102D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1C4649-D29C-4AA1-B525-2ACF8253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status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216BD6-C905-44F1-9100-5A96A0F2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ran and saved outputs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FE3EC8-8148-4496-8A82-34D9751C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1D6350-8A24-4838-872A-3AA3EFF3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46C46A-0A63-4471-A3A7-56DD78A8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AB2418-1AC6-408F-8841-1AF573AF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68135B-4FD6-47B7-A510-AA6769DF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140454175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6798E8-F264-432A-9267-6B818A16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7EEAB9-FFB1-4A03-98C9-768F4D61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87019D-B6CB-4D6D-92BE-8F4AA5B17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DFE3D-3C6E-4DC9-B6E7-0597172E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797FE-F2F2-44C9-84D9-862BE1A4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F7FB1E-AB4F-4CFE-A92E-03FA34CF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package starts compiling during class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D18FE4-AF2F-452C-9D9F-4028446E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C260FF-7CE8-4DD0-B84D-4825231A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notebook loses its cached fallback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327C97-238E-46E7-B66A-441877B45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E08693-D1A1-4B63-AB6F-33E0E222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result is numerical but the validation path is missing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8E2FF6-CC82-4C82-A072-681FD92A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8549FB-7B77-47CD-BA3F-9C46029B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CDFB99-122E-41AB-AD6F-4860BF56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0496b40701442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766D2F-958A-4FEF-BA50-6D34081C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Live-demo abort criteria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6E372E-2FCE-4996-8707-FAE991D2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3893E9-0AA4-4C1F-B4A2-7E56976D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DCCD4F-638B-4E5C-8235-2CFDC4F3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6D70CD-89C3-475F-9ACA-F6AAC1A2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866EC4-BE8C-44C4-A205-8D36980CD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092486-96AC-4996-923D-FF895AA6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620812855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807B9C-DBB1-44ED-A8A3-C4C7338D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1FD28D-E578-47C1-9241-683E88E5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e15144a184434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768784-29C8-4F04-9B30-FF9828B7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Movie: toy optimization history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2D1ADE-839F-45E3-BA52-8FCC966A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c9b504209e49d6"/>
          <a:stretch xmlns:a="http://schemas.openxmlformats.org/drawingml/2006/main"/>
        </p:blipFill>
        <p:spPr>
          <a:xfrm xmlns:a="http://schemas.openxmlformats.org/drawingml/2006/main">
            <a:off x="1636295" y="1524000"/>
            <a:ext cx="5604711" cy="4095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6B12FA-9C09-4AD8-B3FE-323A1CF3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05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AFF172-338E-490F-9191-D8E2A979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002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Play optimization_history.gif for the loop intuition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26075B-B8ED-403F-ABDE-ADFA6C67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FD5222-4995-498C-8903-DE471E81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051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first frame for PDF/static review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AC2FAA-4355-41FB-9DCF-150BCDDC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686300"/>
            <a:ext cx="2762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3D4982-B2D0-475C-AAFC-C3207E5AC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19650"/>
            <a:ext cx="2457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Use the GIF live; use this first-frame PNG when PowerPoint is static.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DD4335-5B66-468A-9DF2-DFCDF64F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4135CD-7CCB-43B2-AA90-BC58E0AA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CCEA20-5D64-4305-A9EA-068F2588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72A030-3730-4EDA-AD2D-2D1B3AAB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8573F3-E35F-45A2-BBE6-14C07286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847854984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77A5B0-8C67-4911-BBBC-CC3776017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66727A-572A-420B-9102-6AD0270D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dc425490f3461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6F2AB8-03A2-47E6-9151-178830CE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Manual steps before the school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399BE5-BE1D-44D1-8F7F-D6B1A240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0C332C-A9DE-427F-85A0-8F63A3C0F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333F73-6827-4F35-9BB3-C2DCD9AA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CEC77-1A9D-4B2C-97F4-AF8810E33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17D354-CB22-4772-9385-3370F17D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576FCD-417D-4558-8461-FE66FCF6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6DE113-DEB9-40EC-AAFD-858AE8B2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F41AC2-C38E-49FF-84EE-0987A02B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Choose the lecture machine and environment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7FA5C5-6287-46F6-8021-53D8B12F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13511A-F756-4F05-A7AC-76D6BC33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BE4D56-DB6F-43ED-B6CA-0B673E82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A8277E-AD60-4E7E-9A10-CC322262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Pre-fetch equilibria and verify notebooks render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3C208C-9B37-4A8A-901A-D84F4E38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6BDBAF-C131-4E53-A101-7E96114D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F8E0C9-5390-433C-B03A-13E7D4D6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4066E-E652-4F5C-86BC-0FFCB4B06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Freeze the branch or tag used for the school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49E3A5-86CA-45DC-A03E-6CFE71711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D5EB92-39E6-4E8A-B811-0605EF24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EE562B-5D58-4C9E-A575-DE5D9284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EB9900-F147-427E-8B9C-BDD9B1CA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2F47AE-5902-4F2D-B7D2-BFE126A1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598CAB-1021-4192-B14F-06A82706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205591599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2F22B6-3D8B-4394-9E1A-22E5C593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A362BA-2955-454A-8106-61CE8D848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e5d6c0d407480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B67D15-18B4-49B6-B036-11F5F127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How students should use the repo after school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CA3A3F-55E7-46B0-9C82-77D118E0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67D4D8-7DF8-41F9-8825-48B0C200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B07426-4D1B-4A53-9B24-56A5A7C3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94FBB7-4F48-4075-A04D-B63332DF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4C216C-0103-472F-96F9-4DC824A6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9FEC4E-25BD-4559-82A9-F846981E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F75F9-C8D3-4AFA-AC07-07070D06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58EFF4-43A6-49D1-B6CD-70C4F961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Start cached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1B6C06-3713-46D4-9B23-13C9F64DF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reproduce every figure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24AB9C-230D-4D09-8A07-FA75A6A5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5BBC5D-6494-4B5F-8C3E-38FE6A53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DFD3A3-7DE9-4D9F-916A-01293957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Change one notebook at a time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2B2151-5D68-47A5-A3FC-73AABED2A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9CCC88-68E6-4456-8989-77BA3877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970A00-779E-4854-924A-9155E467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5ECE0C-E0E5-4382-98A4-819A4EB8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Keep generated outputs small and documented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95153B-4C5B-4F52-A89C-E8065F2B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2D0089-7192-4623-95C7-FD0ABA3C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3BD6B9-D253-4133-925B-9BAC633B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94810E-219B-4CBF-BD25-93B6875B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ED8822-B392-4FF9-858E-1EB043C5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B8089E-5BCC-4819-8B2C-C47BAD95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1848801355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A4EAF4-F310-44C5-98F1-E6CED08B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8EF90-D256-4B11-AA7E-20E7AE9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0507b8a0a4950"/>
          <a:stretch xmlns:a="http://schemas.openxmlformats.org/drawingml/2006/main"/>
        </p:blipFill>
        <p:spPr>
          <a:xfrm xmlns:a="http://schemas.openxmlformats.org/drawingml/2006/main">
            <a:off x="1102427" y="1695450"/>
            <a:ext cx="6177146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02CF8A-B731-4CB6-AE46-B21C60FEF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2F0680-38FF-435A-B888-D5C4805F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E4EC2C-A6C4-4CEE-84F9-6DDAB55F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if live profile closure fails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80AD1B-CB2B-4BC3-82C0-FB8EDA097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4C4713-36F0-4946-B3E6-B3A926635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cached limitation explicit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800816-4621-408C-B858-0E02F2F34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E9F2EE-E11F-4EF9-A5BD-C887BFFE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Fallback plot for profile closure discussion.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8FC1C2-AD50-44E1-A92C-CB5514BE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8bb11983ed4a3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C143DC-AFFF-4317-BEA9-5E0648F6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profile closure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04A205-80AD-4A5C-88AB-56B48C46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C007E4-4964-4BA0-BBF3-92FFA252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4FC319-E8EF-47A4-A854-4902AD06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A66B3A-9F08-4620-9CB0-D772EACC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BC41A9-01B7-4A14-BD6D-CCE5413F4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F49D05-4BF1-4254-BDB7-84DA5A38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407948569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696053-6D1D-4F8B-813E-A9C03B39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D3B64-8D1C-494A-8F16-9EE805D9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3fffb996e14329"/>
          <a:stretch xmlns:a="http://schemas.openxmlformats.org/drawingml/2006/main"/>
        </p:blipFill>
        <p:spPr>
          <a:xfrm xmlns:a="http://schemas.openxmlformats.org/drawingml/2006/main">
            <a:off x="1156911" y="1695450"/>
            <a:ext cx="6068179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2D3296-596F-4C60-A2BA-FCE9FC7F1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CF775F-6266-4338-8943-2FC36FF2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147699-ADE4-4D91-8D30-B8AB1F3E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if dashboard edits run long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55BA4F-A291-4046-9E91-964E7AB7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41CC73-1FA3-4EF6-B199-34EC76A5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Ask which design the room would defend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65AFEE-8892-4F7F-AAFB-2F621D792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AD5949-1566-4BBC-A28D-5992B2A3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Fallback plot for design-decision discussion.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C7066C-0219-4F58-8A20-5B63E0594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9291a7f337483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574678-A706-4ACE-AEB5-929E9E16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Pareto front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AC175E-81E5-4438-BC5A-C23B1C52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3E3436-C2E8-4784-9A04-3F932E32B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1C8699-9547-457B-90AA-42EC864C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0A6A0D-8BED-4CA2-9ACD-70647A89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249B8C-CD66-40D8-94D3-78CFCCC3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67F4C2-DC11-431E-AE04-BE5D7B40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772010416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B7C589-46B5-4FDE-AD41-AF67B7F8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BEC9A7-F653-4196-96F5-738B383D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7a005f741544f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E2003D-4638-439F-80F0-C70AEDAA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Final design commandments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5F951-BC61-4FE5-967E-32E93EB3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A20646-6BB3-49C0-91A2-5746E930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CD486A-B102-4BA6-A349-BCA72E0B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Show every boundary with its coil story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3A6CAD-29B7-461A-A9F2-9F30FB0C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86A975-FAEE-46DB-8856-C1DB677B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State the validation domain for every metric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ED38A9-9786-4660-8392-77D7C682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EE8465-06F7-479F-8611-70A5CB2E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Pair each proxy with its failure mode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8EBCD0-9589-4B47-B8ED-133486DF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BD3E2D-CDA1-42B3-818D-5E2D11BA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Show the weights behind each Pareto choice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2189F7-B775-4B8A-8EAC-F0C2305B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5E283B-3603-47B9-B9FB-24AD7234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065459-FB63-4D77-A8A0-4B30E6AE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A86CF3-D724-47A8-B962-A0CB0F60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046111-F093-4E2D-AE7A-12590029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A8C117-8471-431C-B78A-4584C723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61D997-EB6D-4EA3-9322-22F164E5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34</a:t>
            </a:r>
          </a:p>
        </p:txBody>
      </p:sp>
    </p:spTree>
    <p:extLst>
      <p:ext uri="{BB962C8B-B14F-4D97-AF65-F5344CB8AC3E}">
        <p14:creationId xmlns:p14="http://schemas.microsoft.com/office/powerpoint/2010/main" val="98144871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41DE5B-7CD1-4122-86C3-20F1EA1CD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BFA146-A17E-4189-B885-36D8CE02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db81308c544c7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8B8F1-DD67-418C-85DD-2AEC7F50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Coupled, differentiable, reproducible stellarator design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AFAB4B-CBA0-4338-A5DC-EC131339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E74521-E4E9-45BF-8C34-41BF7F7C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983784-B32E-4AA5-9A1C-9DDD1CEA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Field, coils, transport, profiles, and decisions in one auditable loop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4C1D3F-5D06-4882-BC1C-66FB9D69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E5C6DA-06F4-4B59-A26A-4700F5A0D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43CACD-C810-430A-91A7-FC03F76D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30D920-B01F-4A01-99BF-AB0FACB1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5682CB-DB64-47FC-B35B-22301A89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35</a:t>
            </a:r>
          </a:p>
        </p:txBody>
      </p:sp>
    </p:spTree>
    <p:extLst>
      <p:ext uri="{BB962C8B-B14F-4D97-AF65-F5344CB8AC3E}">
        <p14:creationId xmlns:p14="http://schemas.microsoft.com/office/powerpoint/2010/main" val="2082529454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E7C66F-768B-46BF-9610-DB9EC34E1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6F9F4D-F01B-45AB-AD99-18746C5E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9E0536-4A56-4B8F-BB8B-CE857A10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230bf4b5bc46f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8E4F7C-E1DE-4A4B-8EEF-E7924BA2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FB01D2-2DDE-42D3-ACD9-F0E1491F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to remember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750820-D273-49A9-B94A-9F189199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62F9FE-77FE-48C8-AD94-E1EA56C8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E946CF-836B-4EE4-A5BE-EE7207A8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EF6508-A561-4321-94FC-7FCF9DCE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52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5BBC5D-E79D-44CB-9F91-FD471C047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Rerun, perturb, compare, and explain before trusting the optimum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1D1221-9EE6-498D-BE43-EFEE514E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EE9B6E-BD79-48FC-8015-928522C2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05B0C2-E6B2-412F-BC05-B232E4FF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D7418A-6173-4257-991F-70C74520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6597D0-B388-40A1-B0F2-9C559EF9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81025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github.com/rogeriojorge/sos2026-rjorge-stellarator-optimization</a:t>
            </a:r>
          </a:p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B9F916-7E8A-4237-B74B-DBC4B350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36</a:t>
            </a:r>
          </a:p>
        </p:txBody>
      </p:sp>
    </p:spTree>
    <p:extLst>
      <p:ext uri="{BB962C8B-B14F-4D97-AF65-F5344CB8AC3E}">
        <p14:creationId xmlns:p14="http://schemas.microsoft.com/office/powerpoint/2010/main" val="8630506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2026-05-23T18:32:13.7200000Z</dcterms:created>
  <dcterms:modified xsi:type="dcterms:W3CDTF">2026-05-23T18:32:13.7200000Z</dcterms:modified>
</coreProperties>
</file>