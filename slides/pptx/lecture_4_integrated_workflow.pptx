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7f8b579070416e" /><Relationship Type="http://schemas.openxmlformats.org/officeDocument/2006/relationships/extended-properties" Target="/docProps/app.xml" Id="Rd141bdcab04d4044" /><Relationship Type="http://schemas.openxmlformats.org/officeDocument/2006/relationships/officeDocument" Target="/ppt/presentation.xml" Id="R93a077cc0aac41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b2973c65944080"/>
  </p:sldMasterIdLst>
  <p:notesMasterIdLst>
    <p:notesMasterId xmlns:r="http://schemas.openxmlformats.org/officeDocument/2006/relationships" r:id="R5296607501194a13"/>
  </p:notesMasterIdLst>
  <p:sldIdLst>
    <p:sldId xmlns:r="http://schemas.openxmlformats.org/officeDocument/2006/relationships" id="256" r:id="Rea27196411964157"/>
    <p:sldId xmlns:r="http://schemas.openxmlformats.org/officeDocument/2006/relationships" id="257" r:id="R27b437e92b5047ef"/>
    <p:sldId xmlns:r="http://schemas.openxmlformats.org/officeDocument/2006/relationships" id="258" r:id="R69b43b5d85394730"/>
    <p:sldId xmlns:r="http://schemas.openxmlformats.org/officeDocument/2006/relationships" id="259" r:id="Rffe6220cc8c74a43"/>
    <p:sldId xmlns:r="http://schemas.openxmlformats.org/officeDocument/2006/relationships" id="260" r:id="R8cf9414896184a3e"/>
    <p:sldId xmlns:r="http://schemas.openxmlformats.org/officeDocument/2006/relationships" id="261" r:id="Rceeff3fc73dc4ec3"/>
    <p:sldId xmlns:r="http://schemas.openxmlformats.org/officeDocument/2006/relationships" id="262" r:id="R7f2ed9a76b3a4e21"/>
    <p:sldId xmlns:r="http://schemas.openxmlformats.org/officeDocument/2006/relationships" id="263" r:id="R2793542f16ee4838"/>
    <p:sldId xmlns:r="http://schemas.openxmlformats.org/officeDocument/2006/relationships" id="264" r:id="Rca0ff0fe6823464e"/>
    <p:sldId xmlns:r="http://schemas.openxmlformats.org/officeDocument/2006/relationships" id="265" r:id="R2e9094750ff84c18"/>
    <p:sldId xmlns:r="http://schemas.openxmlformats.org/officeDocument/2006/relationships" id="266" r:id="Rcdd48e0850d54877"/>
    <p:sldId xmlns:r="http://schemas.openxmlformats.org/officeDocument/2006/relationships" id="267" r:id="Rd53906094fb14e69"/>
    <p:sldId xmlns:r="http://schemas.openxmlformats.org/officeDocument/2006/relationships" id="268" r:id="Rda76d19dfd8f4efb"/>
    <p:sldId xmlns:r="http://schemas.openxmlformats.org/officeDocument/2006/relationships" id="269" r:id="R9db01896b3524cbf"/>
    <p:sldId xmlns:r="http://schemas.openxmlformats.org/officeDocument/2006/relationships" id="270" r:id="R025c8f52efde4de2"/>
    <p:sldId xmlns:r="http://schemas.openxmlformats.org/officeDocument/2006/relationships" id="271" r:id="Redabc352648f43d2"/>
    <p:sldId xmlns:r="http://schemas.openxmlformats.org/officeDocument/2006/relationships" id="272" r:id="Rd943ab2efffa4c58"/>
    <p:sldId xmlns:r="http://schemas.openxmlformats.org/officeDocument/2006/relationships" id="273" r:id="Re99105eec8e14d3d"/>
    <p:sldId xmlns:r="http://schemas.openxmlformats.org/officeDocument/2006/relationships" id="274" r:id="R35049a0525c9436b"/>
    <p:sldId xmlns:r="http://schemas.openxmlformats.org/officeDocument/2006/relationships" id="275" r:id="Rdb9e10975c6a40ea"/>
    <p:sldId xmlns:r="http://schemas.openxmlformats.org/officeDocument/2006/relationships" id="276" r:id="Reed2a070339c4136"/>
    <p:sldId xmlns:r="http://schemas.openxmlformats.org/officeDocument/2006/relationships" id="277" r:id="R55b33414634f4e72"/>
    <p:sldId xmlns:r="http://schemas.openxmlformats.org/officeDocument/2006/relationships" id="278" r:id="R193baea136b94d9c"/>
    <p:sldId xmlns:r="http://schemas.openxmlformats.org/officeDocument/2006/relationships" id="279" r:id="R08bb63cc69d947a8"/>
    <p:sldId xmlns:r="http://schemas.openxmlformats.org/officeDocument/2006/relationships" id="280" r:id="R7156af656788473b"/>
    <p:sldId xmlns:r="http://schemas.openxmlformats.org/officeDocument/2006/relationships" id="281" r:id="Rbc0edeec9b334092"/>
    <p:sldId xmlns:r="http://schemas.openxmlformats.org/officeDocument/2006/relationships" id="282" r:id="Rad12f05311c0466b"/>
    <p:sldId xmlns:r="http://schemas.openxmlformats.org/officeDocument/2006/relationships" id="283" r:id="Re751322073bf4d45"/>
    <p:sldId xmlns:r="http://schemas.openxmlformats.org/officeDocument/2006/relationships" id="284" r:id="R7f2005a65fe6449e"/>
    <p:sldId xmlns:r="http://schemas.openxmlformats.org/officeDocument/2006/relationships" id="285" r:id="R700371c641c04906"/>
    <p:sldId xmlns:r="http://schemas.openxmlformats.org/officeDocument/2006/relationships" id="286" r:id="R0a0cfdd9eedf4a9e"/>
    <p:sldId xmlns:r="http://schemas.openxmlformats.org/officeDocument/2006/relationships" id="287" r:id="R1fc7f053547d4f92"/>
    <p:sldId xmlns:r="http://schemas.openxmlformats.org/officeDocument/2006/relationships" id="288" r:id="Ra0655d2263c84a7f"/>
    <p:sldId xmlns:r="http://schemas.openxmlformats.org/officeDocument/2006/relationships" id="289" r:id="R2a52b8922bd54904"/>
    <p:sldId xmlns:r="http://schemas.openxmlformats.org/officeDocument/2006/relationships" id="290" r:id="R8cccf87403884bb8"/>
    <p:sldId xmlns:r="http://schemas.openxmlformats.org/officeDocument/2006/relationships" id="291" r:id="R3e7e228345394183"/>
    <p:sldId xmlns:r="http://schemas.openxmlformats.org/officeDocument/2006/relationships" id="292" r:id="Rd7a04b342399403f"/>
    <p:sldId xmlns:r="http://schemas.openxmlformats.org/officeDocument/2006/relationships" id="293" r:id="R5d5a5b62771a44ea"/>
    <p:sldId xmlns:r="http://schemas.openxmlformats.org/officeDocument/2006/relationships" id="294" r:id="R2bde92fb61d246c0"/>
    <p:sldId xmlns:r="http://schemas.openxmlformats.org/officeDocument/2006/relationships" id="295" r:id="Ree30fb0ce34f4f54"/>
    <p:sldId xmlns:r="http://schemas.openxmlformats.org/officeDocument/2006/relationships" id="296" r:id="Raf5b63a92f1240f3"/>
    <p:sldId xmlns:r="http://schemas.openxmlformats.org/officeDocument/2006/relationships" id="297" r:id="Rb0dd271fe4b24708"/>
    <p:sldId xmlns:r="http://schemas.openxmlformats.org/officeDocument/2006/relationships" id="298" r:id="R94b3bbc80a784f70"/>
    <p:sldId xmlns:r="http://schemas.openxmlformats.org/officeDocument/2006/relationships" id="299" r:id="Rfe7fac41771548c8"/>
    <p:sldId xmlns:r="http://schemas.openxmlformats.org/officeDocument/2006/relationships" id="300" r:id="R033ad46e3e8e4b1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b2973c65944080" /><Relationship Type="http://schemas.openxmlformats.org/officeDocument/2006/relationships/theme" Target="/ppt/theme/theme1.xml" Id="Rafdca389e3a848b2" /><Relationship Type="http://schemas.openxmlformats.org/officeDocument/2006/relationships/notesMaster" Target="/ppt/notesMasters/notesMaster1.xml" Id="R5296607501194a13" /><Relationship Type="http://schemas.openxmlformats.org/officeDocument/2006/relationships/presProps" Target="/ppt/presProps.xml" Id="R1929be5a156042f9" /><Relationship Type="http://schemas.openxmlformats.org/officeDocument/2006/relationships/viewProps" Target="/ppt/viewProps.xml" Id="R6d5170224780456b" /><Relationship Type="http://schemas.openxmlformats.org/officeDocument/2006/relationships/tableStyles" Target="/ppt/tableStyles.xml" Id="R52179bdbc39b4026" /><Relationship Type="http://schemas.openxmlformats.org/officeDocument/2006/relationships/slide" Target="/ppt/slides/slide1.xml" Id="Rea27196411964157" /><Relationship Type="http://schemas.openxmlformats.org/officeDocument/2006/relationships/slide" Target="/ppt/slides/slide2.xml" Id="R27b437e92b5047ef" /><Relationship Type="http://schemas.openxmlformats.org/officeDocument/2006/relationships/slide" Target="/ppt/slides/slide3.xml" Id="R69b43b5d85394730" /><Relationship Type="http://schemas.openxmlformats.org/officeDocument/2006/relationships/slide" Target="/ppt/slides/slide4.xml" Id="Rffe6220cc8c74a43" /><Relationship Type="http://schemas.openxmlformats.org/officeDocument/2006/relationships/slide" Target="/ppt/slides/slide5.xml" Id="R8cf9414896184a3e" /><Relationship Type="http://schemas.openxmlformats.org/officeDocument/2006/relationships/slide" Target="/ppt/slides/slide6.xml" Id="Rceeff3fc73dc4ec3" /><Relationship Type="http://schemas.openxmlformats.org/officeDocument/2006/relationships/slide" Target="/ppt/slides/slide7.xml" Id="R7f2ed9a76b3a4e21" /><Relationship Type="http://schemas.openxmlformats.org/officeDocument/2006/relationships/slide" Target="/ppt/slides/slide8.xml" Id="R2793542f16ee4838" /><Relationship Type="http://schemas.openxmlformats.org/officeDocument/2006/relationships/slide" Target="/ppt/slides/slide9.xml" Id="Rca0ff0fe6823464e" /><Relationship Type="http://schemas.openxmlformats.org/officeDocument/2006/relationships/slide" Target="/ppt/slides/slide10.xml" Id="R2e9094750ff84c18" /><Relationship Type="http://schemas.openxmlformats.org/officeDocument/2006/relationships/slide" Target="/ppt/slides/slide11.xml" Id="Rcdd48e0850d54877" /><Relationship Type="http://schemas.openxmlformats.org/officeDocument/2006/relationships/slide" Target="/ppt/slides/slide12.xml" Id="Rd53906094fb14e69" /><Relationship Type="http://schemas.openxmlformats.org/officeDocument/2006/relationships/slide" Target="/ppt/slides/slide13.xml" Id="Rda76d19dfd8f4efb" /><Relationship Type="http://schemas.openxmlformats.org/officeDocument/2006/relationships/slide" Target="/ppt/slides/slide14.xml" Id="R9db01896b3524cbf" /><Relationship Type="http://schemas.openxmlformats.org/officeDocument/2006/relationships/slide" Target="/ppt/slides/slide15.xml" Id="R025c8f52efde4de2" /><Relationship Type="http://schemas.openxmlformats.org/officeDocument/2006/relationships/slide" Target="/ppt/slides/slide16.xml" Id="Redabc352648f43d2" /><Relationship Type="http://schemas.openxmlformats.org/officeDocument/2006/relationships/slide" Target="/ppt/slides/slide17.xml" Id="Rd943ab2efffa4c58" /><Relationship Type="http://schemas.openxmlformats.org/officeDocument/2006/relationships/slide" Target="/ppt/slides/slide18.xml" Id="Re99105eec8e14d3d" /><Relationship Type="http://schemas.openxmlformats.org/officeDocument/2006/relationships/slide" Target="/ppt/slides/slide19.xml" Id="R35049a0525c9436b" /><Relationship Type="http://schemas.openxmlformats.org/officeDocument/2006/relationships/slide" Target="/ppt/slides/slide20.xml" Id="Rdb9e10975c6a40ea" /><Relationship Type="http://schemas.openxmlformats.org/officeDocument/2006/relationships/slide" Target="/ppt/slides/slide21.xml" Id="Reed2a070339c4136" /><Relationship Type="http://schemas.openxmlformats.org/officeDocument/2006/relationships/slide" Target="/ppt/slides/slide22.xml" Id="R55b33414634f4e72" /><Relationship Type="http://schemas.openxmlformats.org/officeDocument/2006/relationships/slide" Target="/ppt/slides/slide23.xml" Id="R193baea136b94d9c" /><Relationship Type="http://schemas.openxmlformats.org/officeDocument/2006/relationships/slide" Target="/ppt/slides/slide24.xml" Id="R08bb63cc69d947a8" /><Relationship Type="http://schemas.openxmlformats.org/officeDocument/2006/relationships/slide" Target="/ppt/slides/slide25.xml" Id="R7156af656788473b" /><Relationship Type="http://schemas.openxmlformats.org/officeDocument/2006/relationships/slide" Target="/ppt/slides/slide26.xml" Id="Rbc0edeec9b334092" /><Relationship Type="http://schemas.openxmlformats.org/officeDocument/2006/relationships/slide" Target="/ppt/slides/slide27.xml" Id="Rad12f05311c0466b" /><Relationship Type="http://schemas.openxmlformats.org/officeDocument/2006/relationships/slide" Target="/ppt/slides/slide28.xml" Id="Re751322073bf4d45" /><Relationship Type="http://schemas.openxmlformats.org/officeDocument/2006/relationships/slide" Target="/ppt/slides/slide29.xml" Id="R7f2005a65fe6449e" /><Relationship Type="http://schemas.openxmlformats.org/officeDocument/2006/relationships/slide" Target="/ppt/slides/slide30.xml" Id="R700371c641c04906" /><Relationship Type="http://schemas.openxmlformats.org/officeDocument/2006/relationships/slide" Target="/ppt/slides/slide31.xml" Id="R0a0cfdd9eedf4a9e" /><Relationship Type="http://schemas.openxmlformats.org/officeDocument/2006/relationships/slide" Target="/ppt/slides/slide32.xml" Id="R1fc7f053547d4f92" /><Relationship Type="http://schemas.openxmlformats.org/officeDocument/2006/relationships/slide" Target="/ppt/slides/slide33.xml" Id="Ra0655d2263c84a7f" /><Relationship Type="http://schemas.openxmlformats.org/officeDocument/2006/relationships/slide" Target="/ppt/slides/slide34.xml" Id="R2a52b8922bd54904" /><Relationship Type="http://schemas.openxmlformats.org/officeDocument/2006/relationships/slide" Target="/ppt/slides/slide35.xml" Id="R8cccf87403884bb8" /><Relationship Type="http://schemas.openxmlformats.org/officeDocument/2006/relationships/slide" Target="/ppt/slides/slide36.xml" Id="R3e7e228345394183" /><Relationship Type="http://schemas.openxmlformats.org/officeDocument/2006/relationships/slide" Target="/ppt/slides/slide37.xml" Id="Rd7a04b342399403f" /><Relationship Type="http://schemas.openxmlformats.org/officeDocument/2006/relationships/slide" Target="/ppt/slides/slide38.xml" Id="R5d5a5b62771a44ea" /><Relationship Type="http://schemas.openxmlformats.org/officeDocument/2006/relationships/slide" Target="/ppt/slides/slide39.xml" Id="R2bde92fb61d246c0" /><Relationship Type="http://schemas.openxmlformats.org/officeDocument/2006/relationships/slide" Target="/ppt/slides/slide40.xml" Id="Ree30fb0ce34f4f54" /><Relationship Type="http://schemas.openxmlformats.org/officeDocument/2006/relationships/slide" Target="/ppt/slides/slide41.xml" Id="Raf5b63a92f1240f3" /><Relationship Type="http://schemas.openxmlformats.org/officeDocument/2006/relationships/slide" Target="/ppt/slides/slide42.xml" Id="Rb0dd271fe4b24708" /><Relationship Type="http://schemas.openxmlformats.org/officeDocument/2006/relationships/slide" Target="/ppt/slides/slide43.xml" Id="R94b3bbc80a784f70" /><Relationship Type="http://schemas.openxmlformats.org/officeDocument/2006/relationships/slide" Target="/ppt/slides/slide44.xml" Id="Rfe7fac41771548c8" /><Relationship Type="http://schemas.openxmlformats.org/officeDocument/2006/relationships/slide" Target="/ppt/slides/slide45.xml" Id="R033ad46e3e8e4b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ed7491f0cb54e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9f9145790a4e10" /><Relationship Type="http://schemas.openxmlformats.org/officeDocument/2006/relationships/notesMaster" Target="/ppt/notesMasters/notesMaster1.xml" Id="R8ad499c703b94e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c2767257d94f52" /><Relationship Type="http://schemas.openxmlformats.org/officeDocument/2006/relationships/notesMaster" Target="/ppt/notesMasters/notesMaster1.xml" Id="R65f20a14e0bd43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7a9814b4c24610" /><Relationship Type="http://schemas.openxmlformats.org/officeDocument/2006/relationships/notesMaster" Target="/ppt/notesMasters/notesMaster1.xml" Id="R12a3999f35954f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5c898355a44f63" /><Relationship Type="http://schemas.openxmlformats.org/officeDocument/2006/relationships/notesMaster" Target="/ppt/notesMasters/notesMaster1.xml" Id="R61460ee3018343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17fbbd079d4309" /><Relationship Type="http://schemas.openxmlformats.org/officeDocument/2006/relationships/notesMaster" Target="/ppt/notesMasters/notesMaster1.xml" Id="R301e8785219f40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404f21a1cb4b14" /><Relationship Type="http://schemas.openxmlformats.org/officeDocument/2006/relationships/notesMaster" Target="/ppt/notesMasters/notesMaster1.xml" Id="R6df84fa60596467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d4cabf51f1489b" /><Relationship Type="http://schemas.openxmlformats.org/officeDocument/2006/relationships/notesMaster" Target="/ppt/notesMasters/notesMaster1.xml" Id="R1706cc64421d44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0d48d9d0814726" /><Relationship Type="http://schemas.openxmlformats.org/officeDocument/2006/relationships/notesMaster" Target="/ppt/notesMasters/notesMaster1.xml" Id="R7802c80737684a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6a9e8b638b4c5c" /><Relationship Type="http://schemas.openxmlformats.org/officeDocument/2006/relationships/notesMaster" Target="/ppt/notesMasters/notesMaster1.xml" Id="Ra4d169cf401442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2af709ccc042d0" /><Relationship Type="http://schemas.openxmlformats.org/officeDocument/2006/relationships/notesMaster" Target="/ppt/notesMasters/notesMaster1.xml" Id="Rf10e939cb3ba43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396eeadb9f4d02" /><Relationship Type="http://schemas.openxmlformats.org/officeDocument/2006/relationships/notesMaster" Target="/ppt/notesMasters/notesMaster1.xml" Id="R070e6cd331204e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4aecde1f0ea4381" /><Relationship Type="http://schemas.openxmlformats.org/officeDocument/2006/relationships/notesMaster" Target="/ppt/notesMasters/notesMaster1.xml" Id="R4198306b452d40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3bcad1a0ae4c41" /><Relationship Type="http://schemas.openxmlformats.org/officeDocument/2006/relationships/notesMaster" Target="/ppt/notesMasters/notesMaster1.xml" Id="R2d1b239b03b241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a672053cc14d85" /><Relationship Type="http://schemas.openxmlformats.org/officeDocument/2006/relationships/notesMaster" Target="/ppt/notesMasters/notesMaster1.xml" Id="R70821aa633ed43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9078d6928b741bf" /><Relationship Type="http://schemas.openxmlformats.org/officeDocument/2006/relationships/notesMaster" Target="/ppt/notesMasters/notesMaster1.xml" Id="R0ab989e44c9747d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2765e5a9eb4576" /><Relationship Type="http://schemas.openxmlformats.org/officeDocument/2006/relationships/notesMaster" Target="/ppt/notesMasters/notesMaster1.xml" Id="R79d7d1cd9b15437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cce534f00a74da9" /><Relationship Type="http://schemas.openxmlformats.org/officeDocument/2006/relationships/notesMaster" Target="/ppt/notesMasters/notesMaster1.xml" Id="Re5c67c09acbc45e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3d28e7131674cf6" /><Relationship Type="http://schemas.openxmlformats.org/officeDocument/2006/relationships/notesMaster" Target="/ppt/notesMasters/notesMaster1.xml" Id="Rdb3d3af474e94e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9f6af2b1624581" /><Relationship Type="http://schemas.openxmlformats.org/officeDocument/2006/relationships/notesMaster" Target="/ppt/notesMasters/notesMaster1.xml" Id="R94b867f16e374e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5feca6a967749b9" /><Relationship Type="http://schemas.openxmlformats.org/officeDocument/2006/relationships/notesMaster" Target="/ppt/notesMasters/notesMaster1.xml" Id="R820230bd44e048e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c8fa78d49be4c33" /><Relationship Type="http://schemas.openxmlformats.org/officeDocument/2006/relationships/notesMaster" Target="/ppt/notesMasters/notesMaster1.xml" Id="R85a8e8d3e5a74b6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b957fe1eb4f4d82" /><Relationship Type="http://schemas.openxmlformats.org/officeDocument/2006/relationships/notesMaster" Target="/ppt/notesMasters/notesMaster1.xml" Id="R03ad8c1d2ca84f9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d8ea0474a5448b2" /><Relationship Type="http://schemas.openxmlformats.org/officeDocument/2006/relationships/notesMaster" Target="/ppt/notesMasters/notesMaster1.xml" Id="Rbe04c2268ae342c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1a9b3ceb3b545ad" /><Relationship Type="http://schemas.openxmlformats.org/officeDocument/2006/relationships/notesMaster" Target="/ppt/notesMasters/notesMaster1.xml" Id="R3d03b756d60c479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1eb93e389744392" /><Relationship Type="http://schemas.openxmlformats.org/officeDocument/2006/relationships/notesMaster" Target="/ppt/notesMasters/notesMaster1.xml" Id="R3cf5d8a3321947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875c0b9386c43a8" /><Relationship Type="http://schemas.openxmlformats.org/officeDocument/2006/relationships/notesMaster" Target="/ppt/notesMasters/notesMaster1.xml" Id="R44667598d8b541f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7c38375a1f14532" /><Relationship Type="http://schemas.openxmlformats.org/officeDocument/2006/relationships/notesMaster" Target="/ppt/notesMasters/notesMaster1.xml" Id="Rbb67a8a62f3741d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673e871d92e4378" /><Relationship Type="http://schemas.openxmlformats.org/officeDocument/2006/relationships/notesMaster" Target="/ppt/notesMasters/notesMaster1.xml" Id="R0eab13e2b3a44ae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12ee6b1241b46c6" /><Relationship Type="http://schemas.openxmlformats.org/officeDocument/2006/relationships/notesMaster" Target="/ppt/notesMasters/notesMaster1.xml" Id="R2d380556ca97436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228f3ee98d0462e" /><Relationship Type="http://schemas.openxmlformats.org/officeDocument/2006/relationships/notesMaster" Target="/ppt/notesMasters/notesMaster1.xml" Id="R696f9ba9d5e1495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3c8a872d6534a34" /><Relationship Type="http://schemas.openxmlformats.org/officeDocument/2006/relationships/notesMaster" Target="/ppt/notesMasters/notesMaster1.xml" Id="R40582200d19b4ef3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146162e33c8b4c7d" /><Relationship Type="http://schemas.openxmlformats.org/officeDocument/2006/relationships/notesMaster" Target="/ppt/notesMasters/notesMaster1.xml" Id="R7da69476e1a9437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406bccebaed4fdf" /><Relationship Type="http://schemas.openxmlformats.org/officeDocument/2006/relationships/notesMaster" Target="/ppt/notesMasters/notesMaster1.xml" Id="Rcbecfdf82f51452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545ee9965ad4e97" /><Relationship Type="http://schemas.openxmlformats.org/officeDocument/2006/relationships/notesMaster" Target="/ppt/notesMasters/notesMaster1.xml" Id="R8778d9d84e294b6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22d6e59159f49da" /><Relationship Type="http://schemas.openxmlformats.org/officeDocument/2006/relationships/notesMaster" Target="/ppt/notesMasters/notesMaster1.xml" Id="R9e4f30aa6a5d491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4bf3e792db4452b" /><Relationship Type="http://schemas.openxmlformats.org/officeDocument/2006/relationships/notesMaster" Target="/ppt/notesMasters/notesMaster1.xml" Id="R0b2ebcaab60b429a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fbefa7fa6514170" /><Relationship Type="http://schemas.openxmlformats.org/officeDocument/2006/relationships/notesMaster" Target="/ppt/notesMasters/notesMaster1.xml" Id="Rf98dd6886abd4d65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301551370394e18" /><Relationship Type="http://schemas.openxmlformats.org/officeDocument/2006/relationships/notesMaster" Target="/ppt/notesMasters/notesMaster1.xml" Id="R5eb0a02e449541a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8fdd4e58f6a42e4" /><Relationship Type="http://schemas.openxmlformats.org/officeDocument/2006/relationships/notesMaster" Target="/ppt/notesMasters/notesMaster1.xml" Id="R846e3cae25f1492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b154820fe2a42bd" /><Relationship Type="http://schemas.openxmlformats.org/officeDocument/2006/relationships/notesMaster" Target="/ppt/notesMasters/notesMaster1.xml" Id="R66d997c3194f47b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48660e974224787" /><Relationship Type="http://schemas.openxmlformats.org/officeDocument/2006/relationships/notesMaster" Target="/ppt/notesMasters/notesMaster1.xml" Id="Rdc86fff4627c4ce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714decb0c32467f" /><Relationship Type="http://schemas.openxmlformats.org/officeDocument/2006/relationships/notesMaster" Target="/ppt/notesMasters/notesMaster1.xml" Id="R095b473927544c17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fa59094dcb84b16" /><Relationship Type="http://schemas.openxmlformats.org/officeDocument/2006/relationships/notesMaster" Target="/ppt/notesMasters/notesMaster1.xml" Id="R589734c13c6046a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7fd00825e3d142a3" /><Relationship Type="http://schemas.openxmlformats.org/officeDocument/2006/relationships/notesMaster" Target="/ppt/notesMasters/notesMaster1.xml" Id="R3a60fd001ba3433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9e719979304c40b4" /><Relationship Type="http://schemas.openxmlformats.org/officeDocument/2006/relationships/notesMaster" Target="/ppt/notesMasters/notesMaster1.xml" Id="R172820a032c34a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70a0710d5c476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338a2ef7eec4b63" /><Relationship Type="http://schemas.openxmlformats.org/officeDocument/2006/relationships/slideLayout" Target="/ppt/slideLayouts/slideLayout2.xml" Id="Rf3610a9f07454d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610a9f07454d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e7e37256554c28" /><Relationship Type="http://schemas.openxmlformats.org/officeDocument/2006/relationships/image" Target="/ppt/media/image.png" Id="R23a3bd8ac678412a" /><Relationship Type="http://schemas.openxmlformats.org/officeDocument/2006/relationships/image" Target="/ppt/media/image2.png" Id="R3312a875093d4e0a" /><Relationship Type="http://schemas.openxmlformats.org/officeDocument/2006/relationships/notesSlide" Target="/ppt/notesSlides/notesSlide1.xml" Id="R56280be2addd49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4e3ecc4a6d4686" /><Relationship Type="http://schemas.openxmlformats.org/officeDocument/2006/relationships/image" Target="/ppt/media/image3.png" Id="R831a473631464765" /><Relationship Type="http://schemas.openxmlformats.org/officeDocument/2006/relationships/notesSlide" Target="/ppt/notesSlides/notesSlide2.xml" Id="Rbf48076c7cbc45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75ba18192940fe" /><Relationship Type="http://schemas.openxmlformats.org/officeDocument/2006/relationships/image" Target="/ppt/media/image4.png" Id="Rd4f45310adc84ad0" /><Relationship Type="http://schemas.openxmlformats.org/officeDocument/2006/relationships/notesSlide" Target="/ppt/notesSlides/notesSlide3.xml" Id="R68b2423fe47d492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76a4e06cfe446b" /><Relationship Type="http://schemas.openxmlformats.org/officeDocument/2006/relationships/image" Target="/ppt/media/image5.png" Id="R0a4a19aeba59498c" /><Relationship Type="http://schemas.openxmlformats.org/officeDocument/2006/relationships/notesSlide" Target="/ppt/notesSlides/notesSlide4.xml" Id="R03979d6d1436479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b5e91f944d4685" /><Relationship Type="http://schemas.openxmlformats.org/officeDocument/2006/relationships/image" Target="/ppt/media/image6.png" Id="R03b358de3cf44bf5" /><Relationship Type="http://schemas.openxmlformats.org/officeDocument/2006/relationships/notesSlide" Target="/ppt/notesSlides/notesSlide5.xml" Id="Rdc244f45551c40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71a981096f49c6" /><Relationship Type="http://schemas.openxmlformats.org/officeDocument/2006/relationships/image" Target="/ppt/media/image7.png" Id="Rfe4012bd12194283" /><Relationship Type="http://schemas.openxmlformats.org/officeDocument/2006/relationships/notesSlide" Target="/ppt/notesSlides/notesSlide6.xml" Id="R5e3f6aa3f8054e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eb1bf4035b46b6" /><Relationship Type="http://schemas.openxmlformats.org/officeDocument/2006/relationships/image" Target="/ppt/media/image8.png" Id="Rd25af061b02e4e59" /><Relationship Type="http://schemas.openxmlformats.org/officeDocument/2006/relationships/image" Target="/ppt/media/image9.png" Id="Ra20c6c8f5ad64177" /><Relationship Type="http://schemas.openxmlformats.org/officeDocument/2006/relationships/notesSlide" Target="/ppt/notesSlides/notesSlide7.xml" Id="R383ba35ddfe649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b97f6dcb92426e" /><Relationship Type="http://schemas.openxmlformats.org/officeDocument/2006/relationships/image" Target="/ppt/media/image10.png" Id="Rc1e8169d9f6f49e9" /><Relationship Type="http://schemas.openxmlformats.org/officeDocument/2006/relationships/image" Target="/ppt/media/image11.png" Id="R6b2668cf81da46f8" /><Relationship Type="http://schemas.openxmlformats.org/officeDocument/2006/relationships/notesSlide" Target="/ppt/notesSlides/notesSlide8.xml" Id="Rffa986725f7940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3ca2ae44e04510" /><Relationship Type="http://schemas.openxmlformats.org/officeDocument/2006/relationships/image" Target="/ppt/media/image12.png" Id="Re1b72fb4569c4dec" /><Relationship Type="http://schemas.openxmlformats.org/officeDocument/2006/relationships/notesSlide" Target="/ppt/notesSlides/notesSlide9.xml" Id="R16639fa47b284a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8f0649d1f245c6" /><Relationship Type="http://schemas.openxmlformats.org/officeDocument/2006/relationships/image" Target="/ppt/media/image13.png" Id="R42332bb27ae24b50" /><Relationship Type="http://schemas.openxmlformats.org/officeDocument/2006/relationships/notesSlide" Target="/ppt/notesSlides/notesSlide10.xml" Id="R217476e034a749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72665c680046bb" /><Relationship Type="http://schemas.openxmlformats.org/officeDocument/2006/relationships/image" Target="/ppt/media/image14.png" Id="R7d1e685bf983420f" /><Relationship Type="http://schemas.openxmlformats.org/officeDocument/2006/relationships/notesSlide" Target="/ppt/notesSlides/notesSlide11.xml" Id="R7dc984e650894c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bac9626b794860" /><Relationship Type="http://schemas.openxmlformats.org/officeDocument/2006/relationships/image" Target="/ppt/media/image15.png" Id="R719b23b8457947f1" /><Relationship Type="http://schemas.openxmlformats.org/officeDocument/2006/relationships/notesSlide" Target="/ppt/notesSlides/notesSlide12.xml" Id="R6ec59296a64b4d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d698513a804fab" /><Relationship Type="http://schemas.openxmlformats.org/officeDocument/2006/relationships/image" Target="/ppt/media/image16.png" Id="Rffec295da45c418c" /><Relationship Type="http://schemas.openxmlformats.org/officeDocument/2006/relationships/notesSlide" Target="/ppt/notesSlides/notesSlide13.xml" Id="Rd5331ac73fd54a4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c5bf3fb1894c1c" /><Relationship Type="http://schemas.openxmlformats.org/officeDocument/2006/relationships/image" Target="/ppt/media/image17.png" Id="Rcb015e36f9504af1" /><Relationship Type="http://schemas.openxmlformats.org/officeDocument/2006/relationships/notesSlide" Target="/ppt/notesSlides/notesSlide14.xml" Id="Rcece1e014394402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c50ee1bd4546d0" /><Relationship Type="http://schemas.openxmlformats.org/officeDocument/2006/relationships/image" Target="/ppt/media/image18.png" Id="R293c860562734208" /><Relationship Type="http://schemas.openxmlformats.org/officeDocument/2006/relationships/image" Target="/ppt/media/image19.png" Id="Ra4725ebb488547f2" /><Relationship Type="http://schemas.openxmlformats.org/officeDocument/2006/relationships/notesSlide" Target="/ppt/notesSlides/notesSlide15.xml" Id="R881024f4d47e49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191f457bec4dca" /><Relationship Type="http://schemas.openxmlformats.org/officeDocument/2006/relationships/image" Target="/ppt/media/image20.png" Id="Rbb059e7e0c2e42e3" /><Relationship Type="http://schemas.openxmlformats.org/officeDocument/2006/relationships/image" Target="/ppt/media/image21.png" Id="R25936cb4a8a4479e" /><Relationship Type="http://schemas.openxmlformats.org/officeDocument/2006/relationships/notesSlide" Target="/ppt/notesSlides/notesSlide16.xml" Id="R321437c8fdb1446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48a6886f5d4b57" /><Relationship Type="http://schemas.openxmlformats.org/officeDocument/2006/relationships/image" Target="/ppt/media/image22.png" Id="R43826dc1ac2f48f8" /><Relationship Type="http://schemas.openxmlformats.org/officeDocument/2006/relationships/notesSlide" Target="/ppt/notesSlides/notesSlide17.xml" Id="Rda88448464b942a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f26fe1f3ba4490" /><Relationship Type="http://schemas.openxmlformats.org/officeDocument/2006/relationships/image" Target="/ppt/media/image23.png" Id="R5bfd881356924094" /><Relationship Type="http://schemas.openxmlformats.org/officeDocument/2006/relationships/notesSlide" Target="/ppt/notesSlides/notesSlide18.xml" Id="R172b9b383e70430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57de0758fa42a4" /><Relationship Type="http://schemas.openxmlformats.org/officeDocument/2006/relationships/image" Target="/ppt/media/image24.png" Id="Rbc9b61e9f5e14584" /><Relationship Type="http://schemas.openxmlformats.org/officeDocument/2006/relationships/notesSlide" Target="/ppt/notesSlides/notesSlide19.xml" Id="R0317c71b85084d1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3b45e89b8c4ab2" /><Relationship Type="http://schemas.openxmlformats.org/officeDocument/2006/relationships/image" Target="/ppt/media/image25.png" Id="R1a4f8faef95f4181" /><Relationship Type="http://schemas.openxmlformats.org/officeDocument/2006/relationships/notesSlide" Target="/ppt/notesSlides/notesSlide20.xml" Id="Ra13a941f60c44d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c27a908afa4ccb" /><Relationship Type="http://schemas.openxmlformats.org/officeDocument/2006/relationships/image" Target="/ppt/media/image26.png" Id="R1467eaf65a154a4a" /><Relationship Type="http://schemas.openxmlformats.org/officeDocument/2006/relationships/notesSlide" Target="/ppt/notesSlides/notesSlide21.xml" Id="Radcfe40f37b74d9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dd032e16444474" /><Relationship Type="http://schemas.openxmlformats.org/officeDocument/2006/relationships/image" Target="/ppt/media/image27.png" Id="Rf34e77136dc645c6" /><Relationship Type="http://schemas.openxmlformats.org/officeDocument/2006/relationships/notesSlide" Target="/ppt/notesSlides/notesSlide22.xml" Id="Rf437dd86c16c483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57fc225aa4288" /><Relationship Type="http://schemas.openxmlformats.org/officeDocument/2006/relationships/image" Target="/ppt/media/image28.png" Id="Rc6106bb2130a41f5" /><Relationship Type="http://schemas.openxmlformats.org/officeDocument/2006/relationships/notesSlide" Target="/ppt/notesSlides/notesSlide23.xml" Id="Rb89546092824410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7fe522c75641e0" /><Relationship Type="http://schemas.openxmlformats.org/officeDocument/2006/relationships/image" Target="/ppt/media/image29.png" Id="R98d32c58bc6f4906" /><Relationship Type="http://schemas.openxmlformats.org/officeDocument/2006/relationships/notesSlide" Target="/ppt/notesSlides/notesSlide24.xml" Id="Rc4fd786d7ae3445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bb9fb7fcad4dd5" /><Relationship Type="http://schemas.openxmlformats.org/officeDocument/2006/relationships/image" Target="/ppt/media/image30.png" Id="R880b1bc4e6fd4dfd" /><Relationship Type="http://schemas.openxmlformats.org/officeDocument/2006/relationships/notesSlide" Target="/ppt/notesSlides/notesSlide25.xml" Id="R9dba8a4c985a4b0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ef4b4758014ee5" /><Relationship Type="http://schemas.openxmlformats.org/officeDocument/2006/relationships/image" Target="/ppt/media/image31.png" Id="Rf46a0691356e4974" /><Relationship Type="http://schemas.openxmlformats.org/officeDocument/2006/relationships/notesSlide" Target="/ppt/notesSlides/notesSlide26.xml" Id="R936ad424e7574e0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3fb112f25c422f" /><Relationship Type="http://schemas.openxmlformats.org/officeDocument/2006/relationships/image" Target="/ppt/media/image32.png" Id="R75d0bec9369b4807" /><Relationship Type="http://schemas.openxmlformats.org/officeDocument/2006/relationships/notesSlide" Target="/ppt/notesSlides/notesSlide27.xml" Id="R702a5483b0c74b2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9f595fcdb4592" /><Relationship Type="http://schemas.openxmlformats.org/officeDocument/2006/relationships/image" Target="/ppt/media/image33.png" Id="R426e9d3faf844015" /><Relationship Type="http://schemas.openxmlformats.org/officeDocument/2006/relationships/notesSlide" Target="/ppt/notesSlides/notesSlide28.xml" Id="R30728c89e64a4f2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1fdb11a3cc46bb" /><Relationship Type="http://schemas.openxmlformats.org/officeDocument/2006/relationships/image" Target="/ppt/media/image34.png" Id="R586722f1532c4376" /><Relationship Type="http://schemas.openxmlformats.org/officeDocument/2006/relationships/notesSlide" Target="/ppt/notesSlides/notesSlide29.xml" Id="Rc48a3686884442c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25d95355ea443f" /><Relationship Type="http://schemas.openxmlformats.org/officeDocument/2006/relationships/image" Target="/ppt/media/image35.png" Id="R521a57f3bba84eaf" /><Relationship Type="http://schemas.openxmlformats.org/officeDocument/2006/relationships/notesSlide" Target="/ppt/notesSlides/notesSlide30.xml" Id="Rcf99dcdf644e42d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62577b81534233" /><Relationship Type="http://schemas.openxmlformats.org/officeDocument/2006/relationships/image" Target="/ppt/media/image36.png" Id="R834e0f42e8254343" /><Relationship Type="http://schemas.openxmlformats.org/officeDocument/2006/relationships/notesSlide" Target="/ppt/notesSlides/notesSlide31.xml" Id="R2c57ac5d89f1423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0e5616a92f46f0" /><Relationship Type="http://schemas.openxmlformats.org/officeDocument/2006/relationships/image" Target="/ppt/media/image37.png" Id="R561d7c4dab1b423a" /><Relationship Type="http://schemas.openxmlformats.org/officeDocument/2006/relationships/notesSlide" Target="/ppt/notesSlides/notesSlide32.xml" Id="R47da8292b9a5432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4bc5c2130c4899" /><Relationship Type="http://schemas.openxmlformats.org/officeDocument/2006/relationships/image" Target="/ppt/media/image38.png" Id="Rd5ccff126ea643d9" /><Relationship Type="http://schemas.openxmlformats.org/officeDocument/2006/relationships/notesSlide" Target="/ppt/notesSlides/notesSlide33.xml" Id="Ra914a2ff924d41a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aed6dc37394cf6" /><Relationship Type="http://schemas.openxmlformats.org/officeDocument/2006/relationships/image" Target="/ppt/media/image39.png" Id="R870bdbd4405b45a3" /><Relationship Type="http://schemas.openxmlformats.org/officeDocument/2006/relationships/notesSlide" Target="/ppt/notesSlides/notesSlide34.xml" Id="Rf3ace27a9d8146c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ffab93f4ae4bc2" /><Relationship Type="http://schemas.openxmlformats.org/officeDocument/2006/relationships/image" Target="/ppt/media/image40.png" Id="R51698e249148424d" /><Relationship Type="http://schemas.openxmlformats.org/officeDocument/2006/relationships/notesSlide" Target="/ppt/notesSlides/notesSlide35.xml" Id="Rccc2ebc98e6e44fc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b779632404c99" /><Relationship Type="http://schemas.openxmlformats.org/officeDocument/2006/relationships/image" Target="/ppt/media/image41.png" Id="R32494edff02c4aad" /><Relationship Type="http://schemas.openxmlformats.org/officeDocument/2006/relationships/notesSlide" Target="/ppt/notesSlides/notesSlide36.xml" Id="R8bf788c1a7d4489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00cd0c0c72542b7" /><Relationship Type="http://schemas.openxmlformats.org/officeDocument/2006/relationships/image" Target="/ppt/media/image42.png" Id="Rbd6ae92a46b24eee" /><Relationship Type="http://schemas.openxmlformats.org/officeDocument/2006/relationships/notesSlide" Target="/ppt/notesSlides/notesSlide37.xml" Id="R9c71c946c530450d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6d8be0930a4587" /><Relationship Type="http://schemas.openxmlformats.org/officeDocument/2006/relationships/image" Target="/ppt/media/image43.png" Id="Rfe3356514648434b" /><Relationship Type="http://schemas.openxmlformats.org/officeDocument/2006/relationships/notesSlide" Target="/ppt/notesSlides/notesSlide38.xml" Id="R80bc5ea0ae1f405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2a485e670f4bfc" /><Relationship Type="http://schemas.openxmlformats.org/officeDocument/2006/relationships/image" Target="/ppt/media/image44.png" Id="R034b0c54c0cc47e4" /><Relationship Type="http://schemas.openxmlformats.org/officeDocument/2006/relationships/notesSlide" Target="/ppt/notesSlides/notesSlide39.xml" Id="R200925e1943a44e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6879769e854e96" /><Relationship Type="http://schemas.openxmlformats.org/officeDocument/2006/relationships/image" Target="/ppt/media/image45.png" Id="Rd1c6f6a9ce374677" /><Relationship Type="http://schemas.openxmlformats.org/officeDocument/2006/relationships/notesSlide" Target="/ppt/notesSlides/notesSlide40.xml" Id="Refcb96483c7f4b3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e6d17415e9405e" /><Relationship Type="http://schemas.openxmlformats.org/officeDocument/2006/relationships/image" Target="/ppt/media/image46.png" Id="R9d859943c1f04f36" /><Relationship Type="http://schemas.openxmlformats.org/officeDocument/2006/relationships/notesSlide" Target="/ppt/notesSlides/notesSlide41.xml" Id="Rf1797504204c487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6b6b155d504049" /><Relationship Type="http://schemas.openxmlformats.org/officeDocument/2006/relationships/image" Target="/ppt/media/image47.png" Id="R1c7349e5106d4e28" /><Relationship Type="http://schemas.openxmlformats.org/officeDocument/2006/relationships/notesSlide" Target="/ppt/notesSlides/notesSlide42.xml" Id="Rdbb2b340efac4f3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5308fce1e14cc3" /><Relationship Type="http://schemas.openxmlformats.org/officeDocument/2006/relationships/image" Target="/ppt/media/image48.png" Id="R8374ea0dabd94229" /><Relationship Type="http://schemas.openxmlformats.org/officeDocument/2006/relationships/notesSlide" Target="/ppt/notesSlides/notesSlide43.xml" Id="R5ddb39d83964417e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4c718aa4386483a" /><Relationship Type="http://schemas.openxmlformats.org/officeDocument/2006/relationships/image" Target="/ppt/media/image49.png" Id="R8288295e37dd43e7" /><Relationship Type="http://schemas.openxmlformats.org/officeDocument/2006/relationships/notesSlide" Target="/ppt/notesSlides/notesSlide44.xml" Id="R1b07bc9e125e41e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93649876cf41fe" /><Relationship Type="http://schemas.openxmlformats.org/officeDocument/2006/relationships/image" Target="/ppt/media/image50.png" Id="R4ec2eb29849943a0" /><Relationship Type="http://schemas.openxmlformats.org/officeDocument/2006/relationships/notesSlide" Target="/ppt/notesSlides/notesSlide45.xml" Id="R69199fc89eed49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B36328-7E03-4574-839F-88550B85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4C15F5-34AE-4CE7-B35A-2D2B33D0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3bd8ac678412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F073A2-22FA-4E55-B7CA-0F679884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85800"/>
            <a:ext cx="6667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From optimized field to credible design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99ED3-5D60-48DE-9110-C7206418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146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DF3A9C-CAD0-408C-8948-3939EC9E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0035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4: profiles, Pareto fronts, repo lab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807B5-53E0-4D71-B15B-190B8506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6895AE-25C7-4A6E-B120-E89755B9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Profiles, coils, transport, and decisions must be checked together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02628-5C74-497B-8BA7-2AE7D729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0638B-DA0E-4353-A777-3878DAD9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final deliverable is an auditable design argument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F8E9A2-02A9-43A2-9CC1-29FF894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12a875093d4e0a"/>
          <a:stretch xmlns:a="http://schemas.openxmlformats.org/drawingml/2006/main"/>
        </p:blipFill>
        <p:spPr>
          <a:xfrm xmlns:a="http://schemas.openxmlformats.org/drawingml/2006/main">
            <a:off x="7277100" y="1464795"/>
            <a:ext cx="3752850" cy="2309159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3E370-DADA-4173-B7CA-5CA19CBC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ECB394-3194-4202-9718-9B955D7B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482CC4-1034-4B74-B237-1CC64E3C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7F82A6-406D-4B3B-8355-640394DE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F2961-45B3-43F8-A970-A524FD2C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16954935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3CC667-BC69-45F3-BE99-94E10E70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9F1F4-55E4-4E2B-AFF9-0FA6798E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71A89-1617-43AB-BBDD-ED6BE699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B86C-BEF6-41E2-88C5-71D650A5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1a47363146476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5AD93-FCD4-4827-ABB5-93F4E6C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531CAF-0B50-4923-AE9A-DA6BB3F2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1. Close the loop with profiles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99EB4-02E9-4B95-8599-65FF4B75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CBD0D-0824-4314-8229-1F45CC79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39B96-3105-46AC-9FF1-F3F2C348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Field optimization changes transport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E21B3E-47F0-4896-9DBE-73D531F4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D1C52-F579-4374-ACD9-5408DF40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41D7D4-2D88-4754-9AC8-7EA8F9B8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38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2A691-BB18-45C3-BC26-05A99853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340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B7A390-7094-4CE2-BFDC-C97D3433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78182-0077-4DA0-901B-845F4F60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851E0F-6A07-4EF1-B53A-723E3307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DA9BB-5F9A-405C-9631-748AC0F4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13205181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124FB6-2225-4606-AF76-3D26E982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7CEDE-480E-4478-BBB1-C2A4E865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45310adc84ad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469AF-796E-4B68-9F17-8D859F77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full loop has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E5E237-2B0B-4DBC-B831-9722CD22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0DB31-A1DC-488A-A8D1-5EC437E2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9525">
            <a:solidFill>
              <a:srgbClr val="C505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6C079-56D9-4AB6-9359-C94DACAC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746DE-907B-4FC0-8C6A-E7ABA3CC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28CC0-FB38-4026-A792-109255DE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0D9F72-95C1-4705-B3C9-4A8AF64C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 spectrum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EB741-A7F2-4B4A-BE03-D4851ADA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028E1-F55F-4CF3-B13C-76F9C9B2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60805-18FC-4A70-AD57-1E9C0618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1347BE-1110-4898-8AA2-D6018375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DBF51-A6B1-4A7E-806A-C2E238DF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8733A-8C15-4638-A3AF-CA627F99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45424C-5D21-4215-9523-C11BB9B7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B9306-9AA5-4117-A528-399FA6A8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8E95BC-9E62-4B9D-8A2D-003DC6F5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9E0EDB-BEA5-4E33-B8FA-29258B69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86000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C7B9D-0820-44B4-B475-9EF9059B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48000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2BC24F-9715-4E00-A147-2CEB48FC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71825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B88AB1-078D-4335-899A-2E4563649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286125"/>
            <a:ext cx="24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BA662A-3AB4-455F-B1DF-51416C80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047875"/>
            <a:ext cx="1276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5BB4E4-9EE6-464C-879D-820FA131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171700"/>
            <a:ext cx="1085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Pareto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F17A62-6BB0-4D27-9B3B-73A8B02C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E14A10-8FEC-4B7E-A8A8-9E391E88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910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Geometry changes transport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D7033C-91BC-45C2-B060-616F8A6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910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6B815F-4AC7-4428-B00D-EAAA587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863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Transport changes profiles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E318EB-77FB-46E9-AA5D-4BBF19EB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3F12D9-5F1B-4C30-9139-A459A7A7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816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 change objectives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9D2ED9-E7EB-4D8F-9AB5-3A714B14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81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D5ECDC-1E36-4102-A140-6C61A6BA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76900"/>
            <a:ext cx="904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 and engineering constrain what survives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7C57AA-E47C-474A-BAD2-F17325CC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9882F6-7BAE-44B6-98C2-60BE8515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71EACA-A00B-4A38-91E4-0B1D6267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821920-DB0F-4983-8BF6-079847D1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</p:spTree>
    <p:extLst>
      <p:ext uri="{BB962C8B-B14F-4D97-AF65-F5344CB8AC3E}">
        <p14:creationId xmlns:p14="http://schemas.microsoft.com/office/powerpoint/2010/main" val="7827970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81DD41-C8B3-49AA-8F37-60FB8F69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57E62-2319-41B2-AF75-A07803FF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4a19aeba59498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C3471-3E0F-4EE1-B2DB-79464508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Profiles close the design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7908C-7F14-40A1-B8DC-9F646840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DCC1F-7DD9-4085-903B-72E5FB79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522CA-107F-45AD-8B3D-6E4719F2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AC46E1-4C17-4221-AD26-62E4F059E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1EFF03-9A49-4621-9356-3D240BB0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Temperature and density gradients drive transport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F9425-A29B-429B-894E-107508F9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A7DCB-820C-4ADF-8445-E82CE55D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90700"/>
            <a:ext cx="4953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CBB449-8973-485A-A259-134BDEDF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C662B-1F6F-4333-81CF-365214B6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44577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 and sinks close the performance claim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EAE779-8018-4A36-9144-B0213E4E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C90C32-0A06-4752-BF5E-789EC3EC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C3EAC-FD3F-4769-A564-14D77EF1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898E83-7786-40F0-836C-5480AEC6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7FC6D-E37B-4E66-82A9-E13C038A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7FB4B7-551E-42D3-A8EB-BC3E0F70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B5B050-2A2F-41D4-8872-9A09880F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147164683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A6E821-CFD2-44C0-B1B7-28FA5758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1EF47D-8E77-48A7-96F7-97D9E565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358de3cf44bf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01110-7078-4FC2-83BB-EFC0685D4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NEOPAX or fallback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4CC2C-842B-4182-A84D-E45E061F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D295E8-263C-4B86-B198-2D640573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CCD93F-72DC-4DFD-B230-1B13E0A7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C3A63-30B4-4A4B-A69A-A394C015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30FE13-703A-4FAB-B599-42564113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C78E2-5F8F-489F-BC3A-C62CEE26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17747-AF94-4AB2-9795-9913AF93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Research path: profile-oriented JAX workflows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977507-97B5-4FB0-A7AF-1FF3307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2C588-4D92-41C2-9F18-8FB2FCE5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 path: educational radial diffusion/source 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A23A59-B84E-4401-99E3-A8B2E9E5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7B3783-C6A1-4BE4-82CE-1C8A153C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ABE0D5-668F-4E4A-9ABB-B35BDEE9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0DD84-FDE4-4E76-88D3-68C73976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2856191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6AD910-D5D1-4988-8A67-E3F44A29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2E82D-CF11-4BB4-B765-E7D22670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4012bd1219428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17123-C2CA-43E8-93CE-145C67E4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profile closure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C5D88-563F-479C-B587-C67885ED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C5C9A7-CD17-4EC8-9127-647B8254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CDCC6-F2F2-47D0-9C98-B338DDF5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CE225-06FA-47BA-8C65-3DF0E462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EA67C-1C21-49CF-8B69-0A886317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notebooks/10_neopax_profile_closure.ipynb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D95B64-F01A-4CE9-B88F-C280879A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B61B8-49CA-4A02-8A4F-1032E959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Ti, Te, and source balance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F9DBD-2F48-46C2-8157-FD1BE9E9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D9B08D-D20A-426B-B799-CDDC0EE8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Increase turbulent transport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D94EA1-F35A-45C3-B01E-926412EE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FD9DB-55DC-4A5F-8B9D-FCE383A6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why field-only optimization is incomplete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FCD55-D3FD-4A64-82C4-76417B20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0663A-005F-4697-95BC-02EA79B0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A577DB-FFAF-4FC2-84FF-4306B344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987F24-92D0-48E5-A455-124EBD58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456D96-8400-4C70-B512-DD0424D0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F114E-1D80-4A95-8D36-510866F9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623356-7FBE-4776-9DCA-FB84188B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04C6C5-2896-4D83-B80E-3DCB2D3B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1FE6A-6179-4F79-AEC7-C6E97D55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486B76-9656-44CE-BC04-F353DC6C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696E55-9668-49E8-AD5A-77875066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4D88EF-06F0-433F-8991-50E61806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117845-AFA3-4BDD-BB8D-E28E47C2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92BCD8-B6C3-441E-84A5-599AA3AD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9E20B6-DEA3-40C2-93BE-CC780F46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0EAABF-EB21-4A71-8230-1B0DDBDB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AA2146-1483-4FF3-9C31-055FBD98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06A7E0-C127-4298-8013-E3BDF34C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</p:spTree>
    <p:extLst>
      <p:ext uri="{BB962C8B-B14F-4D97-AF65-F5344CB8AC3E}">
        <p14:creationId xmlns:p14="http://schemas.microsoft.com/office/powerpoint/2010/main" val="11494356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DA1062-1238-4160-943B-E0B502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A79D95-7F52-4B82-BF06-E24BAD74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5af061b02e4e59"/>
          <a:stretch xmlns:a="http://schemas.openxmlformats.org/drawingml/2006/main"/>
        </p:blipFill>
        <p:spPr>
          <a:xfrm xmlns:a="http://schemas.openxmlformats.org/drawingml/2006/main">
            <a:off x="911576" y="1790700"/>
            <a:ext cx="6082598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2FACF4-FAB7-44C2-B496-B6FB2817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907F6-BC13-4D38-8AC9-35E52258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A1B91-3176-46B8-AFDF-6ED3907D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Extra turbulent transport flattens the ion-temperature profile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25D171-95B1-4D71-B3A5-4BB52B65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ADEBD-0763-4FE4-9FFD-6EC87FAE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field metric can still underperform after closure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44210B-CEBE-4C8D-8ECE-E5A3EBC4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9306A0-03D7-49B0-8AD5-E0D8F10D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A5172-7668-465B-AFA1-7EA299B9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c6c8f5ad641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45340-E801-4ACF-BCB8-1E21D4D6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profile closure fallback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14A93-CEAD-405C-9D0E-27731D8B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C0F09-8452-4346-A812-778D3DBB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2A1D2-4589-4DFC-A7F0-447C305E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82FC42-AB11-440D-9881-1DB0A9E1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2161BF-9458-4400-B402-C10D7E80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5863469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BDF78B-217C-4A98-B289-28301E68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0E78B-F4B0-44B5-98C7-45394008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8169d9f6f49e9"/>
          <a:stretch xmlns:a="http://schemas.openxmlformats.org/drawingml/2006/main"/>
        </p:blipFill>
        <p:spPr>
          <a:xfrm xmlns:a="http://schemas.openxmlformats.org/drawingml/2006/main">
            <a:off x="833695" y="1790700"/>
            <a:ext cx="6238359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5F7B9A-C25C-41A8-88E8-312C82CD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877C3-AADC-459A-8FA6-9D03F24FD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7B993-FCA8-4DD8-883B-BDC589A5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Sources, fluxes, and profiles must be mutually consistent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ADCAAA-A8F2-4169-9F75-53873F0E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2E2285-2074-4775-80A1-AAC8A9A0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profile plot without a balance check is weak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17B96-DEE2-42FB-A339-E4144778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214BFF-D068-4613-AE2C-073C7978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A53F6-8CD1-4253-988D-A59A7BC0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2668cf81da46f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4A3011-2219-4496-8004-79C4C875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power-balance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06C6E8-33FF-46EE-B002-26478A03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0D852-CFB0-49FF-B80B-955548C3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81261-A049-40D7-8F81-9F337679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C358B-F564-4409-A8DA-2934AB2E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B8708C-0EC0-40BE-86D3-950201C8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</p:spTree>
    <p:extLst>
      <p:ext uri="{BB962C8B-B14F-4D97-AF65-F5344CB8AC3E}">
        <p14:creationId xmlns:p14="http://schemas.microsoft.com/office/powerpoint/2010/main" val="147108694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85463E-A210-46C9-B0E6-B2C3D353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D444EF-294C-460E-97E1-2D624160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b72fb4569c4de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2EDA3-0F5B-4FA9-BCE1-87FF2001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objectives should be staged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4A798-89C7-4DAE-A931-80064A02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57DCA-51E1-43AD-8344-02902549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AD474-8875-4BAD-9729-851D01D5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189D3-E63B-4282-A9C4-A04322B2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485F1-3D14-41A0-AB6C-83A8B8D9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Early: cheap geometry and Boozer screens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F1164-1520-4ED0-833B-A55A8AF8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9A800-5E85-46C0-AE6F-F29C0774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5C51D5-F740-4ACC-9859-5441EE5C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A23B27-6B11-4312-8327-F2EC9D45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Middle: coils and neoclassical metrics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95B854-10B9-429E-BC00-35D4C067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D0AD56-FD6B-49DC-BDEA-9D3AF370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E3094-B71F-40CA-890D-83F13646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A9D033-2769-4111-8B82-A38F2E9A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Late: turbulence, particles, profiles, engineering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F76FBF-0259-4C6C-B170-DD3AF7BD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2AB22E-E578-4835-AD9B-59E6BA70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6B3B74-5E94-427E-A5BE-3DC7D80E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7A7D53-77A2-4D78-A15A-2F91056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0ADB7F-27E2-41C9-A03C-AE2FD23B0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</p:spTree>
    <p:extLst>
      <p:ext uri="{BB962C8B-B14F-4D97-AF65-F5344CB8AC3E}">
        <p14:creationId xmlns:p14="http://schemas.microsoft.com/office/powerpoint/2010/main" val="129227399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5B9263-A063-4EAC-AE13-298BFFE3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9B270-EDA7-4980-A4C1-23C9B41A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32bb27ae24b5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CB0F2-D299-44FC-ADF7-B5499D38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Reactor constraints enter as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1AFFCF-6A44-4869-8A30-F26B3C9A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A0C6B6-9518-4C6D-B044-31794ED8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7A94BA-0264-4552-957F-D7405925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0982F-1FCE-46E6-8E00-FE329E10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EF764D-38E1-4F0E-8851-BC32728A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FB411C-5821-4128-9C19-C8E340FF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AAE8C0-9497-4894-A7DF-6177E7AE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082944-C706-4F5E-A8F3-7A346842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Alpha heating and losses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ADD41-673D-48DF-8A9A-DEE1EEDF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BDE4F4-9096-4E32-B1E6-83D7905E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1F178-3682-44D8-8495-8DC5B411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48B13-FA14-4201-9220-47A40659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Wall loads and blankets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846D95-3E3E-49F7-B1E9-64E1997F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C6AD3-8F68-4108-8533-669F8C8C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8671D-16D5-4ADD-8C3F-26827021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FF49-BD4D-4EDA-B14A-D9539A5D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Tritium breeding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704F56-4581-4889-B74C-B3F4D726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FC41AA-9F71-4047-B639-76967461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85E1FA-F8DF-457E-A37E-06F751E4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CA86C5-DA70-49B2-87A0-6B7C581D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Maintenance and access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81F7FB-9C53-446B-B343-ED21F08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95FAD7-DFA9-4A6F-B81A-3C1DB83C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3B905-EBEE-409F-A60E-C1509ADD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8736B9-2FE7-48C3-8B66-290C97FB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Materials and forces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6365E7-ACFE-49DF-83E1-CA1F03F7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FC2541-52A3-4886-8BC6-4F539BC2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9FC485-314D-4222-9C20-0B367CE5F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6986F1-968C-4CF8-A4F5-F195BCA3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CA65BD-85D6-4B91-B0A1-C8CB6322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158552209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E291EF-67C1-463E-953B-EE3A56BE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D2772-9FC8-437D-95B8-B6E422E8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e685bf983420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29FAA-D7D8-44C7-A89C-14065C33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Coil robustness returns in the final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39C76-9639-4995-94DC-F9C3A1B3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A15CE-5DA0-48B2-B321-99EF1F6B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87F75-9442-4545-83FB-3CD1A3D4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B7E062-F9B6-4B1C-85A4-5ECBB165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FBB4A2-8D1D-422C-9E51-C318F166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Manufacturing tolerances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85BE2-D944-4FA8-8A5F-EFB22735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D3D4B2-E91E-4C5F-9E32-49901EF5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3116A3-163C-4A67-8CF4-7262C6EB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4F8D5-4257-4894-AB5C-5D09A165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Current errors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BB1AE-E7B1-4C68-B70A-7DDEBEF5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22BC7E-1ACE-42BA-B8D9-26F283F3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F217AF-2689-49D7-90E3-C99B7567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FA81C8-2E5A-4284-81F5-6A55B3A5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Thermal and mechanical deformation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27FE0-E598-4A98-87D7-2F1A6157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CEA5B4-7652-4CDD-A2D8-350CC8BF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AEA0E3-99CA-492A-A427-880E83E1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B64990-A34C-464E-B3AA-BC839B191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Field-error correction margin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E9A85B-6D2E-4AB8-8C5F-ED713315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7A7ECF-BD7B-4513-A7EF-387A7963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5C7CCC-17C1-4C37-B53E-DA361C3B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DC2963-EDDF-4DC6-8680-CB647162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F57F6C-624A-4EC0-894E-7F484C77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F190C2-AD83-4AE2-9AA5-B8A78D5A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C96D11-6140-4780-A1BA-FAD7213D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45361037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0FAFA7-BF7D-4D18-B7C7-233F8D15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BCC9CD-17E7-4826-8EC7-55EA2E56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63DC7-5AB2-47C2-BAED-3824D57B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2FEFC-6589-474B-8BE9-13DA101B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b23b8457947f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C209C-59E8-4D66-B36C-064A5B86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29A1B8-9A8C-4B9B-A10E-72C640248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2. Pareto decisions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83653-71D3-4370-8060-F8C62E5C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63CF3-DA54-45D6-8BCA-A2DE020B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E76CEF-F8BE-40DE-818C-7BBBA2A6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Many designs can be defensible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11BA93-7B7C-4191-A09D-58289001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3C94CF-2D1E-4B33-B926-5AA05E58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The decision weights must be explicit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616697-A8E4-44A7-A696-85A265A2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637AA-4441-4270-BAB7-63F98C50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E80AEF-F19F-42E9-B395-5AA0CCC0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F5BFB-FD83-4532-A383-64278711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40530808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B19077-B287-4E02-8F8E-F41433791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7C0A5-576B-4E4B-9B04-BD9914C4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c295da45c418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7A2A40-E0EF-4C6C-AE68-964DF83B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Several good designs can coexist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2124FD-36F1-410C-B829-F73121B1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B06DF-6916-48C3-8769-B2B6AC51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12BB4-F0E0-41C8-856F-B552A9F2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94120-CA7D-460D-BFFD-398C316F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755E2-3F36-4F40-828A-FE7728CD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Better transport can mean harder coils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1534E7-CA8D-4AA2-AEB1-FD3B9C31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23680-0F72-4357-88BF-19227604E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E2729-EBA1-40C3-BA5B-B5298D44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564E2-78D2-486C-8D47-741CDAD1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Easier coils can mean worse turbulence or profiles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8E1E2-6EDD-4844-A1E8-07714319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7075B-3E73-41FD-9EA5-241D6F3D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1C088-897B-4C60-AD43-CBE6FDE6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28B70A-38D2-451E-B105-A7374D39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Decision weights must be explicit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0DC4F8-E897-4C07-A37D-8C9489F3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B77368-3CD3-42B3-A66F-E174E0E0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519D3-13DF-4CB9-8A3B-0D205E83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BBFC15-BF2A-4CB7-A6CB-F4F683ED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187AAC-439F-4061-9C20-CDD1EE1B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8A253-5D32-4B13-B435-819F3FB8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0403E4-5681-4233-AE75-3F3F2AE3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</p:spTree>
    <p:extLst>
      <p:ext uri="{BB962C8B-B14F-4D97-AF65-F5344CB8AC3E}">
        <p14:creationId xmlns:p14="http://schemas.microsoft.com/office/powerpoint/2010/main" val="126789954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7966B8-2F0B-41F5-8C0D-63E37773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E9BB6-487D-4299-8BAF-01281287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15e36f9504af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8A8E4-8C77-412E-AA87-403A692F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Pareto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84EC4-A385-4950-8574-07E1B47B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AB8C6-0857-46ED-AF27-F120D5E3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F694C-662B-41C4-8E89-3375769B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6C16AB-C439-4F89-B5C9-336D48B1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A671C-2CDD-44DD-B87C-7B441A7C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notebooks/11_pareto_design_dashboard.ipynb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66B50-6719-4E3D-8E7B-12E8B51A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91C897-9902-4D1F-A60D-4A962153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Load cached design 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15259-B141-4ED2-82F0-4CDC5275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FDFF0B-57EC-4DE1-94A2-74663343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Compute nondominated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960284-BF74-472D-B04B-B3A410CF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7C0524-CC7D-4E90-A0C3-612BE438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weights and watch the selected design move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1FC1B4-9486-461D-9EA0-E7B8106A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61786-A0DE-4519-925D-1C536BD3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DB8756-BDD7-4D5A-9482-EAC1CF8E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342ECF-B5CE-4F53-BF59-557EF24A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F77507-D959-4D88-91D0-AFF45214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E09828-9FC8-4AE7-8BE0-FDEA4206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2B97F8-D0A5-4599-9AEE-E9C1AB46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DA8B86-1BC1-4460-B860-8680AEE7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35B7C2-00D8-4F25-BA2B-47A421E6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D485ED-D52C-498B-9F4F-42B981DC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FA4606-900D-41EE-B1E3-13FB4475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832F2-EE66-4A79-9831-A524B12BE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A0F602-C19F-44C5-B504-EEFB0317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6BD1D0-D412-4D36-B02E-468EF9CE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F78FBD-67B4-4B84-813A-19C591CF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C826A1-D6FF-478F-9442-3C7ABD42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D90A4E-64B1-4A7A-8C24-AA43C3F8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1C0CCA-304D-444B-A47A-64060E13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45949440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B53BC7-A41F-4CCA-B9C6-F0E1C6B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58440-D7F7-49FF-B448-15FE7E2F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c860562734208"/>
          <a:stretch xmlns:a="http://schemas.openxmlformats.org/drawingml/2006/main"/>
        </p:blipFill>
        <p:spPr>
          <a:xfrm xmlns:a="http://schemas.openxmlformats.org/drawingml/2006/main">
            <a:off x="965226" y="1790700"/>
            <a:ext cx="5975299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5A9534-1FC4-46CA-8370-BB72418A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A4C9A-E26A-4276-B6A0-C7E3A02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8FEC3-C276-4611-9927-5640E8F7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Nondominated points still require priorities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2A9DED-B545-420F-A9BC-A0BA0CD2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AE934-A531-4FC7-B7F4-B74E0487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They are designs worth arguing about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FA2AD-1F57-4DF2-BD48-35A58683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7AA55-7FF9-4776-91F9-738828C3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CAE0AC-26FA-4DAC-918E-1DEC4CDC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725ebb488547f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9C468-DC05-49BE-B1CF-B100FD5F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Pareto front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670F0D-4E2C-4FC9-8A4D-354A0E3E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C2E82-4B47-4933-9B24-CA96BD04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BE691F-642D-41FF-B0C3-5C5410D34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7CC0C-AD3C-4248-A057-59863E49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40AF4-FD58-4033-A46A-8EF71B96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158082562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D3AE5B-3F41-4EEC-9618-8C853CE5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0D29B-E67D-409B-8389-58098EE9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00200"/>
            <a:ext cx="70675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059e7e0c2e42e3"/>
          <a:stretch xmlns:a="http://schemas.openxmlformats.org/drawingml/2006/main"/>
        </p:blipFill>
        <p:spPr>
          <a:xfrm xmlns:a="http://schemas.openxmlformats.org/drawingml/2006/main">
            <a:off x="919171" y="1790700"/>
            <a:ext cx="6067409" cy="36766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31160-9C63-43A3-91D5-B40CE500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19250"/>
            <a:ext cx="3048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585A2-373E-4216-BCEC-B2D37081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AD11E-EF28-4823-8AD2-EFF74A04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encode priorities, risk tolerance, and program stage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9C78E-2CDB-40C0-A0B5-32A933BD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71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8308DD-1C13-4A18-804F-5F16DC7B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67050"/>
            <a:ext cx="3067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Changing them should be visible and reproducible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20ED4-CD0D-4825-B76B-96973DDB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953000"/>
            <a:ext cx="3314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8EC3D-E463-4AB1-883E-75998055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67300"/>
            <a:ext cx="29146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the figure to identify the design choice and the diagnostic that changes.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D2674-34D3-42EB-A961-4FA181E7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36cb4a8a447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258E51-DC56-4913-A8AE-472671B4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Example: weighted selection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6E167-9F03-45E4-BD1F-EDEE386D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2B9A4B-A2FF-4C43-AF7A-F4235CE22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CB22C-C513-4545-ADED-8B2A5F91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00C606-A464-4868-9F8B-6340BE985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9330C-09E2-4C26-A456-1FBC80B8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</p:spTree>
    <p:extLst>
      <p:ext uri="{BB962C8B-B14F-4D97-AF65-F5344CB8AC3E}">
        <p14:creationId xmlns:p14="http://schemas.microsoft.com/office/powerpoint/2010/main" val="21652929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DBE34-21C7-4C61-AC25-98E1EF6C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935182-7BA2-4798-8F80-3150F8F9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26dc1ac2f48f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89F74-191A-4A39-B0C3-E9DB24E1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gates prevent metric gaming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D298D-3094-41CB-A816-50F71697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C54F36-5B73-4B9A-80C8-4BF69AA2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6A3C4-D35E-41DC-90BA-7E65A96C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B68B3-7677-4E73-AC29-10E6B32C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equilibrium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CFA303-C336-4BAD-B22C-706B0FB6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526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B3513A-BF43-4355-85EB-7D477C0F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6192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F0F5A-82DB-4EF8-9E91-064C4DBE9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7145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B5450-AFF5-4038-BC39-0B163BED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1F32B7-1658-4836-BA68-CC004612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DEB00-A6E3-499F-A0E5-9C9AB6FF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08D94-19D0-439D-992F-120CCD41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955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9E613-6D37-4D2A-81A9-235D8617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622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D5B2E-232C-484F-A784-FC3DAE0E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coils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A05562-5051-4871-B6F6-0E20C598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6BB03E-0049-4620-80C1-A3369E23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2D4EF-3CB8-4D72-9D8A-59BC0B9F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01078C-4771-4F4B-B42B-F9875C3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3850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C7BFBB-5D46-4F6E-A92D-A8AA3F9F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0515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D25F64-7136-4698-B4BD-4B0771DCC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004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particles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4C4404-C4FE-4544-993D-6E0563C1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557B99-F402-441E-A57C-2E9746B9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6D6CC-ACE2-4429-BAF8-FDDBD6FB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ED30AD-E9DA-4D70-AEA5-12649470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981450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565AD1-35EC-422F-B9BE-87A517B7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9265DB-D32C-47C8-A68A-4EBCB58A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4335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engineering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46597-AFF3-41AA-9BF8-45FC1679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086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B52B44-16FA-483C-B9C9-F9D8AF35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B3F5FB-B2B0-4D9F-A3C7-FA9A301C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33306A-AE8E-4939-92EE-6DD80B1E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1FD8F0-DCAB-488F-9B17-A0CF6929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</p:spTree>
    <p:extLst>
      <p:ext uri="{BB962C8B-B14F-4D97-AF65-F5344CB8AC3E}">
        <p14:creationId xmlns:p14="http://schemas.microsoft.com/office/powerpoint/2010/main" val="25323231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8FBE15-4C57-437E-9D94-E6FCC776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6243B-285E-4C5A-A07C-2770A2CF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57FA4B-CE3E-4A3B-8917-9DE45AF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23950"/>
            <a:ext cx="933450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00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5ECD8A-F141-4281-8452-FDB3C86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d88135692409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0D026-8C39-49E8-85E2-943790A6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002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8754C-1947-4684-88F6-CF8E2DD8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66950"/>
            <a:ext cx="7810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PART 3. The GitHub repo as the lab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9D102-B34A-43AF-A72B-D716B7CF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657600"/>
            <a:ext cx="8382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FE5BD-2D72-4494-A48C-FBEC01B4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181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CE7F5-0BDD-47CF-9105-FB82DABE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0767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9B9922-7693-49B2-81A1-41A0DB32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810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735C2-BAAD-4AE1-B115-53740DA1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70535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373E8-E2B6-48AF-A2FE-4764E4A3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438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680BA-8FAD-4C24-8666-A0226F8F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334000"/>
            <a:ext cx="695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0EC69C-92BE-4462-B84A-5EA1C350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0E6DDB-64DE-4573-AF28-99BA8C8E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A3C7ED-4512-44AE-A448-DE0BDA13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1CD34D-508B-4F41-92B9-AF1F1A3A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</p:spTree>
    <p:extLst>
      <p:ext uri="{BB962C8B-B14F-4D97-AF65-F5344CB8AC3E}">
        <p14:creationId xmlns:p14="http://schemas.microsoft.com/office/powerpoint/2010/main" val="24311042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5F54AC-2626-4BF8-8777-DA6834ED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CA2C6-E3FB-4B41-9EBD-9404A4BE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b61e9f5e1458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1C289-F369-43C5-8820-A9A325F2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GitHub repo is the lab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3903A-2EF5-4CD8-BE2E-7B67F87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7C77A-BE35-4174-ACF6-886B123D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170DA-2DE2-43B1-B546-8403C2DB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0C7EB-8F55-4714-B925-75702137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BF17B-E836-40D5-84D6-D8425EF6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43F8BF-BE4E-4B9B-BF4D-3DC1C7FE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F1201-CFD6-4CEA-94E9-DDB7D91D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Slides explain concepts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715338-3915-4A09-9C55-66B7526C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CC9B12-EC56-4277-8FCF-4A051579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146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Notebooks execute 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716F02-A25F-432A-ABDC-DE82B3C3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6CF70-B8C1-44E3-845E-D31C88F6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Scripts regenerate figures, movies, and status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AF250-9E1A-438A-B1CD-5E641F66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475F3-AE3D-4BC1-B38E-D7A968BD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7190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STATUS.md records truthfulness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40A79-BC22-44A3-9A91-48BFA5B7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7EC9DC-BA4A-4E7A-9592-A838F3EB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2608A-4666-4579-AA4E-31DEC649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B625B6-C418-4356-B565-63F18384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1491470002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E64CE-5FC3-4782-9166-5712BD67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46149-A005-416F-AB08-A1494A4E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f8faef95f418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026FC-2771-4FA9-8F64-1E58CDDD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Cached, tiny, and research modes serve different audiences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3BCE0-0E38-42FB-9AEE-824B0656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4E282-E9BC-496C-A5C7-21B442F3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56E9D-17D5-4C25-9DF1-A38AFD70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FF7D4-0479-47AE-8496-7015764F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B14D0-238D-443C-89F1-B64C0C64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440FD-F476-4EEB-9698-E504C6FE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85118-C7A4-41C5-B3CE-070C061D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1A302-658D-4027-B51E-D9B037FB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E69900-99BF-4650-A9F1-0F189DC5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 reliability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E27CB7-578C-4EAB-B3D6-AEF1720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9F9564-88BD-4C8A-9989-CC0B83A7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6384B3-860C-4E77-9A90-8DB3240C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tiny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C64125-0025-4B1A-875C-0F940E12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instructor live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1BBD2D-6788-48E2-94C6-C0D2E9B59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08DC96-3F9A-40B8-8A33-D450A29B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CBCF5B-C07C-4DB2-BBC9-18A88865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C648FA-464C-48C1-AB45-21F6FDC2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real-code replacement after timing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13EF7-0F65-40F8-A329-F234C2E5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26774F-B36B-4DFB-A565-AC8C5B69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35C319-E37A-4587-AFCD-0765774C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50B3A8-F46C-4A1C-ADE4-CB1DDBB0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</p:spTree>
    <p:extLst>
      <p:ext uri="{BB962C8B-B14F-4D97-AF65-F5344CB8AC3E}">
        <p14:creationId xmlns:p14="http://schemas.microsoft.com/office/powerpoint/2010/main" val="24130296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6C1D66-ACB2-4073-A4D4-92F472DE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3C845-3BAE-4A03-A204-FE5736E2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7eaf65a154a4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DE731-4D58-46B3-8CBB-B93C6FC0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CI is part of teaching reproducibility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53A7F-9A2B-4E5E-8F18-CC8C6520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A3EF5-4082-4678-BCE0-0AE3C3D2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76AD85-D8D3-47F8-B96F-08287FFD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E03D1-165F-45FC-8874-EA2A37F3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cached-mode 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6177C-CEE6-4D5A-98F1-C32E9CA8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65B09-814C-4DD6-81DD-FD36C72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EE3D1-89AF-4687-BBDB-5CAB47A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Cached-mode CI runs smoke tests, data fetch, figures, movies, notebooks, and pytest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F5130-0219-448B-A886-28786A59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09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2DF036-22AC-4394-BBD2-80F83918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Students can trust a green baseline before experimenting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99F5DE-1B0A-4128-A41D-3827DA59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D0E19-5AF2-437E-AF4D-6762666B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7AC83-DFF5-47F1-AF32-466C9AF8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EB456-F26F-4F1C-A35B-F8779CF5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214166964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21F5EC-72D0-45B1-89D6-9D5E43E30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2D46A-52AD-49D1-8AE8-60E6BA62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4e77136dc645c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585F8D-A364-4C68-8B4E-7E430DDB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Notebook project: full repo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FDBD4-391F-4209-95E5-0BB3FAEC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23918-C634-4EB8-A758-4972E66A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96C17-9D49-4970-B165-3CA86221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4476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D11D6-2AF3-4C19-BC43-195D4911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Computational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60644-B092-4FF7-A6A3-99E4F9C0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3714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E5CC4-CF3F-4AC0-9277-4B28E108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95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861274-837B-48A6-865D-B3203C8F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check_release_ready.py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C8A2A-AD2E-4062-B6F8-68F79E62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24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AE8F6-FFD6-4907-9FFF-1239BF51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execute_all_notebooks.py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64FDA8-9E29-4D24-93C7-F871D568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529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1773A2-D7FC-48F7-B54D-7A1EE552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48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Review STATUS.md before making claims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87FFFD-F647-46DD-863E-761ECD3B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CF009-6F83-44CF-912E-FBDDB7EB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9145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8BEE49-9DEB-43B8-9273-5D6DA966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24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7F2BB9-3AF5-4E8D-AAC6-B29E911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289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2AE910-DB89-41A6-94C7-F52EDB1A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527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5803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2ADFF-534C-4E90-8C40-2922E1A2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62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Run cached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8D5051-EED4-49F4-9A18-99A0E031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671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E978E3-0760-40FE-9A81-D71A8CA0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909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1B412E-3BE7-4539-8D40-127F8FE2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004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knob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44557F-5662-4633-AD35-63E28D2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BCBDD0-650A-467C-A946-939E82ED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29125"/>
            <a:ext cx="323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AE4DDF-BA5C-43D6-A5E0-28D53D7A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plot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963203-18C3-4C13-9ABD-25ED3591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86375"/>
            <a:ext cx="411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A1BC79-5976-4BF3-BC0A-1A42A2A4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10200"/>
            <a:ext cx="3714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Deliverable: one figure and one defensible sentence.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F657BC-D6A6-48B2-9938-2E7961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C1B25-2D4B-4271-9592-EE4A6643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0D611-12F4-46E8-87DE-FC7E22CC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5359A0-832A-4482-9F4A-172479BB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108739955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92C7A7-6173-4FD1-9F02-70D2CF1C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F45CF3-E014-4E30-A731-BA16E057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106bb2130a41f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FEEDC-CDB1-471E-BD46-508EAC17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Design sprint: modify one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755675-9448-4A15-B972-8931307F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3DADF1-8895-4234-8826-D5D32426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FA469-9325-4FA2-B439-CEEC5A07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81B32-55F0-4EA6-B365-52E88AB7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34E012-BF11-4F44-AE0B-B48B4748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E84D5-8296-48AF-8D3C-A970E06F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419A2-3189-42D6-9190-6F98CB24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one metric column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35196B-DC9F-449E-8CBF-9AB2803D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193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E1443B-2727-47BE-B01B-28F32DC7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146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a weight or cached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E07357-745D-47C3-BE66-B50D6117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0B9DFE-BBD8-4ED2-AC37-F8327814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4325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plot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B63DF-69AE-4E67-A9B5-236B122D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76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FA71C4-50F7-4AF2-8682-2B6941F9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552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whether the design decision changed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300AFE-8BBE-4A17-A3C7-77B0A8A5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BFF0B-A328-475E-94D4-64224436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95F2B-21C7-442D-9EB1-A00AA4D3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2A50-F973-4D79-9677-48443FC31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9A13C1-2E19-4487-9846-8F68441D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9A5489-BC90-43D5-A2FC-FDA4FD24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32795078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33FE1-B332-4A52-9ABA-FD84BB6A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84F9D-2DB7-459E-8328-FDA7B147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32c58bc6f490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55E34-B88E-4862-A177-693BB67A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Design sprint: replace one cached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26561-EB13-41AB-854F-8A47A71F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07A18-D75F-4A24-83E4-FD55D2E6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3238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62452-78E0-443C-BFD1-F8A9CE7B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019300"/>
            <a:ext cx="2381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Try this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7963C-B5A1-4C47-B4E0-F90F8DD2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5-10 minute classroom exercise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16325-0EA2-480F-8D59-D1620A2B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190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6A92A-6836-4C89-BF83-D2A24CBA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B4173-C6EC-47A7-9CD6-AE60C68F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859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Pick a real package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87D91-96A7-410E-BF6F-8DA5FFBD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0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C8202D-DD90-4CC4-9602-96858D2D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352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Write it to data/cached with provenance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0F58F-251B-4067-957B-1B1E315D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9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D7F871-D28B-42DD-B560-C9A209C6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84550"/>
            <a:ext cx="5524500" cy="63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Update STATUS.md and rerun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322AD-1558-4700-8709-AD515342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5810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AB0529-9C57-4997-B117-D0705EA18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33900"/>
            <a:ext cx="5391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Expected answer is qualitative: identify the tradeoff, not a magic optimum.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2FD2F7-682D-4F28-82DC-9F09A120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F5DA5-2A72-4451-B6A2-FCC6753E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043C9-CC0B-4249-B648-977D94F9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6992F5-9B0B-4B8B-970D-3627C9E3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5598147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B1EEE6-C2B6-47FB-9573-98A34FD4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B90B8A-CC56-4F0A-94F5-28FD6B3C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b1bc4e6fd4df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B9710-615C-4A08-92F1-A3CACEA8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students should use the repo after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ABEA4-CA3D-4532-BE56-70711C60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D0F27B-C860-4183-80F5-8A8F1156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321BA-2478-4A10-BDA1-67942EB4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B6818-FE0E-45A5-99A4-0676043A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A9716-2FB7-4099-965D-D946A4C1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cached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CC3631-8BC3-45E5-B7BC-B288B1913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BD794-5D94-44F8-8C51-E44EB616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D9EC5-67DC-48D5-87FE-C0C498B4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6C8B9A-E0C4-4F04-AC66-8AAF7915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notebook at a 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EB5B3-B309-423B-AB8D-F024EF97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C5C7B-FC65-493C-855C-22F184FA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590541-8D84-49E2-B8BC-4FBA2819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5ED74D-8CB2-4316-879F-23EB67E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generated outputs small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4DC82C-5BF4-4015-A2B2-14731FA3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A2040-3F08-4166-B557-DA65FDC7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231334-90FB-4BF4-8FE9-3CA59DA2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18DD9F-7F5A-498D-9E5A-A67BE998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Document live-code failures honestly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8216D6-DB9F-4337-A9BA-CBBBE5C4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85682A-008C-4391-9B79-DFEC64D1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142E2C-FC5B-4574-8F23-B1EB6D65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32F7A2-A616-449B-9513-E6754A33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396327-52A5-43A1-866D-C221B1EB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801304-B32C-42F2-ADFB-476C0199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F545D9-B756-48B0-B04E-AE9E96F4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212160969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7EEEDE-FEBF-4B5A-9C6C-67628B48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FB0DB-7C66-4951-B890-CC113524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a0691356e497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C7201-24B4-4805-925E-FFBD45C4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researchers should use the repo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AE76C-5D46-4260-AE3B-2A9BB090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9AF73-7EF8-49A9-865B-0A466951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F19D6-2691-400A-A6A3-2D35D931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3F790-A856-441D-8650-4B881E7F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ED465-3404-4BCE-9EC6-766DFC46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fallback arrays with real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A4BEE-170A-408E-BBDD-C3425F7B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88BB6-16E8-4B3C-914D-8E4AA174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F2CFB-E183-4D9F-8CA9-488165DD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B714DA-935A-4D41-A39E-1F31A2FC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Preserve notebook structure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7321D-2A27-4B76-BE2A-3FFCA367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DE724-0FE5-4FC2-A04F-D3A699C9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56210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5CB383-461E-4084-9188-C00937AB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BAC31-F50C-4975-A45F-104B955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0505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Add tests for new artifacts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39A5F9-6111-4A82-83A2-880032D6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5662F8-5B81-46E1-822B-3105AB2B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3528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649D53-C09F-497F-A358-1B75E190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67CBB3-A8E2-431A-BACF-07052824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2857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Avoid overclaiming new scientific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4B4A5A-EC61-4CDF-9FC2-79E36C41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C02E2A-8CAC-4496-817A-C50B8C2B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440804-C4DF-4F36-8302-2412FD53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8ED376-7CE2-4F88-B393-67124BEB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688F95-ECCA-4967-A4A8-AB6DCD44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98B7F4-BFA6-49EF-8D6C-8674AEA7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780A6C-2CB2-47B1-8A29-9B70106B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1062344324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957AD5-90FB-4F35-966D-D36DB593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8D6D07-0977-49A3-91D1-4837E506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0bec9369b480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E59FCA-0789-43DF-9338-3B1BC4CA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DAE86-A0B2-4B23-843F-C27F6180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81825-9711-401D-8273-D6B866E3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4387B-3DA5-40A3-8694-484E5CC2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6D6A0-1E34-49A5-9701-A7E0F1E6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25715-1838-4880-B5E6-2066B10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13BF1-7942-4E2B-BE7E-4623DD5C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9F1E9-D535-483E-8E42-BD9FC5A8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C5537D-2F43-4F27-8350-8DEA4519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public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93435-034C-4478-B751-5E36E343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FF8DA-84A1-4EBB-B091-648B38E5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4EE22-9980-4D6A-8BFE-0D4E5A01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1FED2-CE00-4455-AE01-F5F7DFAB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cached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81825-F5EF-4D28-A685-D23C7B8A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D37588-DEE3-42D8-9634-75349F04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802388-2622-4E77-AD0F-A51E15A6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C37A32-A0D6-4C30-BDC1-3AC52D54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figures used by slides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905078-1402-4573-9062-D5D62F63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5A4F72-B8C3-4A61-B8E2-0307F5B9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642680-4B5B-4D0A-89ED-453B1D0D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053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FE1F96-4358-47E1-B778-50C0E92F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notebooks and scripts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C475FA-22FC-4818-8AF5-DEFB0702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196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6FC8B2-84F6-43BE-9B75-75746734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0D207C-5C6C-45D8-901B-982F4B10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292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FAA9E2-FD6B-436C-95E7-5D19EE9E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status and docs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F7A306-0106-48FF-843E-0DBBAA9D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435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it as a metric, constraint, or validation gate.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6DEE60-7C07-4E00-BC97-42CC2D4C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B6DF4F-6BEC-4A77-92F2-32ED82BA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BA3A59-7467-44D9-9008-25608474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6FD6B9-31C6-4D86-8178-C1ADA04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45216299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12D40D-16D5-4AB9-B75F-A8B5A501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5BC96-8CF9-4DF3-8162-B722500F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E775C-F00B-4105-86D8-1A1C04C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A735F8-82D8-4B49-9F60-B3D6C788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B0377-D263-4BFE-8BAE-59203FAD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5E6E2B-93E3-4F4C-9377-CE2AC1EA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prompt-package PDFs/PPTX/zips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4AC24-CD44-4EB9-A9A2-AF04C484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86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AC70C-7477-438A-AE1C-FCD479A4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813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private screenshots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BF485A-B1A2-4F78-B31A-5BB41381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D09E5-3501-4605-8B03-FF224178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338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large generated runs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F04A7-2B46-46C3-882D-4A324416A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391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30D609-91B7-44AF-96D4-B7F48EF9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tokens or local environments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FDDA7-D63F-42EC-B0E1-C3D047F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C28DFE-AD29-4411-B28C-EC4B292B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6FF81-1DA2-4053-84CF-0B3C4A05B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6e9d3faf84401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B35A4F-9C30-4C1D-9220-673E47BA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stays out of git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1BF67-D0C7-4E0D-81AF-AA1ABF24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E5E128-E0BE-4AB1-BECB-B4974E4A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B3F991-672D-48F8-8782-6067A3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D85BA-034A-4CB6-BC14-76B5C077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B59021-9715-470C-B3DA-9F1A41A7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66029773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430A14-BED4-4856-985F-AABA65D9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97E95-B453-43D8-A482-FACAB92E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450D9F-6FD7-402C-B8C9-9DDACBCC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01769D-862A-49B7-81C5-9B0F08C5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4C647-87CC-4822-B26E-94554759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259D01-0DD2-4A6C-8F13-82FB60FE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Every artifact needs an owner: script, notebook, source, and status 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BE7A8-CC0F-45EA-98A2-546D6BEC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E48B6-2FC9-423E-9077-D700FDBBC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This makes the workflow teachable and debuggable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BA1EE-9F52-40D3-99D3-458FC57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26000-A652-4A42-991F-BC6EE086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1F029-0F18-46E1-BAC2-CE0EAA46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722f1532c437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65E83-7504-43E6-9657-63CBF501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Integrated workflows need ownership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0B9EC2-24D0-4594-B65A-3AE8BA787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EC45BF-2CD4-45B0-AFD6-47EFBFFD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BAE660-94E7-4BDA-8163-EB262144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B5820-284C-4716-815E-D4E41556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D60228-2659-4C3B-BCBD-8FC3D9B6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82581711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6ED6C4-5E66-4D65-9EBD-04B05A03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65351-0C55-4D2B-B9C1-4FC908740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C2AFF2-E7A9-4042-B1E7-9B1E254F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900456-1452-41BB-9418-F9CC7DA8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F6F477-C4FB-4B46-8E56-C23FF155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1F52B-6AC8-457E-90A4-15522A36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Pareto front is an argument surface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242D1-3C1B-416A-8D86-4BE00A96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432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116C7-B3CA-4EF3-B074-2D2EFC4A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38500"/>
            <a:ext cx="819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final choice still needs context and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1FF7FD-C02A-49AF-8B6F-2912370B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23F8E4-7E00-41DB-90E1-16BBB947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48B405-3173-44F5-981D-7C320056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a57f3bba84ea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DD56D-E8F3-444B-B4AB-17E41D0DE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Pareto fronts need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6B9AD-8E16-4E4A-936E-81BA113B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6AC1E8-8EFB-4B62-8A76-9D827443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8F3E9-6BA9-48F1-9A70-C572D628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A3B2A-AACE-4A5A-9616-2BEC7A40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C8BC8D-65BC-428B-B00F-AC96C357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1704967911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B578FA-7487-4C1F-9916-384007F6E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E6770-AC23-4AF6-A384-6370C893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e0f42e825434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555B37-BA7E-4E79-ABA0-72479273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Final design commandments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9D10F8-473C-4144-B63B-944F6FC47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2E422-5248-4308-B3C2-D3423009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9700B-D888-44A9-9A26-10DDD801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every boundary with its coil 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94DF5-C780-4D4E-92BC-DF0B1AF3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7219-2080-4B27-89DA-4D5BF283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State the validation domain for every metric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1F9A0-191E-4B61-A957-C2705025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981C6-E52A-419B-92E0-F681B3DE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Pair each proxy with its failure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77975-7E5D-4CBC-9F43-57C44265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317B5-5FBD-4151-8448-F994A693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weights behind each Pareto choice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A64BFA-1B3B-42D3-BBB1-666124FE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46921-3D1C-417C-A2EF-4C3825DF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122D8-8816-4CFE-A0FC-20FA813D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4BDC8-A67B-4709-8D3A-919CAF9B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BFF66F-EF49-4C26-A047-4049B4B4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A8096-7031-4B00-BD12-9FF6E9331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97097545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3E8D09-1E28-42DF-8048-483E7FB1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CED73-98A2-40F4-847F-0D378450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1d7c4dab1b423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31786-F143-4104-81F4-FE7B562B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Keep cached mode honest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ECC7A-A610-4063-8618-DF0957B2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F06A0-9A64-4B9D-8642-4CE1118B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09D7B-DD2C-429E-A2CA-A3734623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Label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1FAB15-837C-4F2B-947A-7AC3498C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68FCC-6922-4C67-97CA-9A179A2B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only real wout files or labeled synthetic fallbacks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923864-32D8-4CC5-9A97-3928892D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894B6-D74D-4C8F-AFA2-F6C343AB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Record limitations in STATUS.md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71FF2-8C87-456F-9D1D-383E5A38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9CD799-9138-4155-AC2A-B610F2BD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21E51-EBE6-49CC-99E3-73E1C391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0A6EA3-EE47-4A70-B17B-00FBFA94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C5139-0EC3-4517-B7CD-75E4ADA3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5207E8-B8ED-44EE-920F-07414DA5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1681109104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80F96D-5E7B-429A-BD15-B439DF54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A7BB9-CD55-44A0-90C7-669620A4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cff126ea643d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9B00E-1D58-4583-9BE4-001DE4EE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Make every plot teach a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0E207-CBB8-455C-A2FA-94C447E2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B1E09-330C-476E-8962-98F0FBC28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02444A-4C6D-4BBB-B959-6A8F551F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changed?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871AA-7FE2-4B97-8C04-8D1BD3BF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FEAED-9CBE-4588-A65F-991B9C2B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design wins?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FC1B8-29A0-4272-91FB-55422F2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02700-85C3-4716-AF6E-134972BC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failure mode appears?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71F9C-0958-413D-82C7-79E7A4B4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2E495-7C22-44FA-9091-D7D7A156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would a higher-fidelity code check?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37977-5D79-4D6C-9164-30917A53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59DEA-9D33-42DD-9AFD-209C40CE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398D2-701A-40D9-94BE-A790373CB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F7F9C1-EAA8-47DF-8313-483727B3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6E4FF1-8517-4243-9DB9-24F8D966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74CEF-2746-4846-8627-8AA89CF0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52609511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A17622-C818-4DFD-9E8E-79C7F70E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73394-5105-44EF-A2B9-989D9F07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0A416-89D3-4D3E-B34A-55765308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bdbd4405b45a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00B0E1-46FD-407F-8050-33F1DAB5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38A18-D87F-444F-A483-3493F456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Future of stellarator optimization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EDC6F4-F31C-46E0-A394-0D14720A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EBF5B1-EC08-40FF-B8D7-2290C10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480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8E2ED-245D-4502-BF2B-123A52E7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Coupled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67F83D-1042-4FD6-85B8-1453A337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38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F4CAB0-B634-4B9E-8C76-DA96B563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338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Differentiable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E6CE2-8A47-41D2-B1A4-6F78FFCB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291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037E1-525B-4E9A-8BC0-3FDA8581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Multi-fidelity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CC26B-51A1-4EC5-8BC1-A9AC9BB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19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B4484-4C96-42D8-8919-49B129527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Profile-aware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41CF92-2900-49FE-A0A7-735FDFFC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0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14874A-FE9C-4272-B924-53D4E0F8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054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B826EE-90EF-4A30-8F60-03BE32E5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6EF33-A70A-4CA8-90AF-D4489900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FA595-B5C0-4EB0-9B7D-CBBDBDB37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769636389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8977ED-675C-4724-8E7B-BDBF8620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435DC-09B5-40DB-AF22-95B1B150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98e249148424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6516B-0FE6-4FCB-8B31-6C47B648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Repo lab 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072A9-7FA5-4D98-AA64-BB70DE0B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7F399-8E67-4BC6-AE0C-BC4FE153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34C58-89B0-4B95-A354-7B3DDF9E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87101-738F-4A29-A5B7-6561EB4F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F57A3-0BCC-49C1-ABD0-C542E53C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cached and confirm the figure appears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64F39-3694-4B17-85F1-80A325E8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92062B-FE55-4192-A26E-8BD39E3F5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1DAE8-3185-4CDF-89D5-0DE9B81A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597F7-2615-4C1D-9DC5-3FBB4193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Change one objective or weight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074229-7B6B-4C97-B8EF-DCFF1AAF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F783E-E2DB-43B6-8D58-C3EC9FAC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D3A1D-0A59-4A63-8B1B-B71FE6E6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CC274-1931-4267-A321-98D7102E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 the plot and write one defensible sentence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FFF4F-A280-46D4-B2F4-11217450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7F20E4-4EB6-4FDE-A628-86C0CE0E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9BFED7-4C0C-4310-AFA4-192EB2DD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D9E7C6-B30D-4C41-8D8B-E3FA0FAF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515DA-CEF7-466A-B129-4E808BF7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966FF3-6D75-48F0-9441-45925B0B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24971-33DB-4D67-88B7-D4554AC5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85094277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669FF7-61F4-4CF6-A523-042402EA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A371AB-2F73-4EDD-975F-F39C8D80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494edff02c4aa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3F3301-0C0A-49DA-A2A4-BF86A967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STATUS.md anatomy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EAE3C-E2C3-4817-A62E-EA1A3B589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E31AC3-AE76-4334-8711-905DEE2D2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5CA80E-479E-406A-B014-F23524AD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809B1-E3C4-4418-A03F-89EC2BAC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72D91-2D18-47F5-9C53-E8F9ACA7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9B580-838B-4545-A6AB-EC480D5F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C3B79-CB00-44C1-8B0B-053EE1A4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B4FD8-6A97-4747-AB48-5D1022A1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Package 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A0960-6EE6-4E5D-BBAC-3856417C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imported and what was skipped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4D846-3F9C-46E6-985C-41A24ACC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9DCAC9-B641-44AA-A7A8-79F8CD1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69823-8369-4976-99AA-6AD8ED27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Data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03758-D0DF-4E58-B711-2C1A64C8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was real and what was synthetic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50C33-CD56-4E83-BA69-F95C7EA9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63155-6735-435D-A2F9-E42076D0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DF8BE3-C59C-4FB7-BAD4-AB1BF8F4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status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F6D606-689F-4D5C-B3C7-1D4EA5C4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what ran and what saved outputs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2ACFF0-0C6D-4AE7-8CAE-0C68F76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319DE-487A-4694-8D93-855194F4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9805C9-09B1-4434-A154-38F5EEE6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CD9832-EA67-417B-B226-13FF5689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28900228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02D759-BB26-41D6-A137-31958687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CEBDDE-9F2F-4A99-AC65-553A4D7E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26DBC-2458-4026-9828-9EAED7EB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9B3CC-6130-44B4-B960-E240DC57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2FC46-DB2F-4E7E-B766-92359629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1B1C2-3BC8-4FE0-95C1-9ADA3D20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package starts compiling during class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240F0E-2927-48B5-B18D-36D44637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15B41-A540-47A6-A924-5ACB24B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notebook loses its cached fallback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E79463-BE00-46B5-A9FC-689E5DD1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095A27-C36B-48AA-B583-80BEEC49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result is numerical but the validation path is missing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0BE9C5-8DC4-4ECA-AC8F-5E21A9F6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A6F963-4B95-4EFD-B9D4-6179645F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48470-0261-4207-88AE-E4CFAA93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ae92a46b24ee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15246E-D4FC-4131-AE82-D0A511E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Live-demo abort criteria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6D4FF-C2CF-4684-A1EC-7BFD6164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1EC07-D658-47A2-9F65-DC4B0D90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0820C4-1188-427C-8AFA-B6483268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38F25B-CDDE-4BA4-A068-877B3C50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0120E-62B5-4B8C-AFD2-8DFDF6C3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192657669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654D6-C0FC-4C65-B621-48F170D0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50C0D-2B27-4977-A89F-B8823B9B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356514648434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2CF18-A98B-48D6-8985-B920F09A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Manual steps before the school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6E1B86-A42A-4694-AB88-79FD2484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371B6-82D1-4567-AE90-8511CF8F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00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A342F-5E45-494B-A962-8CC67F0C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62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5A3CA-CB94-41D2-A607-A52791A2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66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0C4BA-3A62-4B55-85E6-C3E80D99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62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lecture machine and environment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F7CF2-D7C6-4190-A0BC-279D76A9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FC9B8-2B85-4328-B4E8-D773E69B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14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7F4FFE-8AD7-4B2D-B750-CCA7A74C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19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865C4B-F1BC-41D7-8B51-034703030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714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Pre-fetch equilibria and verify notebooks render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26486-E0FB-4B10-B941-CCC5DA3C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7052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BBA660-ABE4-405D-A42C-D8389E71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671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1561C5-58E7-4347-AA29-5FDD853E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5718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3533A-D687-4FB3-820D-1CA6FB6D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6671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Decide which research-mode demos are worth running live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DC429C-880B-435A-B0C0-DD0734E1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57725"/>
            <a:ext cx="247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2B754-D992-4BC1-A2D8-91B77FB5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19675"/>
            <a:ext cx="19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118F04-4B77-4A46-AE27-EA115C8F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524375"/>
            <a:ext cx="8001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59EFFA-FDBF-4FB3-999F-9B2E5D2C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619625"/>
            <a:ext cx="7543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Freeze the branch or tag used for the school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91223-5CDB-4B83-A1B9-FDCBF849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46672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Cost hierarchy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4F3640-C885-4AC6-ABB2-0AD24B82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F39B68-7361-4F7E-BAC5-C9379D6E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7405D8-DD4F-46A7-9E99-56F367EC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3EF280-2F5E-4DA2-880E-0E49E53C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1264914031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B699A3-3CD7-47D7-997D-794DF55C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1CB1F-1837-4E58-8539-851A87D4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4b0c54c0cc47e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6C073-A18C-489D-9D3B-E6DEA9A5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is a credible design argument?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2C2CB-E199-4CF3-BEC0-AE5ADC1E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90927-129B-4593-A131-F15E865A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8D261-E1FC-4270-ACBC-EB225CC1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A27C3-721F-4541-8CC6-E4E6FFB5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B1B147-9B99-44EA-BE07-55210E5F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boundary and the coils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295D4A-EBAB-4E95-AC51-32BBC681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80B06-BEAD-4B86-94EA-B7BD1A80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58BE6-B35A-433B-B08A-6A6CB2FD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91DA0-37B9-4D3E-A8A0-C8E77516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metrics that improve and the metrics that fail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773DA-B043-40C9-B28D-3117E467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AA3D7-FCCD-41C4-BC4C-BD8D6B93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105FCE-8CCC-4CFD-8472-CB35C99F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01DA5-22F0-4AB2-82FF-7B208898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Show the final choice on a Pareto plot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F39999-0880-4C92-88BB-21EBE7D5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33C80D-87D0-487D-A8C2-68E2304F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DBEF96-03C2-4D3C-9DD1-99ED8E6A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370BD6-DEBD-40CB-8691-C71798D6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B8428-2AC1-4D04-A061-97506124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A95AF0-7B3E-4718-B3A7-0258B35D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E52CD-6049-4EC0-BA6E-6DEBF2A3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39</a:t>
            </a:r>
          </a:p>
        </p:txBody>
      </p:sp>
    </p:spTree>
    <p:extLst>
      <p:ext uri="{BB962C8B-B14F-4D97-AF65-F5344CB8AC3E}">
        <p14:creationId xmlns:p14="http://schemas.microsoft.com/office/powerpoint/2010/main" val="72567931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16C4D9-7FE6-4D01-B008-22C4F1B6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4600D-47A8-45B2-B6C3-701DEE35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6f6a9ce37467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833611-0CDA-454F-967B-04F5ECBD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belongs in git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BF4D0-288C-4806-B5E1-4FBB718A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850335-A174-435D-AB86-DD852C12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786464-F880-43FF-A7D7-DFABA34F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6D18F1-D77A-4B95-AD30-85577FA6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56532-9221-4389-8C03-5170D9FA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BC02F-CBBF-4023-BFEA-515D7E19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82C6C7-EA4D-46CA-9C21-A1DCB813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C5C6E3-A9D0-41FE-9ED9-B32147E2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Small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3F3B0-F004-4BC6-8265-272B1F3A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versioned and documented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6C329-052E-493D-B5DB-65E5F057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D5262-FADF-4A0C-B4D6-772330F1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0DAD7E-8985-4ED7-9B41-1497FFA3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Cached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6D156C-62BC-40E8-9712-BC74B373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labeled educational 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A31854-7461-412E-80DB-4C9207DA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8B621-1D97-43C4-8AC4-BC88ABAA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FAD2E-7652-4E80-B9FA-1D9BBE86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Large outputs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F1670-D8C6-4491-A8B0-0C36BAF8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regenerated by scripts and ignored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A604A1-5F7E-4008-8457-47B46B23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F09C07-19FE-43F3-8A33-F01818A7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B06EBE-4583-4F30-B599-15AF9A8C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2AB8CD-3678-4868-94BB-2D7089B6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40</a:t>
            </a:r>
          </a:p>
        </p:txBody>
      </p:sp>
    </p:spTree>
    <p:extLst>
      <p:ext uri="{BB962C8B-B14F-4D97-AF65-F5344CB8AC3E}">
        <p14:creationId xmlns:p14="http://schemas.microsoft.com/office/powerpoint/2010/main" val="834689789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6AEA4F-BEF0-4BBF-9F28-300A9513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55925-5305-4FDD-8B71-DC6E5841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59943c1f04f3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E7F3A-75F8-437D-BABD-89C46F62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Example - replace one cached artifact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76915-97B7-4EA3-84E8-8157DF12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BCF12-810B-47F9-BB7A-600EF1B9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BC4A05-1357-4C8A-A851-F8EEF655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49425-0C73-4E6B-A749-5B9C0707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C29B4-F799-4D88-8592-302E788D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Run the real package for one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6FE7F3-83DE-4D8F-A391-AED671EA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CF6C0-69AD-4DFF-A48F-815DD650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65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F6A0C2-1E49-447B-A6E2-3D7DAEC0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646569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C7A16-CA9F-47CC-B889-EFEBB3E0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Save a small processed array with provenance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37BE3-1624-4D6E-A68D-E54EDF64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A04AA8-B4D1-4AD0-A268-D99853D3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090F1-210E-47F6-BF79-14EC28B3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33600"/>
            <a:ext cx="552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835F82-7D27-41B7-9757-9CCDF87B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384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76200" rIns="0" bIns="7620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Update STATUS.md before changing the slide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62DAE8-21A3-4409-A673-3EBCCC09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1009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389AF4-8551-487B-914C-C05E8344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7680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Class 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2D3CCB-83CC-47ED-B1EF-399D45EE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8768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Connect the concept to one objective, one plot, and one exercise.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5D273F-A1F0-4B51-937B-F6CFADDF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4CD9E1-3749-452A-A303-084015E2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5AAE53-6D6F-4CF1-ABD7-24AB1B66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2A90E5-25F7-49CF-93A8-7925250A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41</a:t>
            </a:r>
          </a:p>
        </p:txBody>
      </p:sp>
    </p:spTree>
    <p:extLst>
      <p:ext uri="{BB962C8B-B14F-4D97-AF65-F5344CB8AC3E}">
        <p14:creationId xmlns:p14="http://schemas.microsoft.com/office/powerpoint/2010/main" val="193916028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310D6A-018E-4AE9-94D8-3F42B260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7F10D-44EC-4D5D-8972-E37FBFCC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73DAB-0897-4B0C-8AC5-093906A5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3C6D3-1B95-46F8-A5CB-E35C7D104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B06B48-C7E5-420D-8226-02A9B8DD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CB079-CF01-4D82-8589-F6B76C2F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Weights express a design choice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386A2-FC3B-4D38-A912-8D44D973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B0346-B56C-45B6-8E76-6DF8F7AB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Nondominated points still need 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EFA7D-AE24-4E0B-8B63-13C23F41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5946E-F3B9-4D56-B12B-4E71D39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final design must survive new constraints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A3738D-0A51-4BBA-9C45-88589632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D78467-AB17-4FEC-AA22-95F9353A6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Classroom rule: label approximations, keep cached mode ready, and write down what was actually computed.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7EA4CC-33D9-4C28-BAB6-37B92E28D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7349e5106d4e2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F25CAD-25AC-4E0E-A26F-BCF8C231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Pareto decisions need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7FD516-154F-46D4-A86F-93E0A180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3A563A-A155-48DF-AB29-CC0ABAEE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D4DA8-789D-40D5-A67B-D1908806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DE7141-70F7-4219-B53B-BD80A5C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D5A3A-D0EF-4177-A824-554C187E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42</a:t>
            </a:r>
          </a:p>
        </p:txBody>
      </p:sp>
    </p:spTree>
    <p:extLst>
      <p:ext uri="{BB962C8B-B14F-4D97-AF65-F5344CB8AC3E}">
        <p14:creationId xmlns:p14="http://schemas.microsoft.com/office/powerpoint/2010/main" val="175767648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047F31-1607-48EC-A213-AA2D7E7F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29D534-F656-4354-963A-F7A10B9A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4ea0dabd9422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7B6DA-2EDB-43C0-9D91-DCF3A81B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After the school: turn lessons into research runs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40276-82BA-401F-9B1E-BA3DC2DE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53060-4C20-4B1C-BEB3-08635AA3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5240D-47B1-464A-A437-74F28D72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Replace cached arrays one package at a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80DD6-B6A5-4FBB-B443-84226393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D1B426-BC79-470A-A040-D056418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notebook exercises stable for students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51562-43BB-406D-9B04-E64BA0BB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CB0B9-AEBB-4767-A571-F427B509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Add validation artifacts before strengthening claims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5BFFBA-F2DB-40EF-8A6A-77CE4979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1EF422-E59C-47A0-945E-973A5773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A6ECA-AA14-4803-AA38-FEA11355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56AE7-D5B4-4231-AC5E-34585BB0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7D8624-4C96-439E-82FC-5249249E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6622D-C271-4B8B-BB31-A8E263D9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43</a:t>
            </a:r>
          </a:p>
        </p:txBody>
      </p:sp>
    </p:spTree>
    <p:extLst>
      <p:ext uri="{BB962C8B-B14F-4D97-AF65-F5344CB8AC3E}">
        <p14:creationId xmlns:p14="http://schemas.microsoft.com/office/powerpoint/2010/main" val="52141215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8064AB-8D3E-4DB6-A244-9BE9AFCD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7002A-7CCF-4031-818F-7424B00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8295e37dd43e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1205C-289D-4F7B-AE7B-3B1E1BBE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720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4 take-home messages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14B3E9-E64D-400A-A095-C56B944C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A6B61-51D9-4014-9499-E25E063E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BEA14-519F-4DC8-9B5F-76C1CFE0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design loop closes only after profiles and decisions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7D5A80-B54D-439D-957A-105A9F50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2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B3A13-C984-4BD3-B523-207E1DA8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780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repo is the lab manual and the audit trail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C725D-760F-47D0-B87F-22FD85C0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30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7837D-9499-48FB-A2CD-0E803B55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25850"/>
            <a:ext cx="8667750" cy="79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credible optimum is a reproducible argument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02310-46F8-4DC0-950B-5617E9CF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37501-CD39-478F-83C9-F36DE68B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8F9EFC-020D-4B20-A965-3AAF01B9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19039-23B9-4D1A-9D86-477F9D00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E9309-4554-48B4-A9E1-2FFDB3FD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cached / tiny /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4C70D-6449-4C9A-9233-E774AD6F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44</a:t>
            </a:r>
          </a:p>
        </p:txBody>
      </p:sp>
    </p:spTree>
    <p:extLst>
      <p:ext uri="{BB962C8B-B14F-4D97-AF65-F5344CB8AC3E}">
        <p14:creationId xmlns:p14="http://schemas.microsoft.com/office/powerpoint/2010/main" val="574625134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43BCF5-C5AE-44CC-9A3B-AAEED55A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911D0-26C7-422D-B242-7653A608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4DC3F-8B82-4AAC-9B2A-AFA2044FA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2eb29849943a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412D9-7358-43E3-A4F6-169B4089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40D451-E682-4567-ACDB-AFF16655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Take-home message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92AD29-AE5B-448E-91BB-77DA2B67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76407-40B2-4470-9334-F81B16DE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7D0BC-2E5A-441B-9B32-0DE242FA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098D8-2390-4E22-B504-BC2F48B0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EE9E62-25A1-4FDA-BBC1-1AFDE07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3B77D6-CF2D-4FF8-AC5F-5A109A75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785B2-FFDF-4251-BC5D-57599530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C75C0-6C69-41F3-AC17-BAF442A2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45</a:t>
            </a:r>
          </a:p>
        </p:txBody>
      </p:sp>
    </p:spTree>
    <p:extLst>
      <p:ext uri="{BB962C8B-B14F-4D97-AF65-F5344CB8AC3E}">
        <p14:creationId xmlns:p14="http://schemas.microsoft.com/office/powerpoint/2010/main" val="5191168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2026-05-23T14:54:37.3370000Z</dcterms:created>
  <dcterms:modified xsi:type="dcterms:W3CDTF">2026-05-23T14:54:37.3370000Z</dcterms:modified>
</coreProperties>
</file>