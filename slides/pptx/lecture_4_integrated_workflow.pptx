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6a5de9b9734850" /><Relationship Type="http://schemas.openxmlformats.org/officeDocument/2006/relationships/extended-properties" Target="/docProps/app.xml" Id="R4157a4ddf05b4b07" /><Relationship Type="http://schemas.openxmlformats.org/officeDocument/2006/relationships/officeDocument" Target="/ppt/presentation.xml" Id="Rdec9165ffab542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1ac4869171488c"/>
  </p:sldMasterIdLst>
  <p:notesMasterIdLst>
    <p:notesMasterId xmlns:r="http://schemas.openxmlformats.org/officeDocument/2006/relationships" r:id="R912a621708bf4035"/>
  </p:notesMasterIdLst>
  <p:sldIdLst>
    <p:sldId xmlns:r="http://schemas.openxmlformats.org/officeDocument/2006/relationships" id="256" r:id="R0726d9a455814e41"/>
    <p:sldId xmlns:r="http://schemas.openxmlformats.org/officeDocument/2006/relationships" id="257" r:id="R65bcb38c773b41dc"/>
    <p:sldId xmlns:r="http://schemas.openxmlformats.org/officeDocument/2006/relationships" id="258" r:id="R22ef3d250ffc4b10"/>
    <p:sldId xmlns:r="http://schemas.openxmlformats.org/officeDocument/2006/relationships" id="259" r:id="Rf366748fb5134cd7"/>
    <p:sldId xmlns:r="http://schemas.openxmlformats.org/officeDocument/2006/relationships" id="260" r:id="Rc90df0d70ff9417e"/>
    <p:sldId xmlns:r="http://schemas.openxmlformats.org/officeDocument/2006/relationships" id="261" r:id="R6a17c701f0894282"/>
    <p:sldId xmlns:r="http://schemas.openxmlformats.org/officeDocument/2006/relationships" id="262" r:id="Rfff5796b639f4cec"/>
    <p:sldId xmlns:r="http://schemas.openxmlformats.org/officeDocument/2006/relationships" id="263" r:id="Rcf4ed8c9163c4124"/>
    <p:sldId xmlns:r="http://schemas.openxmlformats.org/officeDocument/2006/relationships" id="264" r:id="R9da3c72539144594"/>
    <p:sldId xmlns:r="http://schemas.openxmlformats.org/officeDocument/2006/relationships" id="265" r:id="R919c2ba9b36547b1"/>
    <p:sldId xmlns:r="http://schemas.openxmlformats.org/officeDocument/2006/relationships" id="266" r:id="Rfbf755e7e814489f"/>
    <p:sldId xmlns:r="http://schemas.openxmlformats.org/officeDocument/2006/relationships" id="267" r:id="R1f7673e14bd44afc"/>
    <p:sldId xmlns:r="http://schemas.openxmlformats.org/officeDocument/2006/relationships" id="268" r:id="R42acc0ecb7d44833"/>
    <p:sldId xmlns:r="http://schemas.openxmlformats.org/officeDocument/2006/relationships" id="269" r:id="Ra0e978e24f75428c"/>
    <p:sldId xmlns:r="http://schemas.openxmlformats.org/officeDocument/2006/relationships" id="270" r:id="Ra9c9092923ce4982"/>
    <p:sldId xmlns:r="http://schemas.openxmlformats.org/officeDocument/2006/relationships" id="271" r:id="R231919f75600435a"/>
    <p:sldId xmlns:r="http://schemas.openxmlformats.org/officeDocument/2006/relationships" id="272" r:id="Rc8a14ec592334d73"/>
    <p:sldId xmlns:r="http://schemas.openxmlformats.org/officeDocument/2006/relationships" id="273" r:id="Rc6fbc02e211441fa"/>
    <p:sldId xmlns:r="http://schemas.openxmlformats.org/officeDocument/2006/relationships" id="274" r:id="R88b66f007faf4e31"/>
    <p:sldId xmlns:r="http://schemas.openxmlformats.org/officeDocument/2006/relationships" id="275" r:id="R4ec8b9a6af2d4fa0"/>
    <p:sldId xmlns:r="http://schemas.openxmlformats.org/officeDocument/2006/relationships" id="276" r:id="R1e40f427d6b34cd5"/>
    <p:sldId xmlns:r="http://schemas.openxmlformats.org/officeDocument/2006/relationships" id="277" r:id="R4ce5a5af5dc14c2e"/>
    <p:sldId xmlns:r="http://schemas.openxmlformats.org/officeDocument/2006/relationships" id="278" r:id="R648d4ef80e1e4bfe"/>
    <p:sldId xmlns:r="http://schemas.openxmlformats.org/officeDocument/2006/relationships" id="279" r:id="R75bc27a3cab14e3b"/>
    <p:sldId xmlns:r="http://schemas.openxmlformats.org/officeDocument/2006/relationships" id="280" r:id="Rd87f82c9e5134655"/>
    <p:sldId xmlns:r="http://schemas.openxmlformats.org/officeDocument/2006/relationships" id="281" r:id="Rf59250e0e0114ee9"/>
    <p:sldId xmlns:r="http://schemas.openxmlformats.org/officeDocument/2006/relationships" id="282" r:id="R2092fdd1be33462e"/>
    <p:sldId xmlns:r="http://schemas.openxmlformats.org/officeDocument/2006/relationships" id="283" r:id="R45f30ddabe844b39"/>
    <p:sldId xmlns:r="http://schemas.openxmlformats.org/officeDocument/2006/relationships" id="284" r:id="R691f5c9127364349"/>
    <p:sldId xmlns:r="http://schemas.openxmlformats.org/officeDocument/2006/relationships" id="285" r:id="R943108bb0b0a4e5c"/>
    <p:sldId xmlns:r="http://schemas.openxmlformats.org/officeDocument/2006/relationships" id="286" r:id="R436fef771ee7474b"/>
    <p:sldId xmlns:r="http://schemas.openxmlformats.org/officeDocument/2006/relationships" id="287" r:id="R5582b13b31d94351"/>
    <p:sldId xmlns:r="http://schemas.openxmlformats.org/officeDocument/2006/relationships" id="288" r:id="R0db8e3603d7b4ba4"/>
    <p:sldId xmlns:r="http://schemas.openxmlformats.org/officeDocument/2006/relationships" id="289" r:id="R9987eca7d5924ed5"/>
    <p:sldId xmlns:r="http://schemas.openxmlformats.org/officeDocument/2006/relationships" id="290" r:id="Rc4e7f0cf56b843bc"/>
    <p:sldId xmlns:r="http://schemas.openxmlformats.org/officeDocument/2006/relationships" id="291" r:id="Rf03016a85b1049cb"/>
    <p:sldId xmlns:r="http://schemas.openxmlformats.org/officeDocument/2006/relationships" id="292" r:id="Rb5a4444da0dd452a"/>
    <p:sldId xmlns:r="http://schemas.openxmlformats.org/officeDocument/2006/relationships" id="293" r:id="R593da28be85a4b54"/>
    <p:sldId xmlns:r="http://schemas.openxmlformats.org/officeDocument/2006/relationships" id="294" r:id="R981a2a7eef1e49ae"/>
    <p:sldId xmlns:r="http://schemas.openxmlformats.org/officeDocument/2006/relationships" id="295" r:id="R7cb389732c2f4b1d"/>
    <p:sldId xmlns:r="http://schemas.openxmlformats.org/officeDocument/2006/relationships" id="296" r:id="Rbfecfb4b89244d35"/>
    <p:sldId xmlns:r="http://schemas.openxmlformats.org/officeDocument/2006/relationships" id="297" r:id="Rfeb9a703b58d4f81"/>
    <p:sldId xmlns:r="http://schemas.openxmlformats.org/officeDocument/2006/relationships" id="298" r:id="R60efb3a10d484f33"/>
    <p:sldId xmlns:r="http://schemas.openxmlformats.org/officeDocument/2006/relationships" id="299" r:id="R1360113eada3453c"/>
    <p:sldId xmlns:r="http://schemas.openxmlformats.org/officeDocument/2006/relationships" id="300" r:id="R04009b156d744c1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1ac4869171488c" /><Relationship Type="http://schemas.openxmlformats.org/officeDocument/2006/relationships/theme" Target="/ppt/theme/theme1.xml" Id="R770a69bb2e6d4fec" /><Relationship Type="http://schemas.openxmlformats.org/officeDocument/2006/relationships/notesMaster" Target="/ppt/notesMasters/notesMaster1.xml" Id="R912a621708bf4035" /><Relationship Type="http://schemas.openxmlformats.org/officeDocument/2006/relationships/presProps" Target="/ppt/presProps.xml" Id="Rc462993f595c4b82" /><Relationship Type="http://schemas.openxmlformats.org/officeDocument/2006/relationships/viewProps" Target="/ppt/viewProps.xml" Id="R6df0cf1193ff48f2" /><Relationship Type="http://schemas.openxmlformats.org/officeDocument/2006/relationships/tableStyles" Target="/ppt/tableStyles.xml" Id="R18a2ac4234984940" /><Relationship Type="http://schemas.openxmlformats.org/officeDocument/2006/relationships/slide" Target="/ppt/slides/slide1.xml" Id="R0726d9a455814e41" /><Relationship Type="http://schemas.openxmlformats.org/officeDocument/2006/relationships/slide" Target="/ppt/slides/slide2.xml" Id="R65bcb38c773b41dc" /><Relationship Type="http://schemas.openxmlformats.org/officeDocument/2006/relationships/slide" Target="/ppt/slides/slide3.xml" Id="R22ef3d250ffc4b10" /><Relationship Type="http://schemas.openxmlformats.org/officeDocument/2006/relationships/slide" Target="/ppt/slides/slide4.xml" Id="Rf366748fb5134cd7" /><Relationship Type="http://schemas.openxmlformats.org/officeDocument/2006/relationships/slide" Target="/ppt/slides/slide5.xml" Id="Rc90df0d70ff9417e" /><Relationship Type="http://schemas.openxmlformats.org/officeDocument/2006/relationships/slide" Target="/ppt/slides/slide6.xml" Id="R6a17c701f0894282" /><Relationship Type="http://schemas.openxmlformats.org/officeDocument/2006/relationships/slide" Target="/ppt/slides/slide7.xml" Id="Rfff5796b639f4cec" /><Relationship Type="http://schemas.openxmlformats.org/officeDocument/2006/relationships/slide" Target="/ppt/slides/slide8.xml" Id="Rcf4ed8c9163c4124" /><Relationship Type="http://schemas.openxmlformats.org/officeDocument/2006/relationships/slide" Target="/ppt/slides/slide9.xml" Id="R9da3c72539144594" /><Relationship Type="http://schemas.openxmlformats.org/officeDocument/2006/relationships/slide" Target="/ppt/slides/slide10.xml" Id="R919c2ba9b36547b1" /><Relationship Type="http://schemas.openxmlformats.org/officeDocument/2006/relationships/slide" Target="/ppt/slides/slide11.xml" Id="Rfbf755e7e814489f" /><Relationship Type="http://schemas.openxmlformats.org/officeDocument/2006/relationships/slide" Target="/ppt/slides/slide12.xml" Id="R1f7673e14bd44afc" /><Relationship Type="http://schemas.openxmlformats.org/officeDocument/2006/relationships/slide" Target="/ppt/slides/slide13.xml" Id="R42acc0ecb7d44833" /><Relationship Type="http://schemas.openxmlformats.org/officeDocument/2006/relationships/slide" Target="/ppt/slides/slide14.xml" Id="Ra0e978e24f75428c" /><Relationship Type="http://schemas.openxmlformats.org/officeDocument/2006/relationships/slide" Target="/ppt/slides/slide15.xml" Id="Ra9c9092923ce4982" /><Relationship Type="http://schemas.openxmlformats.org/officeDocument/2006/relationships/slide" Target="/ppt/slides/slide16.xml" Id="R231919f75600435a" /><Relationship Type="http://schemas.openxmlformats.org/officeDocument/2006/relationships/slide" Target="/ppt/slides/slide17.xml" Id="Rc8a14ec592334d73" /><Relationship Type="http://schemas.openxmlformats.org/officeDocument/2006/relationships/slide" Target="/ppt/slides/slide18.xml" Id="Rc6fbc02e211441fa" /><Relationship Type="http://schemas.openxmlformats.org/officeDocument/2006/relationships/slide" Target="/ppt/slides/slide19.xml" Id="R88b66f007faf4e31" /><Relationship Type="http://schemas.openxmlformats.org/officeDocument/2006/relationships/slide" Target="/ppt/slides/slide20.xml" Id="R4ec8b9a6af2d4fa0" /><Relationship Type="http://schemas.openxmlformats.org/officeDocument/2006/relationships/slide" Target="/ppt/slides/slide21.xml" Id="R1e40f427d6b34cd5" /><Relationship Type="http://schemas.openxmlformats.org/officeDocument/2006/relationships/slide" Target="/ppt/slides/slide22.xml" Id="R4ce5a5af5dc14c2e" /><Relationship Type="http://schemas.openxmlformats.org/officeDocument/2006/relationships/slide" Target="/ppt/slides/slide23.xml" Id="R648d4ef80e1e4bfe" /><Relationship Type="http://schemas.openxmlformats.org/officeDocument/2006/relationships/slide" Target="/ppt/slides/slide24.xml" Id="R75bc27a3cab14e3b" /><Relationship Type="http://schemas.openxmlformats.org/officeDocument/2006/relationships/slide" Target="/ppt/slides/slide25.xml" Id="Rd87f82c9e5134655" /><Relationship Type="http://schemas.openxmlformats.org/officeDocument/2006/relationships/slide" Target="/ppt/slides/slide26.xml" Id="Rf59250e0e0114ee9" /><Relationship Type="http://schemas.openxmlformats.org/officeDocument/2006/relationships/slide" Target="/ppt/slides/slide27.xml" Id="R2092fdd1be33462e" /><Relationship Type="http://schemas.openxmlformats.org/officeDocument/2006/relationships/slide" Target="/ppt/slides/slide28.xml" Id="R45f30ddabe844b39" /><Relationship Type="http://schemas.openxmlformats.org/officeDocument/2006/relationships/slide" Target="/ppt/slides/slide29.xml" Id="R691f5c9127364349" /><Relationship Type="http://schemas.openxmlformats.org/officeDocument/2006/relationships/slide" Target="/ppt/slides/slide30.xml" Id="R943108bb0b0a4e5c" /><Relationship Type="http://schemas.openxmlformats.org/officeDocument/2006/relationships/slide" Target="/ppt/slides/slide31.xml" Id="R436fef771ee7474b" /><Relationship Type="http://schemas.openxmlformats.org/officeDocument/2006/relationships/slide" Target="/ppt/slides/slide32.xml" Id="R5582b13b31d94351" /><Relationship Type="http://schemas.openxmlformats.org/officeDocument/2006/relationships/slide" Target="/ppt/slides/slide33.xml" Id="R0db8e3603d7b4ba4" /><Relationship Type="http://schemas.openxmlformats.org/officeDocument/2006/relationships/slide" Target="/ppt/slides/slide34.xml" Id="R9987eca7d5924ed5" /><Relationship Type="http://schemas.openxmlformats.org/officeDocument/2006/relationships/slide" Target="/ppt/slides/slide35.xml" Id="Rc4e7f0cf56b843bc" /><Relationship Type="http://schemas.openxmlformats.org/officeDocument/2006/relationships/slide" Target="/ppt/slides/slide36.xml" Id="Rf03016a85b1049cb" /><Relationship Type="http://schemas.openxmlformats.org/officeDocument/2006/relationships/slide" Target="/ppt/slides/slide37.xml" Id="Rb5a4444da0dd452a" /><Relationship Type="http://schemas.openxmlformats.org/officeDocument/2006/relationships/slide" Target="/ppt/slides/slide38.xml" Id="R593da28be85a4b54" /><Relationship Type="http://schemas.openxmlformats.org/officeDocument/2006/relationships/slide" Target="/ppt/slides/slide39.xml" Id="R981a2a7eef1e49ae" /><Relationship Type="http://schemas.openxmlformats.org/officeDocument/2006/relationships/slide" Target="/ppt/slides/slide40.xml" Id="R7cb389732c2f4b1d" /><Relationship Type="http://schemas.openxmlformats.org/officeDocument/2006/relationships/slide" Target="/ppt/slides/slide41.xml" Id="Rbfecfb4b89244d35" /><Relationship Type="http://schemas.openxmlformats.org/officeDocument/2006/relationships/slide" Target="/ppt/slides/slide42.xml" Id="Rfeb9a703b58d4f81" /><Relationship Type="http://schemas.openxmlformats.org/officeDocument/2006/relationships/slide" Target="/ppt/slides/slide43.xml" Id="R60efb3a10d484f33" /><Relationship Type="http://schemas.openxmlformats.org/officeDocument/2006/relationships/slide" Target="/ppt/slides/slide44.xml" Id="R1360113eada3453c" /><Relationship Type="http://schemas.openxmlformats.org/officeDocument/2006/relationships/slide" Target="/ppt/slides/slide45.xml" Id="R04009b156d744c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4c61f7defa843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ece99dde44490e" /><Relationship Type="http://schemas.openxmlformats.org/officeDocument/2006/relationships/notesMaster" Target="/ppt/notesMasters/notesMaster1.xml" Id="Rd892f0bb0f4b4c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7cbe8923454d65" /><Relationship Type="http://schemas.openxmlformats.org/officeDocument/2006/relationships/notesMaster" Target="/ppt/notesMasters/notesMaster1.xml" Id="Rfe7ae62e274b49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eb6a8f60394ea0" /><Relationship Type="http://schemas.openxmlformats.org/officeDocument/2006/relationships/notesMaster" Target="/ppt/notesMasters/notesMaster1.xml" Id="R17f0d5d788644c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c7f3a6e5574e84" /><Relationship Type="http://schemas.openxmlformats.org/officeDocument/2006/relationships/notesMaster" Target="/ppt/notesMasters/notesMaster1.xml" Id="R072e57804a5842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e01814e58c4cee" /><Relationship Type="http://schemas.openxmlformats.org/officeDocument/2006/relationships/notesMaster" Target="/ppt/notesMasters/notesMaster1.xml" Id="R07da5964c9214e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bd2fe45553451c" /><Relationship Type="http://schemas.openxmlformats.org/officeDocument/2006/relationships/notesMaster" Target="/ppt/notesMasters/notesMaster1.xml" Id="Rdae417bee4e24a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b8339c745e4b07" /><Relationship Type="http://schemas.openxmlformats.org/officeDocument/2006/relationships/notesMaster" Target="/ppt/notesMasters/notesMaster1.xml" Id="R71b6f52dc6e449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df2eb43c3143c9" /><Relationship Type="http://schemas.openxmlformats.org/officeDocument/2006/relationships/notesMaster" Target="/ppt/notesMasters/notesMaster1.xml" Id="Refdb90e663b149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08401202904de1" /><Relationship Type="http://schemas.openxmlformats.org/officeDocument/2006/relationships/notesMaster" Target="/ppt/notesMasters/notesMaster1.xml" Id="R5507f1380e2d40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45dd6b10c94ea8" /><Relationship Type="http://schemas.openxmlformats.org/officeDocument/2006/relationships/notesMaster" Target="/ppt/notesMasters/notesMaster1.xml" Id="R21a251dc6a6741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edf0394e5f49b0" /><Relationship Type="http://schemas.openxmlformats.org/officeDocument/2006/relationships/notesMaster" Target="/ppt/notesMasters/notesMaster1.xml" Id="R28ea7a361be14a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9cdcefb98442c7" /><Relationship Type="http://schemas.openxmlformats.org/officeDocument/2006/relationships/notesMaster" Target="/ppt/notesMasters/notesMaster1.xml" Id="Rfe67a93e917048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0abd0a73e614b5a" /><Relationship Type="http://schemas.openxmlformats.org/officeDocument/2006/relationships/notesMaster" Target="/ppt/notesMasters/notesMaster1.xml" Id="R07159d96765f4b3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eff64e96aa4122" /><Relationship Type="http://schemas.openxmlformats.org/officeDocument/2006/relationships/notesMaster" Target="/ppt/notesMasters/notesMaster1.xml" Id="Rd72bc834aa9647b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915e08bfb7a44be" /><Relationship Type="http://schemas.openxmlformats.org/officeDocument/2006/relationships/notesMaster" Target="/ppt/notesMasters/notesMaster1.xml" Id="R613125830e8241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6e5e93810c940a8" /><Relationship Type="http://schemas.openxmlformats.org/officeDocument/2006/relationships/notesMaster" Target="/ppt/notesMasters/notesMaster1.xml" Id="R0dd9835503c34e1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3a2f11a058e413d" /><Relationship Type="http://schemas.openxmlformats.org/officeDocument/2006/relationships/notesMaster" Target="/ppt/notesMasters/notesMaster1.xml" Id="Rb405579c95e9406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b429d80719442c" /><Relationship Type="http://schemas.openxmlformats.org/officeDocument/2006/relationships/notesMaster" Target="/ppt/notesMasters/notesMaster1.xml" Id="Rf2e479dd78ad44b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7cfacb90fca4cfd" /><Relationship Type="http://schemas.openxmlformats.org/officeDocument/2006/relationships/notesMaster" Target="/ppt/notesMasters/notesMaster1.xml" Id="R03a4a71d0f4146a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228e94dd5a742ab" /><Relationship Type="http://schemas.openxmlformats.org/officeDocument/2006/relationships/notesMaster" Target="/ppt/notesMasters/notesMaster1.xml" Id="R5c1e5f696a714fe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cbfe6de7e734cd2" /><Relationship Type="http://schemas.openxmlformats.org/officeDocument/2006/relationships/notesMaster" Target="/ppt/notesMasters/notesMaster1.xml" Id="R7c8da838d4d548a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49ce363818e4dc9" /><Relationship Type="http://schemas.openxmlformats.org/officeDocument/2006/relationships/notesMaster" Target="/ppt/notesMasters/notesMaster1.xml" Id="Rc0dcfda2c21142a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292b3a301a24a84" /><Relationship Type="http://schemas.openxmlformats.org/officeDocument/2006/relationships/notesMaster" Target="/ppt/notesMasters/notesMaster1.xml" Id="Ra6831b4551414b3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3cacde4f42b453a" /><Relationship Type="http://schemas.openxmlformats.org/officeDocument/2006/relationships/notesMaster" Target="/ppt/notesMasters/notesMaster1.xml" Id="R885ce0e914f3431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828f8763688435b" /><Relationship Type="http://schemas.openxmlformats.org/officeDocument/2006/relationships/notesMaster" Target="/ppt/notesMasters/notesMaster1.xml" Id="Rf963645539b64bf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998ce62d13740ea" /><Relationship Type="http://schemas.openxmlformats.org/officeDocument/2006/relationships/notesMaster" Target="/ppt/notesMasters/notesMaster1.xml" Id="R3f055ca99e1545c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423e263423d4a00" /><Relationship Type="http://schemas.openxmlformats.org/officeDocument/2006/relationships/notesMaster" Target="/ppt/notesMasters/notesMaster1.xml" Id="R0e5f31b6d0ec46d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3160e72272e4948" /><Relationship Type="http://schemas.openxmlformats.org/officeDocument/2006/relationships/notesMaster" Target="/ppt/notesMasters/notesMaster1.xml" Id="R10bbe6d9a60c419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0e719421af44d3a" /><Relationship Type="http://schemas.openxmlformats.org/officeDocument/2006/relationships/notesMaster" Target="/ppt/notesMasters/notesMaster1.xml" Id="Ra0e2a91b491a4d8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22914c50a7b410d" /><Relationship Type="http://schemas.openxmlformats.org/officeDocument/2006/relationships/notesMaster" Target="/ppt/notesMasters/notesMaster1.xml" Id="R1370f31999f54ae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1b78cd856a141e0" /><Relationship Type="http://schemas.openxmlformats.org/officeDocument/2006/relationships/notesMaster" Target="/ppt/notesMasters/notesMaster1.xml" Id="R639d70e910654dd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fd44ce79c764bdf" /><Relationship Type="http://schemas.openxmlformats.org/officeDocument/2006/relationships/notesMaster" Target="/ppt/notesMasters/notesMaster1.xml" Id="R7e38d744697347c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e0b08c59bf54c9e" /><Relationship Type="http://schemas.openxmlformats.org/officeDocument/2006/relationships/notesMaster" Target="/ppt/notesMasters/notesMaster1.xml" Id="Raa4015b36b5e434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1a82412af3d471f" /><Relationship Type="http://schemas.openxmlformats.org/officeDocument/2006/relationships/notesMaster" Target="/ppt/notesMasters/notesMaster1.xml" Id="Rfc418832f0aa426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a0c744f211b4a68" /><Relationship Type="http://schemas.openxmlformats.org/officeDocument/2006/relationships/notesMaster" Target="/ppt/notesMasters/notesMaster1.xml" Id="R622857cbc8f6452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5fa7b1cd56248d6" /><Relationship Type="http://schemas.openxmlformats.org/officeDocument/2006/relationships/notesMaster" Target="/ppt/notesMasters/notesMaster1.xml" Id="R9ceb206ce3094eb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62c36dd57104a2d" /><Relationship Type="http://schemas.openxmlformats.org/officeDocument/2006/relationships/notesMaster" Target="/ppt/notesMasters/notesMaster1.xml" Id="R157aba681e2b46c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1e3b275ad144957" /><Relationship Type="http://schemas.openxmlformats.org/officeDocument/2006/relationships/notesMaster" Target="/ppt/notesMasters/notesMaster1.xml" Id="R04875a02898a487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13232d3bcc741dc" /><Relationship Type="http://schemas.openxmlformats.org/officeDocument/2006/relationships/notesMaster" Target="/ppt/notesMasters/notesMaster1.xml" Id="R84c4fa5bfcf5472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fd9a8ed81484376" /><Relationship Type="http://schemas.openxmlformats.org/officeDocument/2006/relationships/notesMaster" Target="/ppt/notesMasters/notesMaster1.xml" Id="Rcc71b6d3e8454d8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31deb252a7e4714" /><Relationship Type="http://schemas.openxmlformats.org/officeDocument/2006/relationships/notesMaster" Target="/ppt/notesMasters/notesMaster1.xml" Id="R1b98ad27bc32412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1b9c243a85b4c41" /><Relationship Type="http://schemas.openxmlformats.org/officeDocument/2006/relationships/notesMaster" Target="/ppt/notesMasters/notesMaster1.xml" Id="R47039e010b8149b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167601d52cf48cf" /><Relationship Type="http://schemas.openxmlformats.org/officeDocument/2006/relationships/notesMaster" Target="/ppt/notesMasters/notesMaster1.xml" Id="Rb8e2f70edea8417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85ccc9e36d54bf9" /><Relationship Type="http://schemas.openxmlformats.org/officeDocument/2006/relationships/notesMaster" Target="/ppt/notesMasters/notesMaster1.xml" Id="Rf283720f84364e6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cc3d0b5078a44af5" /><Relationship Type="http://schemas.openxmlformats.org/officeDocument/2006/relationships/notesMaster" Target="/ppt/notesMasters/notesMaster1.xml" Id="Ra3c178b7d0c74f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0be576004c443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0e817bd068f47b5" /><Relationship Type="http://schemas.openxmlformats.org/officeDocument/2006/relationships/slideLayout" Target="/ppt/slideLayouts/slideLayout2.xml" Id="R4aaf3c42fd5448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af3c42fd5448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1f3c9427f0429d" /><Relationship Type="http://schemas.openxmlformats.org/officeDocument/2006/relationships/image" Target="/ppt/media/image.png" Id="R454277f128fc4563" /><Relationship Type="http://schemas.openxmlformats.org/officeDocument/2006/relationships/image" Target="/ppt/media/image2.png" Id="R1b92211b6cbd4291" /><Relationship Type="http://schemas.openxmlformats.org/officeDocument/2006/relationships/notesSlide" Target="/ppt/notesSlides/notesSlide1.xml" Id="Rb95099b9384749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9d5cbff0e34598" /><Relationship Type="http://schemas.openxmlformats.org/officeDocument/2006/relationships/image" Target="/ppt/media/image3.png" Id="Rc9ab954b001e44a9" /><Relationship Type="http://schemas.openxmlformats.org/officeDocument/2006/relationships/notesSlide" Target="/ppt/notesSlides/notesSlide2.xml" Id="Rbe836c15017347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6f18332b794f28" /><Relationship Type="http://schemas.openxmlformats.org/officeDocument/2006/relationships/image" Target="/ppt/media/image4.png" Id="Rf0ecda0a20fc4173" /><Relationship Type="http://schemas.openxmlformats.org/officeDocument/2006/relationships/notesSlide" Target="/ppt/notesSlides/notesSlide3.xml" Id="R3da5a614580f40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200b7e17bc417d" /><Relationship Type="http://schemas.openxmlformats.org/officeDocument/2006/relationships/image" Target="/ppt/media/image5.png" Id="R3e7649110b4948ca" /><Relationship Type="http://schemas.openxmlformats.org/officeDocument/2006/relationships/notesSlide" Target="/ppt/notesSlides/notesSlide4.xml" Id="R62785e69420a43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f40030cce341d8" /><Relationship Type="http://schemas.openxmlformats.org/officeDocument/2006/relationships/image" Target="/ppt/media/image6.png" Id="R623c79b96c534b01" /><Relationship Type="http://schemas.openxmlformats.org/officeDocument/2006/relationships/notesSlide" Target="/ppt/notesSlides/notesSlide5.xml" Id="R6bb882b011c742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c28b89f9914bc6" /><Relationship Type="http://schemas.openxmlformats.org/officeDocument/2006/relationships/image" Target="/ppt/media/image7.png" Id="R618453b8f59c4dbb" /><Relationship Type="http://schemas.openxmlformats.org/officeDocument/2006/relationships/notesSlide" Target="/ppt/notesSlides/notesSlide6.xml" Id="Rf0594c9cf48d4c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009f92d85b4adf" /><Relationship Type="http://schemas.openxmlformats.org/officeDocument/2006/relationships/image" Target="/ppt/media/image8.png" Id="R864e9d56643a4b9e" /><Relationship Type="http://schemas.openxmlformats.org/officeDocument/2006/relationships/image" Target="/ppt/media/image9.png" Id="Rf3f238c1619b4ad3" /><Relationship Type="http://schemas.openxmlformats.org/officeDocument/2006/relationships/notesSlide" Target="/ppt/notesSlides/notesSlide7.xml" Id="R11508c0e7ed347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d4b777fead4932" /><Relationship Type="http://schemas.openxmlformats.org/officeDocument/2006/relationships/image" Target="/ppt/media/image10.png" Id="Rc0ca6c2c331340e1" /><Relationship Type="http://schemas.openxmlformats.org/officeDocument/2006/relationships/image" Target="/ppt/media/image11.png" Id="R24be596e74374e94" /><Relationship Type="http://schemas.openxmlformats.org/officeDocument/2006/relationships/notesSlide" Target="/ppt/notesSlides/notesSlide8.xml" Id="R425ab5ccbaa247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0c6030583045b1" /><Relationship Type="http://schemas.openxmlformats.org/officeDocument/2006/relationships/image" Target="/ppt/media/image12.png" Id="Rfe1b5bf4cc55413b" /><Relationship Type="http://schemas.openxmlformats.org/officeDocument/2006/relationships/notesSlide" Target="/ppt/notesSlides/notesSlide9.xml" Id="R3dd05d5296cf47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fd7e5060114821" /><Relationship Type="http://schemas.openxmlformats.org/officeDocument/2006/relationships/image" Target="/ppt/media/image13.png" Id="Rb716f41f9eb44e08" /><Relationship Type="http://schemas.openxmlformats.org/officeDocument/2006/relationships/notesSlide" Target="/ppt/notesSlides/notesSlide10.xml" Id="R25d3415069b547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e6d8a923844d37" /><Relationship Type="http://schemas.openxmlformats.org/officeDocument/2006/relationships/image" Target="/ppt/media/image14.png" Id="Rab3458c854674c81" /><Relationship Type="http://schemas.openxmlformats.org/officeDocument/2006/relationships/notesSlide" Target="/ppt/notesSlides/notesSlide11.xml" Id="R1edf7fa754b849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681b255de34eb1" /><Relationship Type="http://schemas.openxmlformats.org/officeDocument/2006/relationships/image" Target="/ppt/media/image15.png" Id="Rf9a95626af384083" /><Relationship Type="http://schemas.openxmlformats.org/officeDocument/2006/relationships/notesSlide" Target="/ppt/notesSlides/notesSlide12.xml" Id="Rb29b97dae0c64d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597e9666bb4c6b" /><Relationship Type="http://schemas.openxmlformats.org/officeDocument/2006/relationships/image" Target="/ppt/media/image16.png" Id="Rae405b80a8ba4065" /><Relationship Type="http://schemas.openxmlformats.org/officeDocument/2006/relationships/notesSlide" Target="/ppt/notesSlides/notesSlide13.xml" Id="Rc991c83434e642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8c576664f74796" /><Relationship Type="http://schemas.openxmlformats.org/officeDocument/2006/relationships/image" Target="/ppt/media/image17.png" Id="Rac6926003a654961" /><Relationship Type="http://schemas.openxmlformats.org/officeDocument/2006/relationships/notesSlide" Target="/ppt/notesSlides/notesSlide14.xml" Id="R10d5b40136564f7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56b3e46a2e4a5a" /><Relationship Type="http://schemas.openxmlformats.org/officeDocument/2006/relationships/image" Target="/ppt/media/image18.png" Id="R94cff3c0c674429b" /><Relationship Type="http://schemas.openxmlformats.org/officeDocument/2006/relationships/image" Target="/ppt/media/image19.png" Id="Rc1165927b3404c86" /><Relationship Type="http://schemas.openxmlformats.org/officeDocument/2006/relationships/notesSlide" Target="/ppt/notesSlides/notesSlide15.xml" Id="Rabc364c8a27149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37e8605c10491c" /><Relationship Type="http://schemas.openxmlformats.org/officeDocument/2006/relationships/image" Target="/ppt/media/image20.png" Id="R3dd1447185ee4380" /><Relationship Type="http://schemas.openxmlformats.org/officeDocument/2006/relationships/image" Target="/ppt/media/image21.png" Id="R34e9301c53d842c8" /><Relationship Type="http://schemas.openxmlformats.org/officeDocument/2006/relationships/notesSlide" Target="/ppt/notesSlides/notesSlide16.xml" Id="R75bf6944133343d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51e3b9e9ac48bd" /><Relationship Type="http://schemas.openxmlformats.org/officeDocument/2006/relationships/image" Target="/ppt/media/image22.png" Id="Rd7282a3dcc864c60" /><Relationship Type="http://schemas.openxmlformats.org/officeDocument/2006/relationships/notesSlide" Target="/ppt/notesSlides/notesSlide17.xml" Id="Re74cdf3cd1f04a6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f11e3261314573" /><Relationship Type="http://schemas.openxmlformats.org/officeDocument/2006/relationships/image" Target="/ppt/media/image23.png" Id="Rfbc36a1d446c4719" /><Relationship Type="http://schemas.openxmlformats.org/officeDocument/2006/relationships/notesSlide" Target="/ppt/notesSlides/notesSlide18.xml" Id="R91ee60cfcaa0419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4eeae6eb7744a4" /><Relationship Type="http://schemas.openxmlformats.org/officeDocument/2006/relationships/image" Target="/ppt/media/image24.png" Id="R672873018cb44e43" /><Relationship Type="http://schemas.openxmlformats.org/officeDocument/2006/relationships/notesSlide" Target="/ppt/notesSlides/notesSlide19.xml" Id="R843d8147da98404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940cad91de4e07" /><Relationship Type="http://schemas.openxmlformats.org/officeDocument/2006/relationships/image" Target="/ppt/media/image25.png" Id="Rb3d45f11568e4c2e" /><Relationship Type="http://schemas.openxmlformats.org/officeDocument/2006/relationships/notesSlide" Target="/ppt/notesSlides/notesSlide20.xml" Id="R5e39bb4504a54de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5c4bfa87894c53" /><Relationship Type="http://schemas.openxmlformats.org/officeDocument/2006/relationships/image" Target="/ppt/media/image26.png" Id="R037af2d3f6f14e35" /><Relationship Type="http://schemas.openxmlformats.org/officeDocument/2006/relationships/notesSlide" Target="/ppt/notesSlides/notesSlide21.xml" Id="Re9e995c0d64e40a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a4c1cea4d14ff7" /><Relationship Type="http://schemas.openxmlformats.org/officeDocument/2006/relationships/image" Target="/ppt/media/image27.png" Id="R1e866f7e813b484c" /><Relationship Type="http://schemas.openxmlformats.org/officeDocument/2006/relationships/notesSlide" Target="/ppt/notesSlides/notesSlide22.xml" Id="Ra9bca1188406481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7337570494489f" /><Relationship Type="http://schemas.openxmlformats.org/officeDocument/2006/relationships/image" Target="/ppt/media/image28.png" Id="Ra7210527fc7f4cc6" /><Relationship Type="http://schemas.openxmlformats.org/officeDocument/2006/relationships/notesSlide" Target="/ppt/notesSlides/notesSlide23.xml" Id="R8a9ba4293ec74c3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2768e3f72c4bed" /><Relationship Type="http://schemas.openxmlformats.org/officeDocument/2006/relationships/image" Target="/ppt/media/image29.png" Id="R817b25cc6f2748e2" /><Relationship Type="http://schemas.openxmlformats.org/officeDocument/2006/relationships/notesSlide" Target="/ppt/notesSlides/notesSlide24.xml" Id="Rd2c499c03b98472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29a7f3776940d7" /><Relationship Type="http://schemas.openxmlformats.org/officeDocument/2006/relationships/image" Target="/ppt/media/image30.png" Id="R895a8349cfab43cb" /><Relationship Type="http://schemas.openxmlformats.org/officeDocument/2006/relationships/notesSlide" Target="/ppt/notesSlides/notesSlide25.xml" Id="Rb2b8030f81cf484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3a91650e2447f2" /><Relationship Type="http://schemas.openxmlformats.org/officeDocument/2006/relationships/image" Target="/ppt/media/image31.png" Id="R72ef696e5ba3414c" /><Relationship Type="http://schemas.openxmlformats.org/officeDocument/2006/relationships/notesSlide" Target="/ppt/notesSlides/notesSlide26.xml" Id="Rb7cf3d29d362436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dffc5c99ab4451" /><Relationship Type="http://schemas.openxmlformats.org/officeDocument/2006/relationships/image" Target="/ppt/media/image32.png" Id="R8137712d42614fec" /><Relationship Type="http://schemas.openxmlformats.org/officeDocument/2006/relationships/notesSlide" Target="/ppt/notesSlides/notesSlide27.xml" Id="Rbf0e12889b094df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08127b2b7f4e1c" /><Relationship Type="http://schemas.openxmlformats.org/officeDocument/2006/relationships/image" Target="/ppt/media/image33.png" Id="Rf602a388a4d24f0f" /><Relationship Type="http://schemas.openxmlformats.org/officeDocument/2006/relationships/notesSlide" Target="/ppt/notesSlides/notesSlide28.xml" Id="R2b6eec86dd00437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486d80a10f40ff" /><Relationship Type="http://schemas.openxmlformats.org/officeDocument/2006/relationships/image" Target="/ppt/media/image34.png" Id="Ra4da8068892c442c" /><Relationship Type="http://schemas.openxmlformats.org/officeDocument/2006/relationships/notesSlide" Target="/ppt/notesSlides/notesSlide29.xml" Id="R7be9d381fa134b3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b21a7f680f446e" /><Relationship Type="http://schemas.openxmlformats.org/officeDocument/2006/relationships/image" Target="/ppt/media/image35.png" Id="Rc3140e2e484c4311" /><Relationship Type="http://schemas.openxmlformats.org/officeDocument/2006/relationships/notesSlide" Target="/ppt/notesSlides/notesSlide30.xml" Id="Rbaec7fc2dfd24b3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0719314d734416" /><Relationship Type="http://schemas.openxmlformats.org/officeDocument/2006/relationships/image" Target="/ppt/media/image36.png" Id="R66b770164cbc44da" /><Relationship Type="http://schemas.openxmlformats.org/officeDocument/2006/relationships/notesSlide" Target="/ppt/notesSlides/notesSlide31.xml" Id="Rd486da1d274541d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fda205572a431a" /><Relationship Type="http://schemas.openxmlformats.org/officeDocument/2006/relationships/image" Target="/ppt/media/image37.png" Id="Rfe3e9b63ab6e4fb3" /><Relationship Type="http://schemas.openxmlformats.org/officeDocument/2006/relationships/notesSlide" Target="/ppt/notesSlides/notesSlide32.xml" Id="Rf4d758dc6fb6406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f141879ca54e5a" /><Relationship Type="http://schemas.openxmlformats.org/officeDocument/2006/relationships/image" Target="/ppt/media/image38.png" Id="Rb471dbf38f0c4e22" /><Relationship Type="http://schemas.openxmlformats.org/officeDocument/2006/relationships/notesSlide" Target="/ppt/notesSlides/notesSlide33.xml" Id="R6ff5e15931a44b6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3e7c67e78f4086" /><Relationship Type="http://schemas.openxmlformats.org/officeDocument/2006/relationships/image" Target="/ppt/media/image39.png" Id="R041a32efb6024441" /><Relationship Type="http://schemas.openxmlformats.org/officeDocument/2006/relationships/notesSlide" Target="/ppt/notesSlides/notesSlide34.xml" Id="R53713e188dc14ac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d67191e3284189" /><Relationship Type="http://schemas.openxmlformats.org/officeDocument/2006/relationships/image" Target="/ppt/media/image40.png" Id="Rd5188042c447474a" /><Relationship Type="http://schemas.openxmlformats.org/officeDocument/2006/relationships/notesSlide" Target="/ppt/notesSlides/notesSlide35.xml" Id="R1d4b06a820ca432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49f03354b245f3" /><Relationship Type="http://schemas.openxmlformats.org/officeDocument/2006/relationships/image" Target="/ppt/media/image41.png" Id="Rf9c04bc494564e39" /><Relationship Type="http://schemas.openxmlformats.org/officeDocument/2006/relationships/notesSlide" Target="/ppt/notesSlides/notesSlide36.xml" Id="R2560586ca23940d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ee144c2a25440c" /><Relationship Type="http://schemas.openxmlformats.org/officeDocument/2006/relationships/image" Target="/ppt/media/image42.png" Id="R15f43726d6c34242" /><Relationship Type="http://schemas.openxmlformats.org/officeDocument/2006/relationships/notesSlide" Target="/ppt/notesSlides/notesSlide37.xml" Id="Rd15bb2064e81485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e965845c774814" /><Relationship Type="http://schemas.openxmlformats.org/officeDocument/2006/relationships/image" Target="/ppt/media/image43.png" Id="R16a435aee1884eb5" /><Relationship Type="http://schemas.openxmlformats.org/officeDocument/2006/relationships/notesSlide" Target="/ppt/notesSlides/notesSlide38.xml" Id="R4553ffedbcab4f8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424c0dd5e94757" /><Relationship Type="http://schemas.openxmlformats.org/officeDocument/2006/relationships/image" Target="/ppt/media/image44.png" Id="R77e4da6871ba48fc" /><Relationship Type="http://schemas.openxmlformats.org/officeDocument/2006/relationships/notesSlide" Target="/ppt/notesSlides/notesSlide39.xml" Id="Re871bbad9fa9405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cfaad54782483e" /><Relationship Type="http://schemas.openxmlformats.org/officeDocument/2006/relationships/image" Target="/ppt/media/image45.png" Id="R4f11168553f34563" /><Relationship Type="http://schemas.openxmlformats.org/officeDocument/2006/relationships/notesSlide" Target="/ppt/notesSlides/notesSlide40.xml" Id="R17e1391f1f4747b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f89fef5d1f470d" /><Relationship Type="http://schemas.openxmlformats.org/officeDocument/2006/relationships/image" Target="/ppt/media/image46.png" Id="R79df641ba2c0406e" /><Relationship Type="http://schemas.openxmlformats.org/officeDocument/2006/relationships/notesSlide" Target="/ppt/notesSlides/notesSlide41.xml" Id="R120b800d4415483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5e35aa227d4601" /><Relationship Type="http://schemas.openxmlformats.org/officeDocument/2006/relationships/image" Target="/ppt/media/image47.png" Id="Re31e358d202e4fa6" /><Relationship Type="http://schemas.openxmlformats.org/officeDocument/2006/relationships/notesSlide" Target="/ppt/notesSlides/notesSlide42.xml" Id="Rb90e2b2f999541a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16b7f171d5479e" /><Relationship Type="http://schemas.openxmlformats.org/officeDocument/2006/relationships/image" Target="/ppt/media/image48.png" Id="R2bc2c6c891a34ec3" /><Relationship Type="http://schemas.openxmlformats.org/officeDocument/2006/relationships/notesSlide" Target="/ppt/notesSlides/notesSlide43.xml" Id="R5e2c84755a3944b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15269634cf4d20" /><Relationship Type="http://schemas.openxmlformats.org/officeDocument/2006/relationships/image" Target="/ppt/media/image49.png" Id="R20ed7f5c884c4e51" /><Relationship Type="http://schemas.openxmlformats.org/officeDocument/2006/relationships/notesSlide" Target="/ppt/notesSlides/notesSlide44.xml" Id="Rad62f36981e24be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69a80cefcd4283" /><Relationship Type="http://schemas.openxmlformats.org/officeDocument/2006/relationships/image" Target="/ppt/media/image50.png" Id="R36d1251ccc7c4740" /><Relationship Type="http://schemas.openxmlformats.org/officeDocument/2006/relationships/notesSlide" Target="/ppt/notesSlides/notesSlide45.xml" Id="R071b696c1f73435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4B095E-5687-4C11-A2B7-AA5B4D5C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4ADF6-D2B8-4AB5-823E-3792E70A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277f128fc456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5A17A-9EED-4005-BA40-67689E73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58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From optimized field to credible design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26F0C-2970-46EC-9A00-0DF14C1D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146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8B326-F373-4F0E-AEDC-040C4B65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003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4: profiles, Pareto fronts, repo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9B38C-1364-4C7D-9A2F-6F308F35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0D3645-38A3-4E31-9D94-B1F32073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Profiles, coils, transport, and decisions must be checked together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1E611-4318-4199-A218-34B99887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CCCE10-EF16-4301-9BF1-E09B6FED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final deliverable is an auditable design argument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F14ED-255A-4DD1-8F94-529F2FD4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2211b6cbd4291"/>
          <a:stretch xmlns:a="http://schemas.openxmlformats.org/drawingml/2006/main"/>
        </p:blipFill>
        <p:spPr>
          <a:xfrm xmlns:a="http://schemas.openxmlformats.org/drawingml/2006/main">
            <a:off x="7277100" y="1464795"/>
            <a:ext cx="3752850" cy="2309159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041E53-FF70-4C9C-9CAC-E2AC8A93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5DAC4-3D87-4529-9975-322B99A1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49211C-4050-4873-B551-8738C86E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BEB6EA-4356-447C-9ACF-27423FD5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EA480D-3586-4029-A16A-0E8AE962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17264501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F71050-B802-4181-A266-F5CD8B67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0955A-18F8-4CDC-872C-01465D90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E9055-5450-4C91-AE25-5CF493F0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80A58-9938-4FC2-AB70-59F89AF8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ab954b001e44a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BD8C34-7E4A-4C5E-BF75-98D71B27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1F1AF-8C4D-4E46-97BD-A79C00BC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1. Close the loop with profiles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DA15C-D251-4AF4-A544-EE39F630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D31A9-8DEA-45F1-BA98-DE186115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1B58E-196A-4669-A85F-CB6F6D4D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Field optimization changes transport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E3EBF-935D-4201-920D-9C37A0B9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996F5-460B-41FD-B87C-1F44D48B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Transport changes profiles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D3D28-2FE6-4B00-8B78-304743DA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438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8728A-7290-486D-9038-2AF40E74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340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Profiles change objectives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9ACF2A-6BC0-44C6-B0F9-16CE25F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69C73-E952-474B-A04F-E57D3411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86A536-8AC8-48E2-B6C8-FD1C7456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4D2D87-4FA0-4643-A02F-6D83042E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5904774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F7B139-6917-429D-8A50-9E5F9ABE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F9408-58F1-4C5E-8C1D-7D553C9C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cda0a20fc417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1ED4A-CCA0-4DFF-811F-65AE01FE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full loop has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380A8-68AF-473C-A360-2E03F1A4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71024-A118-4A63-9295-D2D60142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2B000C-F00B-4E47-9FB9-B98E1197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999589-F0E0-4834-8C8C-1D98CE31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20BCF-8266-48A5-BAC3-6AE81413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4F354-C4E7-4659-93E1-F406747E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7C2F4C-ECD6-4F5F-9B7D-E26A5798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8E72C1-6258-453D-8C6D-D92002CE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90C27-CD93-4BB7-AB21-2F5D96D2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A8F7F-A005-4C4B-B9FA-130FFBAC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DC6F1B-8477-49A7-8793-907580C0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745C1A-C7FB-45DD-9C49-2B935A66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7E4967-87A7-4C53-B653-0C86D570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B5FF00-0C19-4692-981B-C2D16BFC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510B15-F014-47A4-8F82-EDEEF2E4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D8446-83D1-4DC0-ACC7-A828F154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10B67B-BC92-415D-BC94-BF07D009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B26362-119D-43E7-A122-A68EDD0E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022396-044B-4CD9-80AA-776A0339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5DD665-8096-4019-A1ED-862BD0D2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C59207-C578-45CF-ADBF-C5FB3313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9DBED6-822E-46D3-B823-BBDA3CF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40A635-3377-4A69-A36D-03E7B280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Geometry changes transport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E7AD90-B0A4-4890-A2B4-EC18E078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7F0900-1E2E-43AA-8854-030D290F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Transport changes profiles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19F3D1-0CCD-4190-8376-93BD7D57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CAB1F1-3EBE-4539-AC8A-9E2F4524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 change objectives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364E8D-AEA8-4854-ACAB-EC167FFE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81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F66BA2-318B-475C-897F-F4BE3116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769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 and engineering constrain what survives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F19F15-050A-4485-9F32-A8E6B91F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450BF-9BF7-41C6-94A5-0DB85534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33D0CF-FB4A-4919-883C-41ADA094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59111C-F2DA-4CDE-B8CE-169C0EB6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15572579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E0E049-4483-4506-BBE7-1A7EE3F4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915DF-77BD-46C4-A6CB-0F9C879C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649110b4948c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AC291-1134-4F61-89EA-33C24994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Profiles close the design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C3EAF-CE5C-4369-AC47-3ABAFB06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CE4C4-B8F0-4E2B-B0AE-FD1A406B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11F903-06A4-440C-A364-F48D9AA5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EE2D2-CE72-4725-9562-6DC21177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23368-BEA0-42A5-AE3D-C1534925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Temperature and density gradients drive transport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A9158-6279-4CAB-B663-00F04432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B5052-E424-4844-93BC-A8017AAA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A083C-F204-4B74-832C-EFF018BE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E6D97-2DF3-4454-BE3A-6C7AF713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 and sinks close the performance claim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D931B3-4CA7-4753-80BB-9258E1F6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F3754-8205-4BD4-BE7F-F1DDF48A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B7C3A1-B86B-4E7B-8A4A-E18D2C9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4A9F26-B56F-4C20-81D9-E29E47C7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5A4960-2C0D-49A3-9E34-FC47498D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FAECCC-BA14-43E8-A61A-B2E87F9D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8F5EBC-9138-42B7-A2A6-A8205BA5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146013200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E17838-4B70-47B5-950F-E7D25DE8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FBA97-80F1-42ED-8515-7EC722EB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c79b96c534b0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61A5F1-2891-4836-8CA6-037B9158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NEOPAX or fallback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DD331-F617-4CC3-B1EC-2F9239AA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825D-782A-4191-82CC-F2BC8846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4D9D6-B5CF-494E-A322-CAA7C8F4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20BD03-7A84-4176-9B54-112669BE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C5A71-0509-478A-9716-45484A2F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52CB2-10CF-427A-B507-6C3F4941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4778B-35C3-47F2-9738-09188F58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Research path: profile-oriented JAX workflows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798A1-FE62-4A02-8A8E-F1D66629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AF2C9-9C90-4574-964D-4DEF9D36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path: educational radial diffusion/source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6B907-D2B1-4703-B9C1-3C1F2CD8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12D0C1-296F-456B-BAAA-14B862A5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18EE91-764A-4647-92B0-75984B1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EC607-B2F3-4037-A9CC-C45C797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102361098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649393-36A3-457F-981B-8C079738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EC01B-10D5-46A7-AF17-04B98160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453b8f59c4db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1EDD64-AECA-49F5-9ABF-907C51F0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ADE20-751B-4002-AACA-108E2684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4CD26A-DE56-4C42-BC70-BC66306C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23D78-B55A-4DCB-94E3-6FAD52E8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36A4A-BD46-42F4-A8DA-1B88EAB5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49008-053D-4B91-8E0F-5306DDF6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notebooks/10_neopax_profile_closure.ipynb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9AA3D-31B4-4C69-A13F-4BEBCBB4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8205C1-CF2B-43BC-9ACB-6AB4664E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Ti, Te, and source balance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C4364F-6162-4DE6-82E9-31601C16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27D6EE-6107-4B1D-AF80-FDBA3DE6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Increase turbulent transport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18129-4C57-46F9-96AE-286D8925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E8E497-0274-4443-8921-323AEA93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why field-only optimization is incomplete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291DC-2032-4328-A0EA-49962DDD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877D16-4C22-493E-9B48-6B503B21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98EC14-39E1-494C-B03F-857BF857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5FF656-2D79-46BD-B23C-7350F974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C56A69-07DC-4AF4-9316-7E0512A7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BED0BA-6624-43BE-A30F-88749D0D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5E563F-9953-4244-98C7-E0380A06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38221E-DE0C-4B35-8431-A372BE25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FF63D0-EC8C-454C-8986-DE942AC8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57A713-5DA2-47C6-BDA5-C75FFD62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4888BD-F8FD-405E-A961-7D6A79DB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824B2B-9644-4978-8838-F598B3ED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C51097-19EE-4C36-B9E4-6E795452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AC2545-5B63-4126-98B7-708263F8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08B70C-8323-443C-9239-66D57282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86FBE8-225C-44E6-B20F-D286DDD5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85858D-2A06-41BA-BC88-4AA312A2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CD9D13-109B-4204-A659-D52FCFF5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5856833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319F31-28CA-4EEA-B6E8-F85C136D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621C1-9582-4351-BFF7-B0476C11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e9d56643a4b9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EFC53-5686-4965-82E4-FCA13BEB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profile closure fallback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005E9-D1D3-4ED9-B677-1502D830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B546F-731B-4AD4-B905-356E9E12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238c1619b4ad3"/>
          <a:stretch xmlns:a="http://schemas.openxmlformats.org/drawingml/2006/main"/>
        </p:blipFill>
        <p:spPr>
          <a:xfrm xmlns:a="http://schemas.openxmlformats.org/drawingml/2006/main">
            <a:off x="911576" y="1790700"/>
            <a:ext cx="6082598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FA7E1-234D-4B15-BADB-F7C35BD6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91D7B-11D8-4B05-AB41-273F9AFE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6F62E-E045-43B1-ABEF-23C91581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Extra turbulent transport flattens the ion-temperature profile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8A1166-CCDB-40F4-B580-540194F1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91CE4-5466-48F8-AC09-6E806969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field metric can still underperform after closure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05232-2D2A-400C-ACEF-FB860777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C6FA6-E180-48C9-8451-7AD50D0A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8DA7FE-108E-4C84-B793-0FCA7B43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40A089-1017-4678-951B-4E228298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68086B-50C5-4ED3-B7F2-EAD18C72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2D57BC-988D-4206-B3FD-180B3E72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211515193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248D17-EC05-4939-B78D-2CCE2D11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78140D-D57B-4D3A-A9F8-28AD786F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a6c2c331340e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C89E8-E264-4E45-AC67-CA1B6BDD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power-balance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C9125-3F82-4ABD-B560-7F56E070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9C272-248B-4A17-8220-52CBCD00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e596e74374e94"/>
          <a:stretch xmlns:a="http://schemas.openxmlformats.org/drawingml/2006/main"/>
        </p:blipFill>
        <p:spPr>
          <a:xfrm xmlns:a="http://schemas.openxmlformats.org/drawingml/2006/main">
            <a:off x="833695" y="1790700"/>
            <a:ext cx="6238359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AC8D1D-1927-4CAE-9040-C5484680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E8B531-B86C-4630-9A82-178AAC66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88BF2-F777-43AF-AD1F-85ACE793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Sources, fluxes, and profiles must be mutually consistent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AA8C77-8325-4F11-B9A2-899AE631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B50433-FC97-472C-8EE5-F26DCB19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profile plot without a balance check is weak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AD3B93-AA96-4D5E-A7F8-3A0337BF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6385A-1349-4D91-9BD2-C3364352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211D68-B0E8-458C-A081-5E320A20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4B959-35AD-41EF-A1F6-AA1D21445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124540-AAA6-494F-97E4-E129C9B2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3D8AC-4C72-4181-9CD8-B2FC5405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5985738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9F4579-1696-4155-800E-5C9113D6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4A7CB-85BB-495C-A518-AE7F203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b5bf4cc55413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5099C-7482-45FF-8438-B1A53619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Integrated objectives should be staged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A89DC0-CCE1-47F4-989C-81863528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938DE-5C18-40AA-BE15-0C4CF64C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9F856-1B27-4470-A3C6-389B33B2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188631-CD95-40E1-A1D0-70EBD434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D4303-6E6B-4035-B4EE-2E262279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Early: cheap geometry and Boozer screens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E5E8D-904A-4D43-9E56-C1C92364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85C92-218D-4155-987E-E5E421FB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3C6D5D-C573-4588-ABEE-32D779EE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43632-7731-4766-915B-984C3BAB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Middle: coils and neoclassical metrics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111E3D-43FC-4883-8728-E08E7DEC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42BE8-47A7-4A92-B93E-B9690BD4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93305F-017B-43BB-9989-52C113C5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79E545-8952-4CDD-903C-D27A705D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Late: turbulence, particles, profiles, engineering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427436-CD4E-444E-8BE5-65EC3D66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01399E-B40B-4435-BD68-2D163BF6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94C325-9F25-4877-967B-21EFF633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78E040-5651-4615-A656-3E237F41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BEB54D-8595-4EBD-A000-5422F290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67697474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78465E-95F2-4939-8252-6AFF2C9B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330D1-3EB4-4AF4-9D81-6ADA88B7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6f41f9eb44e0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494CE-A116-4890-AE4B-BBE2E613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Reactor constraints enter as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166B3-8753-4C53-830F-AC2F1E54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219FE-5500-4E2C-ADCA-135D4A33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86739-7CEA-4130-A8A8-FFB73414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2D3A8-8F1C-4ADD-A1B4-2B6D69A8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E8EC1-A1D8-4418-A582-0104B76A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0B8197-F8A8-4E25-A6C7-7D2BAEF9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7A08EA-4B1A-403C-8BBD-D4E0DF88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F6281-5B95-4656-8684-479AA66F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Alpha heating and losses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F16D7-82F3-404B-8F4D-58A315D4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B5748-961B-44DF-A226-7DE4F7CB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B91D9-0284-4948-B26F-90E7F478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F42CA6-7389-4048-A282-26826886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Wall loads and blankets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AB07C-7964-4AEB-B470-871B3A5D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478E3A-0D8A-4F51-8C8E-D12FAEC0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460FB8-7ED6-4F38-8EE6-3A275D7D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AA1408-F5BC-46E2-B3A9-24BBE571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Tritium breeding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6DB54F-63CE-4BBC-B242-9B68F416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508CBE-4331-4954-AB05-A150FE75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AFCED5-F1E4-42D7-8677-F7CA8F3B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658294-EF60-48B1-B866-138F01CC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and access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EF6DDE-B0DA-45C5-A9B1-71EE1E2B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0B8DE5-92F5-4BC4-8A33-312A8F08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C166D2-619E-4AB3-89FA-501F07E9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9D9200-3082-422D-9010-B5451DD7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Materials and forces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9ADC16-AE8A-4A75-99E2-7D38408D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98FFEF-E7FA-49A7-9A79-0D870593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124397-918F-41CC-BDE1-47B869CA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0BFE5E-CF6A-429D-A85B-E1A73F5F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386118-8A6F-48C6-8FEA-3634BA3F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3851344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61CDB7-CABB-45A4-9329-BF1C9B63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9249F-2A0E-40ED-8528-21A78760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3458c854674c8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0B83D-E7E3-4FE2-BFD2-197E4C33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robustness returns in the final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E87DF-9285-420C-9F8B-E06B4B16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9AEC3-A6EC-4C4A-A88A-3F73495B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0152D-9D38-41CC-9A69-F8A269BA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AA30E-9447-47B3-8873-3C69474E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7A4382-9485-45D6-A4EC-08ECF48C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Manufacturing tolerances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B1DF2-FE9F-4AF5-9152-B1A866E5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C29A37-0ED7-411C-9CB9-CA21F4A9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CA076B-2C6A-435C-99DF-6FEF4769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0115AA-33A1-49B9-8706-2180245F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Current errors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02768D-780E-492D-992B-3412D323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57901-E0B7-4CFB-94BE-96075C0F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9D27DF-6D5B-45A7-AF6B-C25E1586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C7CCFE-37B5-4AE5-8F61-CDD4FD47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Thermal and mechanical deformation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855260-8773-4F08-B5CB-121B1115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CD2DE0-8D2A-4D73-ADBB-C8EAFB2B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6DF366-E665-4950-BACC-F7761C89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935AA5-5CC2-45DE-9666-C1357106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Field-error correction margin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35F29C-2473-4392-BEEB-10C78872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7EBDB2-BC06-433B-A40A-63DBEC66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109EC-7BB2-4781-B856-F6429476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0096BE-D46C-49C8-B06B-5E7B91C5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013BE7-7C07-43EB-A062-20EB1296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376CBA-4014-4A53-AB22-45AF9D5E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C193AF-ADDF-4DFF-9BCE-CAF1E1DE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40235078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F09F1B-3077-4477-BDB3-E8114CBD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E34D5-79DE-4494-BCF1-4C1CF924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92BE2-D639-4EA3-ACDE-D2483E78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B4BDD-DF95-49D7-8781-39FC4118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a95626af38408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6FF7B2-E95F-4A6F-8B18-8A860AE5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9C064-15F6-4ED2-9DA8-B3F6FB72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2. Pareto decisions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590DC-44C5-4AC7-B9C4-2C9D485C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15FD7-A2C2-412F-BF31-956E8B15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C0B987-B426-445F-B15A-ECC57F94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Many designs can be defensible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6766D7-77B7-4BF4-99B6-036A5260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B2F3E-E555-4384-9B46-4A3232B5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decision weights must be explicit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A76FD-4EEC-4361-9806-9C6D67B2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4E7F91-C096-44DA-8B41-85C998A7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603FF8-9861-4227-8161-4787C9AB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807E0B-9B48-402A-890B-BCA64285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57441159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3832F0-A0CF-4A05-9A33-EBD5217F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41B4C3-ECB3-4314-8DA8-08BC5014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05b80a8ba406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8A5AF-6C4E-4A6C-B8AA-EA59EE09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Several good designs can coexist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77FE0-5A73-4F16-BD13-0047554A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F4793-FE78-4702-A4F3-1162433C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DEBF9-98C0-4AA7-BC1A-A3277A83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F4118-9A6C-4F82-A731-E09FF252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8F0B2-1003-4F36-9FAB-478960EA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Better transport can mean harder coils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6F072C-A643-462E-985B-706FCA4D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7FAEF1-7C04-4CE1-A6B0-1825A30B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3DAAD2-6F5D-4326-A449-C0CCDF30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DF8E6-780F-4C79-9931-92C13767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Easier coils can mean worse turbulence or profiles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C8197E-5395-45C5-8123-38D12FFA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659911-7D81-4660-813D-CCC775F9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AC6E6E-93F9-43D2-A12D-7BCDD1C8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BCF29-48F3-4154-8C3E-C1F157CD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Decision weights must be explicit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474D9-97A4-43E2-8231-58CC72CA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FB2B9F-474F-46C7-BB0E-0B8DB351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B19D83-6A93-471F-BEF1-A4F29AAE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83535-8DD8-47B0-8126-EB098BB9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31B32F-6981-437E-8B56-014E2152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3C8FB0-5F54-49ED-AB2F-E1A52D98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80740A-BF69-4448-B7BF-13D7976E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117453437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0E6F86-85A0-4C67-B52A-FBFF46BD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5AF71D-758B-4C66-B0BE-AEBFF3CA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926003a65496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3936C-3D47-430B-8BAF-700151A5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Pareto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E7AA4-6E15-4061-A464-B6F88F19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0692D-52DF-4991-8050-D8C61866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D2510-19BB-48C6-97B4-2C1157C3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8A2C6-0DC3-4545-8F7B-803ECE5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54D91-3911-457C-B6F9-0A2B4D4F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notebooks/11_pareto_design_dashboard.ipynb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154553-A1E6-49FA-9A45-20E0BBC3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D5CDB7-6D52-4798-8BF9-F17AFDAF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cached design 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38298-EBBC-4BD3-84AA-F4ECBE61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E02-F1B2-4495-9C39-1EEE09A0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Compute nondominated points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D3B331-CEC0-4431-AC20-8AADCDA8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10F65-81D3-4459-B2C1-1E35CA7B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weights and watch the selected design move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3B6EF-F547-47D8-A2C0-CF003768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136F0-65A7-494D-A0A9-46CF50E6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A88713-C533-4227-9C0A-1E44DB0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D6BC02-75DC-4F75-88C7-FD41B8A2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5B936-4FD5-455E-BD75-AD105D48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C3490F-3F41-472A-B939-E1EA7A27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F389CC-7F1B-4BEA-8C8B-4B21DABC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72357-B80E-4B4F-AFBB-04D4EF5E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2B3AA5-B1BF-4E85-8E72-898A101B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43D0D-4EE6-4215-B78E-8B050A20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962D55-914B-408A-AACE-253630CB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B10C43-5463-4DE7-B7EB-6EA6A4B7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166C4D-280B-4DEA-B942-1C9681D4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478FA8-4450-4ABA-9E79-2671ACFE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099BA0-8621-4A0C-B3BB-AF61C6B0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1EBF7F-01DC-4E7B-98EC-AB843E04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9E087E-CC64-4483-B74D-66E378B1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32FD09-E0C0-40BB-A151-D613FB7D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29882801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D0C6D0-7267-4731-994A-54EFA2A2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083133-84C9-4F1F-9A1B-9CF33A6F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cff3c0c674429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407F2-7A94-44D8-953F-92B4917F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Pareto front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278443-5B99-4D56-B28F-C95B64E8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A53AD-F127-4437-B3EB-1E555DDE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165927b3404c86"/>
          <a:stretch xmlns:a="http://schemas.openxmlformats.org/drawingml/2006/main"/>
        </p:blipFill>
        <p:spPr>
          <a:xfrm xmlns:a="http://schemas.openxmlformats.org/drawingml/2006/main">
            <a:off x="965226" y="1790700"/>
            <a:ext cx="5975299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B23473-0994-42B8-9381-790E668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FD44E-398C-4C2E-9700-6EAB86CF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1993D-BD2A-4528-803B-DFCD65B0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Nondominated points still require priorities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32A3E-F66B-48A0-95E4-29B99B76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5C46A-6C02-44EA-A740-41CEECCF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They are designs worth arguing about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EC52EA-7B12-4485-B4CE-8D9CAD6F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E19BDD-D864-4318-9B43-0B183B72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8C11DF-000F-4CA4-AB9F-678EE043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FDF2D-373F-43CC-A413-64EE67CE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261191-6B46-4E85-8DA6-A3C14EA9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3685D-FBD6-4FAC-B62F-62113B03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70000511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6E72AF-E87C-448B-A776-305AA65D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80C01-536C-4879-8006-7D737CF4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d1447185ee438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03007-C8B7-4860-B852-B0E70997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weighted selection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C71EA9-6788-41DB-8751-B2B6C6FD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BE42B-2F46-4C3A-B694-F5F51120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e9301c53d842c8"/>
          <a:stretch xmlns:a="http://schemas.openxmlformats.org/drawingml/2006/main"/>
        </p:blipFill>
        <p:spPr>
          <a:xfrm xmlns:a="http://schemas.openxmlformats.org/drawingml/2006/main">
            <a:off x="919171" y="1790700"/>
            <a:ext cx="6067409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9D2134-5E3A-40D8-858E-EAC1776B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83001-FA75-4972-9CEF-88B8156C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D1494-EFFF-4307-9C85-269A676B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Weights encode priorities, risk tolerance, and program stage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DCE84-639C-48DF-84EC-6466EBB7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BF68F-4B4A-4B1C-8D5C-1753EDE9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Changing them should be visible and reproducible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687C60-1F21-4D0C-B2B5-7BD292C7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59AEF5-E3CD-4833-821D-34010A07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9444AE-CC3F-407A-9A51-20075C08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8D2AE-684F-432C-A65C-A59EAFF9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D2FD21-578B-47C7-AD4E-011E2C05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134A6-F018-427E-9F3F-226A3080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183052509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CDEC54-34FA-4AFC-A7B6-FDAB080E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520DB-0AE3-426A-9285-DB27DCB5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282a3dcc864c6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89A94-7789-4D07-80AC-DFF1AA23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gates prevent metric gaming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1B421-25D8-43EC-BD4D-CE0D5E73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F9FD8-1633-421F-A63A-E92D5FB7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D437C-8B57-4C3B-AA52-3BEB8958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F2F85-2676-4EFE-A2F3-AD4B9B94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FE6A3B-7492-41C2-BC66-FD56E6C0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5CF041-84A4-4623-9966-9FB388FB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775DFB-09AD-401B-A0B8-D57C3E9A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893514-3A1F-41F7-8C39-BBDFD62D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82CAD2-7336-457E-B360-91D5999B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D486F3-7F1E-46C7-A2ED-6126E4AF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4843D-7C8A-4CB9-8885-1C8997B8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69867-01EB-4645-A7C6-27EF29D4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3F89B0-EF63-441E-9D68-B731291B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C504D-E008-423B-A3D5-37938EAA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81105E-33FD-42C4-A6CF-0BEA5762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39BDF6-21F0-4A6E-982C-297A12F9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004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D6CB62-B41D-4B9D-99EB-9E2B4BA3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0B4FF1-28B7-4B1D-87F5-06378E70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051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7B83DA-4AC1-4496-BB20-BAA2682B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04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particles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6CA723-A8DF-4DB4-990E-1ECA2871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81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C51EF5-26E5-40A7-AC3F-7D0633A4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DB5E63-59BC-4D42-8AD2-27FC9585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4D33C1-77BB-4614-A94F-888B7AC1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981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2A8828-34DD-4EF7-8139-B75A57FB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4864F1-E0D2-44EC-B179-F3B040A2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433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engineering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99C4FC-953D-4A89-B604-98CC941A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086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A52282-8663-45E6-85A8-07BA218B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00292C-E72C-488D-86B0-88AE06B9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B9BD05-7D99-4402-8099-46933C59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AFCA1A-6C54-45C6-9CA2-451E4AE0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6399657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94D3BF-2C29-492E-A945-4E8607B7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1A37A-21B1-4603-8437-6A56DD0B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8EC04-A57E-4D52-B6A6-4376BA9A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61429-41BF-47F0-BCE5-D11CA60D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36a1d446c471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BBAC4-A145-4B71-A785-D8B51AA6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B83EF-20EB-49D6-85FD-2DA83EAF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3. The GitHub repo as the lab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68C4A-4CAA-4F28-9B71-BD5F69DE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075B2-49D4-40E2-9B21-30C0132F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7515AC-DD73-46E7-B758-9931E3EC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Slides explain concepts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F68DD3-676C-4521-A630-D876F63A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0577B-611B-4547-B424-EC457CC1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Notebooks execute projects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44A2C-678B-481A-A42D-AF8DF009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438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36D50-9486-496F-A057-A20F73A2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340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Scripts regenerate figures, movies, and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DCEA9D-FD24-4C83-90AC-66810A35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02AB7C-2635-4A71-92A1-4FD9FFCD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04EF03-C162-4386-9BF7-844E90B9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ED66B-0497-4690-9E40-8BF5CD7D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172649241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326A26-8E72-4B28-A732-8F4DEE0D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0394F-83B5-4588-83B7-5BABB8CC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873018cb44e4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AC816-13AA-4A4D-8FD9-A2113061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GitHub repo is the lab manual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F2A38-02EF-460B-96F7-C598915C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52227-3E7F-47B4-8F45-DD44EE63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D66A5-DE30-464F-A416-D0849052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F1AADD-D76F-4E91-B068-8892C5A7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31CB9-75F8-49E8-9A4C-EB8CF07B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4D778-23FA-4BE0-9658-5CE915AC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A4949-6325-41EA-806F-F8DEFE7F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Slides explain concepts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E9767E-F559-4C29-A461-F0CFBB1C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551C3-265F-4B52-A01E-051D618A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1460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Notebooks execute projects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AD2A7-5FE6-4247-A175-941C2071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611FE9-0FC3-4C3A-90F5-DEE695E4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Scripts regenerate figures, movies, and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B90B2-8C93-4D2C-B897-82F4190C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320D7C-D288-4F98-A33F-72472BC3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7190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STATUS.md records truthfulness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F907B-CA4F-40FE-ACF1-A0C34470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79DF6B-57B1-4212-B678-4B809CF6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DFCE1C-84A9-4F7E-9BDE-997BD542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8EB992-683F-4834-9397-68CA2217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209297386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0D7C1F-1BF3-46A0-9854-02FEB75F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C8164-BE13-4A1D-83B1-5311F6D2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45f11568e4c2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17A9D-EE8A-4069-B1FC-C9357D19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Cached, tiny, and research modes serve different audiences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426B9-1F30-4AF9-8DA5-720116EF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0FA685-D97D-4A50-A2ED-9B10CDA9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DDEF3-3406-4F54-A771-A08EB0CB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E71A2-8191-4275-97F8-3AF61185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F1AF0-F6A9-4624-A32A-BDABB836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3B61B-8DBA-4D6D-A98E-34162552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B00BD-46AB-4736-88DC-0ED16C6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62EB7-1D3F-4B1A-B2F1-2BA36260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CB7B9F-5F84-485C-8FB0-863B8FAE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student reliability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EE35BF-E286-4AB9-B0EF-E9F533A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1A009-A83B-4892-AC15-CFE2F2D0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892ED-C8BA-482B-86D4-6CA1F1FC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tiny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F04A60-A996-4666-AA65-388310F2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instructor live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10408-B678-4B6B-A49C-4AA3A965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4ECD99-7A05-4D0D-9401-E728AFE8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E07122-0DD1-412C-83A3-C1CF4E5F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E96A6A-A510-4906-AFFC-4FD984D3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real-code replacement after timing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DD8AE6-604F-4487-9DE3-423BED4D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F7CE36-AF2D-4198-BB0D-86CD78E0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1E1DD0-5873-4198-A68F-CAC29A61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D66319-2029-45AF-9C70-24A745CF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152048089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DE88C1-C6EB-45E8-917F-951A10CD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F3C70-8B35-4CBA-8F0A-648DD74B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af2d3f6f14e3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EB4BB-EA02-4BC2-8CE2-1E5A7470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CI is part of teaching reproducibility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AEC74-8966-49AB-8D53-3006FED6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5CF3C-6B3A-47C1-9A43-7D8783A3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A11EF3-0BBD-4F52-8BFB-31513347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2793E-84BE-4C77-9627-09A097A0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F4434-6B2A-46DE-85D3-F53749F3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37C68-12FF-401A-A3A4-37F1A514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BC3BFC-B2AB-44F1-AA78-7B92FF50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Cached-mode CI runs smoke tests, data fetch, figures, movies, notebooks, and pytest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455E3-6222-40B8-9658-6A90768F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3C5547-8632-43BC-A4F3-1BFAC2D3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Students can trust a green baseline before experimenting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5F52E-21AB-4596-8C73-D1D29717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66FA41-0562-42C9-886C-26A9C900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AB5969-39A3-4929-BA34-A8D5E104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7A8C62-D8AC-41AE-8E5E-14B64E73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6733088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6E60D6-FE15-4D1B-A325-D3B2D833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D7118-DAA8-449D-9DBB-2E7F1E9B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66f7e813b484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8CFD6-B5F3-4D5D-BD6E-26BCB4B0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full repo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857CE-5CBE-46EE-A3E2-4E074A75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0D279-C7BC-44F1-9364-2DE9AA14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860A7-EAB2-42B3-AD95-25C62CB9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26FA7D-C2F4-4E00-8D5B-173E1134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E8DE9-151D-434F-8746-5AC3726B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76ACC8-8F48-4955-A30B-050B1245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618D3D-4164-4A2F-AE02-E5AFCEE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check_release_ready.py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51BD0B-EE17-49F5-A258-31B824F2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3F485D-3C12-4E9B-887B-755938C5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execute_all_notebooks.py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CF7B62-D3F4-4153-890C-499F5535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721059-618A-454C-96B9-DE5200EC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Review STATUS.md before making claims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39D2A-D21C-40A9-BA79-79727D40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2C0E12-2217-45FA-A680-E9272E05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0AD50E-E4B8-465A-A564-8A0E5D5F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B24E78-F1DA-4D41-AEDC-E2653119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76EC82-7268-4A29-B306-E70739C1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FCA2A8-836B-4C24-BB44-49005F2A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3270A9-1235-4920-BC9A-6A678D26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ABDC64-0E4E-4AB1-B8FC-83C56B23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7087BC-2004-4DAC-80F1-DFCE393F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5C778A-1F6B-4EA6-988D-52BCA74B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27877D-B0DC-4D05-8F56-7E94113A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0E9C45-9EF3-4FCF-AB71-7CF9EE4C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33B371-D051-4536-8F6C-913FDDD6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5BCDD3-EA5B-49E1-82C5-06E95222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2F6DFD-0938-432A-98B9-58F53DA1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33D9DA-3CC0-45B0-812D-173A01BD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58E76C-D157-412B-B612-CCA125FB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AA2E1A-26F0-4768-ACD7-86C21D00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87078652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2D3F2F-C3A2-4869-8194-6F8B731D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A8CC0-D47D-4A0D-A87B-7A0C9A8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10527fc7f4cc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93EB8C-FB68-44FC-B134-E75FC014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Design sprint: modify one 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C10C2-E121-4E86-B185-6425389E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49EF3-21DC-400C-9C3C-BE1B1259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F74DC-F60C-4648-A7F0-EB605AE9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37626-DC4B-48AC-935A-A2257E3C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1EC183-5379-4A79-87F9-B5790975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D00D5E-99C4-40CC-93E6-5E6CDDAE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240CF-292F-4FE2-ADED-47BE1485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one metric column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E866E-E928-4D3F-BA59-A749080F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32CF2-8E02-464C-8992-208BC204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1460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a weight or cached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F9259-766C-461E-9731-B93368F6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40AF4B-04C5-46C1-A60D-30D4B96C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4325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the plot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54D38-D74B-4ED7-A927-1EEC4690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EC2828-50DE-40B6-9B2A-D2F6AE72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whether the design decision changed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B488C4-5A8D-4F8F-BB4B-A2B969DF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A2EE87-4E71-4AD6-8658-2FD10707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5C0F6-84A5-4270-B791-9044B814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A45890-F762-4A8C-8C72-7B2284C3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846795-06E5-4857-BA21-CE5FCDBC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6C0CF7-E32E-4BA9-89C7-4E89DBF0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20972530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F32264-834F-4A62-AB70-48094717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62264-0540-4C86-8A8D-1AD00F52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b25cc6f2748e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005345-F179-486D-BA54-94491B28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Design sprint: replace one cached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2D57F-46E4-414C-BAC2-A0B06659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DCBBA-E12D-4C32-94BB-B2B6B979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A3EC7-5EF3-406B-ADFD-0894009C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AB5B3-148E-424F-864F-109382BC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5FE8F-1633-4DD8-9553-EE1CC78A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AB0E4-6C7B-4B6A-9AD6-661F482C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5F471-6F4F-4B52-8085-92B341E8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Pick a real package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910FC8-B83C-43CE-B46F-7BF08A6B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8F7BE-BB15-41D5-9992-63C9E152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Write it to data/cached with provenance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15BF6-AF13-48D4-8331-4EEA7BB8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62DEA-7B74-4029-98D5-B67E0FF0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Update STATUS.md and rerun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239F51-AAAE-456D-A197-5B7474CC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305DB-F095-489A-B476-13A0275F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9EE723-A494-4D5B-80DB-B090411B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411AA2-7057-446A-94EF-21190570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CD099D-B057-40AF-BDF6-C5D976CB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0CD401-2423-4FAD-9A45-B9C9F8B9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200464782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BF5CD2-6738-48CD-BF9A-6593817A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7EE641-90B3-4BFE-A764-78E57FBC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a8349cfab43c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17776-3699-4E73-982B-E65BA4B4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students should use the repo after the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AE392-C628-4219-89DB-0FD5D843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A0479-179B-44CB-8829-54C070C5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3DB53-2D9B-4F71-88CB-6C7D8785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C05E8-F812-4BB3-9EFC-5D453966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B93F0-EBF5-4038-85BA-445CC3B7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cached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02CD39-2798-4B2B-8020-30536148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43F0-5913-4812-832B-A40B7BE5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F30EE-85F1-43EF-9B21-EDA3EF1B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BD257B-7EE4-41D8-A051-2F6ECBA0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notebook at a 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2F7E3-B7AB-417C-82A7-E95F7DCC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CFAE13-FB2B-455F-9695-BCB47507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DC1B52-600A-4734-9605-01E0B86F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D1AC4F-256C-4949-88EB-50A7D9FA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generated outputs small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0E9174-35C5-44EE-9485-28C4019B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EEDE3A-1153-483A-98FB-D9B55372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89C645-083C-49DF-9F16-CBE1561A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C7F637-7B9B-4041-A64A-77B6FCC6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Document live-code failures honestly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9B76A7-B232-4BDB-BA1F-270B27A8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BC29E9-2CF7-4DCF-BCCB-74DA971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C17505-A942-4FD4-B872-D9665118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630795-0D85-4ED9-8646-B1FAA8A6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8FFB5E-37EF-4638-A5D2-DBE26BBA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97F0EE-33D7-4896-A32E-1244E77F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87527F-4971-497C-9804-435535C4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186693712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598DB9-84A2-4A88-A2F3-43434F95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D86D74-AF86-4901-BCE0-D1632636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f696e5ba3414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1D56B-0186-4156-9D63-D3378E7A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researchers should use the repo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8CA70-945A-418B-BA91-0ABCF940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695ED7-7872-4E26-AD7C-D7712239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E9351-6EDA-4B31-8082-0DB50841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06B56-C84C-43B3-9C2B-2CFC12D3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9F60DA-49B0-47BD-8C1D-A5DEFA8D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Replace fallback arrays with real outputs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F156B-1370-4853-A353-62AD0263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16406-CDC7-4FE1-B556-FF048F6C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7A2BD2-AC38-4119-9496-DDA765C1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498D7C-0B6E-48AB-A9BC-727ECA0C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Preserve notebook structure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59E030-EC15-489B-AECD-5AF19CE4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FE6656-DCA5-4293-99A1-1EEEDA4F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8FFB42-F62F-4A9B-BFD2-613F306D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3AF6EE-9959-43EB-9128-F308C973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Add tests for new artifacts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EC7F1-7B0A-44C4-B09E-24BDF46D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CB67A2-DE3F-438F-BA13-239B67E3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6A3058-5C45-463E-AB92-7827B21B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4F55E3-75AE-4882-B4D2-1F81C2CE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Avoid overclaiming new scientific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62D2B8-EB89-4FB8-B362-E28B57F6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8DC316-E587-42C7-BC9D-05B86770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A38BB8-3A0B-4BB3-9E39-F22BC4BD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43D108-2BBC-4406-AEA2-DC7223F6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3851D3-0DC2-4205-8824-AAA544C3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B329BA-07A7-4890-84EB-CDE9FC14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1CF06B-773A-4719-8DDE-6392E6C2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112968440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90D4EC-9FA5-4010-A14C-4D36A91F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291F9D-A79C-47AD-81F6-450E5909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7712d42614fe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17669-B90F-4987-A394-B9C774F5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belongs in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F01CF-D35A-42BA-AED1-3DF967AD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8BB53-B9BE-437E-A156-CED0C8CF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2BEA2-FB74-4F9F-8E1B-408C9667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35D36-B32A-45CC-988F-BF8B6AB0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53F2A-3F8C-4D49-B937-EF7AC084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FB5F4-4D0A-436C-B76C-AFB2049D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96EE1-5C89-4DF6-B0BE-A36CB659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1C951A-0D9E-40BF-9FF0-0B8CB2A7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small public 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36EF42-87B9-414C-85A2-77AFA590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A561A-78CF-48D4-B0CF-E0BFBB3A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D9025-18E6-42A7-9A9C-52AF3DF9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BFC074-1159-4117-BA46-0444E99B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small cached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E2B59-BC28-4B47-BA83-C50501F6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99A06F-B8C0-46AB-8BE9-680CE7D9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E7F7B-DEF9-4024-9502-8713E552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3E3A7D-1DBE-41F4-8593-C942F845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figures used by slides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BF0C8A-D48C-4707-A38C-6B333A98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7F961D-3D75-4C09-9DFA-1CDECFAF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6CCCE1-85A9-4059-A9EC-4C888BE1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13957-135F-4645-BCDF-EB7D0B29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notebooks and scripts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91B4BE-A2CA-4CA9-A1F8-98D1788D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B0CCFA-BF0C-4FFA-9C3C-CFB2E638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C6346C-0490-429A-A485-DF4A7861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343AA0-01A9-4FD6-9701-A8A9936D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status and docs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8A9142-2C3D-4715-9493-AA9FDDBB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090861-62EB-4A49-AF34-5BA55077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3A8F86-9DB6-45A0-B5DB-048E3750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C23C03-973F-4C4C-AE8E-784433F4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BF5738-56F8-4A56-9CAE-0F35A670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65966684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FE18CD-7E95-4C93-9683-71F2FFC1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E586E-7749-4964-B77C-CC6742B1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2a388a4d24f0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F31AA-7878-49B3-8CC7-3BBE660C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stays out of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D1852B-68AB-4551-935E-3845CC1E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1AA184-29DD-4AA6-9E81-CD69F55B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9759FE-151F-4B65-BBE4-CA34CD6C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E8EE48-4919-47BC-8814-85D77D69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9FDBC-E8EB-4C44-80B2-FA55EEC9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9D75D-BD9F-4695-A04B-5FD5CE51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prompt-package PDFs/PPTX/zips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424ABC-0E4C-46E4-BCDE-7C5B5C2A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A62A7-F5E9-44A3-B349-D8B198F6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private screenshots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CAB1F-0A10-49C8-A007-F3DBD8F9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A8D7F0-A2C9-487E-9B14-CF315BE1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large generated runs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938CCB-6775-4B47-8A83-B873D4E8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12356D-B709-407C-944E-6FE6CF79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tokens or local environments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EE1F19-F20E-4339-BFED-2ED86490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87C6FE-A270-489C-A4B3-747200EA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D2489D-F49D-4FC8-B7F6-217E8822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54EC61-E778-462F-9ACB-F740288F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3ABC2C-E71B-4CC0-AD6F-A58FFA93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803DDA-84A4-4D06-8A8C-2EF9CA38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62720487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25AD76-CD7C-4AEB-9E4E-5985B534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700E5-85AC-4880-9E32-542CAD13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a8068892c442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63C738-991B-4261-BD48-774F6704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Integrated workflows need ownership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B674BC-A79D-4503-AF96-C1CFDF3B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F49C1-2C5B-4659-BACF-FBC7BD07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4F97-DC1B-4EAF-AC51-8A406391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1CB45-5539-4EFE-8594-99995C7C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B7D01-215D-4DFF-B579-E10E1385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6F0DDD-B5EE-40C1-A004-284ED0F0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Every artifact needs an owner: script, notebook, source, and status 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14379-7C49-42D4-B7D6-6066D912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49A9A-4744-45CF-82D1-3CE18AB7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makes the workflow teachable and debuggable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CDFF8-DC0D-4620-B836-E64AEE62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05566B-495F-40F0-AEDD-3548E54A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467C59-F7F3-4DB4-90DC-C4BCB4E6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C28C3-9974-46D8-8281-37A30D9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96CA48-58E9-4AEF-8BD5-660554DF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D9581-01B4-4442-A50A-2D64B031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179135624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1AF8E0-7CF7-43CD-B18C-52CEB3DD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7C962B-7F9D-4021-89F1-A56092CC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40e2e484c431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A1B6A3-316A-45F9-8A0A-EEE5E097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Pareto fronts need 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E3331-4327-4151-BD88-10A4A0C1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FB584-6A5C-4B45-A20A-C883B213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88AA60-1206-46C5-9C4A-F6A5A23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2952D2-9314-4AD7-A7F5-2DC6054C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0685A-9DF9-4F20-BD78-2D0FDEF8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3D0500-C9A3-4753-A105-51C82542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Pareto front is an argument surface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831942-2D08-41FE-BCD4-E0EBB773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8DF253-51D4-4813-8A4A-667FBE9B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final choice still needs context and validation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0D597-2B54-4DC7-A1D5-F2C2AC5E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1B88A7-94F9-4390-9B1C-FF328DBB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495DC-2C97-417D-A61D-EAEB7BF4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307562-E7D6-40BA-A9CA-9E6FCDA5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0F857-F324-4B92-95DE-2D0ACE0E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464A88-EDD0-4BF6-9FCC-9FFA00E9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1823289669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A3E978-5246-4738-895B-6962475F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347B3-1869-43B3-B146-2C9DA15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b770164cbc44d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C41E5-8063-4D81-802C-3849E982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Final design commandments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E8FAF-D1A4-4761-BBAE-E6E7F6B6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4A4C6-3C56-4243-96E9-ABD46ECE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D20D3-618D-4004-9354-3264947E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every boundary with its coil story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6D2BE-92A3-4825-8DEB-51569C6A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9A9A5-6D6A-481E-83E9-F24E838C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the validation domain for every metric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92F338-6AAC-4C79-816B-B03E18FC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A0556E-E7FF-4877-9230-C5EB9F5C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Pair each proxy with its failure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B336E-B3FB-439D-8B37-95A25A7E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FE36B6-71A3-4E98-BB79-F05A591C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the weights behind each Pareto choice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9E7E0-40C5-4B40-9021-32A642EC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F52FD-02A6-4AC2-B6D3-20C692E1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387283-4499-4809-9A91-DD1A4896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74193-4CD7-4D72-A0BB-70A2A043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5ACA68-CE5D-4BC1-9A45-524CAB24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B025B-88C7-4DDC-B7A9-0B608450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49123359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BDA1FC-A894-4BD0-A043-580F2A66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46A67-4EB4-41D0-9666-D4C05E89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e9b63ab6e4fb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D0245-826D-41FD-A0E4-2425A595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Keep cached mode honest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30EDE-4CE9-4EF0-848D-6B1F352B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8560C-9461-4DFA-842D-C57DA384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40554-983F-477C-83C9-2BC630E6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Label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7DE38-6CFF-4E32-A0C2-788A438A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2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C762E-D9B7-415F-9DC5-9B0ADBED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780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only real wout files or labeled synthetic fallbacks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68FC8-78BB-4005-91A3-9F04E70F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30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6EF5E8-9EBB-4F20-9E1D-ECA95E7C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258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limitations in STATUS.md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41E3DC-4B1F-4D76-8566-1E4CB697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10720-4BA3-467F-AE4C-BB0476E0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93FE8A-6E8B-46A8-B059-9E8F29C5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9A2D6-C4BB-4877-B603-66CD9E52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7F8ED6-925D-481F-97BE-4ED427F8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A9EB9-162F-4ED8-AADF-754640BC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09075182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A7B0E8-6A2D-4F93-BCE2-4670AEFA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A6FDE-D39F-4D03-B18B-BC9BD66B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1dbf38f0c4e2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D5DF8-A17D-4904-A96A-BF861C78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Make every plot teach a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090261-F69E-4006-862E-18C87D11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3DAF7-D94C-443A-9D67-E1E939BC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D68A04-A420-400B-8FBA-F160D307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changed?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DE580-D979-4BDF-9E9C-E3407F5D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15D20-7A9D-4F97-AB5A-5D753C7B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design wins?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0DB11-5711-4A8D-9E34-9FC8AF79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D33EE-93FC-45DC-9FEB-5D7C3A1A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failure mode appears?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17A99-FF9E-4257-9ED8-EDC522B7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95B41-FC22-4AB4-B181-98F6558E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a higher-fidelity code check?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D6402B-02C3-433A-BC43-8723ACC2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BA0792-08D4-485A-A70D-C19CF39E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BA2D9-4BAD-4353-BF12-A2CB8168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4D1620-A4F8-4EDD-B2C8-0C64D8BF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3AB81D-C630-43FE-A3F3-C310D421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2C2BBA-88A7-4050-B6F8-455BE703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187102649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279014-679C-4F23-AE46-0B6F645A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1D9FC-83AB-49E2-9264-45C24538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025E8-07A4-43A4-B0BE-6A0329D0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a32efb602444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BF995-3D1A-4778-A341-2A2EFE46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18124-0705-4CF0-80FD-B1B5D90A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Future of stellarator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C7472-ADAF-4850-A339-C51FD7CF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8AE40-F5E3-4460-9EC0-1CD08034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78055A-B84D-48E6-B015-7624153B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Coupled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16FBC-1A0A-464C-82FF-0A84D3CD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47ED3-5A2E-4F8B-B01E-51584967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Differentiable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50BF8-62D8-40E1-8E11-96BA077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77CDE-55A3-4ED6-AF03-33B31A99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Multi-fidelity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E76F87-0199-48F9-BCA9-5496DB8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19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30E49F-AF6E-4628-B486-0FDF04C1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Profile-aware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15AD45-2B3C-4281-A354-F5116596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0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293575-7B0C-460B-8EB6-383AD16E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Reproducible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AD296F-1CB3-44EF-9636-148C3494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633D3-664E-441D-9230-2AF4B457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1AF9CF-83FD-4015-86F0-F09353FA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1316098075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C21BD2-8271-4456-8FC1-036FCA33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25AA1-3330-4727-B413-85FB26B5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88042c447474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345F0-4821-4D8B-A7CD-FBD96D27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4.35: repo lab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944FE1-D625-4452-90EA-08A2E6B5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F5B1C6-81AC-4371-8F7B-894027B7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A8BD5-A677-45CE-B733-36AEA630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12C5D-51F3-4047-BBEE-770E19B1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C82B8-4DE8-462B-BBDE-A1972EA3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49169-DB1F-44DA-BD70-F4A4B717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9FD76C-7B9B-4E16-8DD1-879D7AD5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50F937-F5E3-4B84-9E2C-42747C40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889AB-317E-42A1-B9BF-40CD9BEC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52B0B0-D9C5-4F82-8E07-E16DD968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7A6606-AF18-4C0D-9D48-6645E2C0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E7ADA1-2731-4C34-B155-2A82735F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0F04C3-FD5E-491F-8B34-0B8FE00A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0C43FB-06CB-4B5A-9344-1420830A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BF6E8-F0AD-4ACD-AC95-BCA8AD7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043118-C6DC-4058-888F-2A0CC95D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3E87E2-4D3D-4AFE-B136-FDB1C0C6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78CFB-9CC7-491E-BB54-79D5E2A1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35CBC3-47E1-4216-9312-EF302C90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0FB65-915A-4CC0-9E2D-469F0AF3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129355293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ABCFDD-7ABB-4003-9423-87C0746B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7F20F-249C-4C8A-8529-9F760C69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c04bc494564e3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4E3DE-0748-4A54-A1E4-DC08C9DD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4.36: status report anatomy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11BAE-6A98-4F7D-8F10-BF987331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DA38B-D9FA-4F42-9B4B-53D436DE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782F2-28B2-4FA1-87A9-02293FBA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AD783-DC1A-486C-AF02-8CD693AF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ACC9A-81A8-4007-83B3-16595F3A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DE630B-902D-4BE7-BC0C-5B4A737D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826A0-CE9C-477B-A3FE-AEF8AD78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C2628-6992-4968-870E-7D469404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685032-52B9-40B0-9E84-DCA01D4A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9B2AA-312A-4B86-BFCB-37A8AC9A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8C180F-E225-4D3B-B14E-6F97E8FB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6CAF9C-4FA1-4FA9-A2FD-B9D54CDA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E1B0AD-59B5-4665-8657-2F1A49C6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8CCA87-CA66-4DD3-B21A-FCD439F1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B108F-1E5F-4977-BA15-7AB55ABB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12689-3BD7-448D-A1C6-DA17D72D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0D5628-EEF7-4A2E-8089-3E04B999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B8ABC-F194-44F0-8555-1047DE75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3A56B1-CB0B-40CA-AB01-43134390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6BF944-D02E-4601-8A1F-45A068D2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31192159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B5D9FD-4146-4F3C-9B5C-0ED2358B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A4ECD-B57D-4522-A038-6CDC80A4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43726d6c3424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E1CEA-E4A0-4297-AB6E-7A969291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4.37: live-demo abort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F2382-4FAF-47A6-B86D-526122ED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D42D5-7197-478E-8CD1-58D8B28B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B41E6-27A2-4D3A-A032-07E2E935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1086D-E5E7-428D-A2AC-F1F4D5D8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3EEA4-E417-4A0C-B50D-5FC00E49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0C273C-6E80-4711-A3AE-FB6EC666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23CFB6-09E5-4A8E-ACCD-FCD1E002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EE5FF5-9887-4BCF-A036-B4EA1E4D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CF4E2E-500F-4855-B05F-0CE33360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DA73C-8DA2-40B9-B214-F0334CDD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F0350-1D0C-4C20-9CD4-439AD257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8822DD-891D-498B-826F-08F8C94D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7E22B-7DA6-48F3-9C21-C71BE730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8EA335-BE7E-4C3D-9889-462872AE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7DB9D6-9EE3-48BD-867D-775504FE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90D13B-1249-4184-8CA9-931B1022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529C72-2651-45E9-95C1-1CCB49AA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9A98E-58BA-4302-A1A9-B077E9C5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D40A62-BF16-4751-9764-5D1DF509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7A7B81-FAF0-406D-94B8-7B9638B0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1198474660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9119C1-0FA2-4049-9A12-98B171DC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B99DD-C170-4012-B15C-2D50AF25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435aee1884eb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B48159-59E4-4B6D-8D87-0FB9603D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4.38: next manual steps before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7BC1C-6342-4FF6-A20B-A95EF3E5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8DE43-E75B-464E-A32C-7618B842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0CF7F-22EA-4462-A493-936F52D0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FD696-5DD6-4E71-B87B-B56FF63A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19D2A-6225-4A64-B4C4-71BE1B29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21EA0-FE26-4161-83EE-E07937F8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39054-96A0-4FA6-B454-CCCC6EFF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2D65B2-7656-4AC2-9C1C-4840CF35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5CE43A-66DA-4504-8E56-C52571AB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5EB9CF-33B8-4417-9F35-28574283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52B7B-CD60-4D56-9CBE-299AB188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2E4099-F446-42D9-8ACE-D07B14C9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F547E-FA55-400F-A02E-CC769A1C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1C51E-850C-4D9E-8DB3-6B0A3C8D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B17F8-FA76-4ECE-803F-4352AE02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ABA9F3-456A-4148-9A2E-A4D823EE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042062-B860-465D-ACB1-86090ACC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99A939-3C87-47A9-8D8C-3AA815F1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0B24E2-1FB2-48CB-BC6D-200C50EC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D61ED1-DEAC-419E-94F9-F3331320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1705257055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87D9F7-4262-4932-9C9E-10511C06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17227-5D4A-4338-B00C-D57C2BD5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e4da6871ba48f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76400-37ED-4E9E-B8DB-72B2BB04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4.39: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F70369-1F16-4F1D-BC4F-FF7FFF5A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A9BF17-6385-46AF-B769-CF4CB489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CA052-6CFC-4067-B054-B662D10A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AFC71-08DB-48F5-8E54-4F9A594D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31FCE-3292-4109-8ED0-03CD50BD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F73DE-49F2-4B12-9208-4A893AED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9A8DB-4645-4349-81FD-FD01B5D5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17D7C-D03E-4879-B5E7-7C57CDC7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799A2E-468F-4C40-A486-851C25ED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8EBBF-EAD9-40DA-AD15-27A752AC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CC9D9-8753-4C69-BC48-93A5B51A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C69758-D053-47A5-91E5-1C2FECC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28E3B-A01C-4E8A-8A0F-347255A6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B1997B-8E5C-45C8-96FE-590C236D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EE7A05-D06E-42E8-B223-CBEC47A5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CB79DE-9880-4E53-B1E5-56282FBC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FE6F9A-82D2-447C-BE81-2FBBD43B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01BA8-0D47-4A62-8520-1F7B8881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28D9A7-AFB5-4F62-8FB6-32208905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5808B5-AC7F-470B-AA2B-A0875CD5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39</a:t>
            </a:r>
          </a:p>
        </p:txBody>
      </p:sp>
    </p:spTree>
    <p:extLst>
      <p:ext uri="{BB962C8B-B14F-4D97-AF65-F5344CB8AC3E}">
        <p14:creationId xmlns:p14="http://schemas.microsoft.com/office/powerpoint/2010/main" val="1701745038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C74986-08F7-4815-ADCE-4F120E4A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0B733-F957-4287-B492-DF17A96C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11168553f3456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8BFC5-58C8-48A7-8C25-B6A99644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4.40: repo lab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2C8B6-7D37-4A3A-9368-51C441EC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7230-660F-47FD-A275-4E2C50B0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DB0C7-DCF8-4D91-8197-6C06034D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6B526-9122-4882-AF3B-122AA7D1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76423-09F4-417D-99C3-C091182A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8D7CA-8957-4A07-B0B9-F2C126B3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40E82-3F30-4260-AF36-7F3B2B6A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833DD-D0BB-409C-ADD1-1E4FFD8E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85157-5951-4291-BB1D-D8D251A1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95DD74-2618-451A-A3B2-B7BCE976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729D87-9E3D-4891-9A0B-674B96B6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5C767-0397-4ACF-88B0-FB9D1558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59E4A5-96AE-46F0-9AC6-E889A63D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3E1E86-F82D-493C-BD61-6DC9C460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D50303-AA2E-4A60-BDE0-431EC223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D726D7-47B5-4B56-9638-36E0902F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057021-79DE-4C4E-8AAE-25907259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50759A-8FC2-4F2F-9379-827F5202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69AE38-3D22-42EC-8939-BFC32A75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608C18-6298-4184-9ABC-716C1383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40</a:t>
            </a:r>
          </a:p>
        </p:txBody>
      </p:sp>
    </p:spTree>
    <p:extLst>
      <p:ext uri="{BB962C8B-B14F-4D97-AF65-F5344CB8AC3E}">
        <p14:creationId xmlns:p14="http://schemas.microsoft.com/office/powerpoint/2010/main" val="2066460406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C9D1E9-17BD-4649-9D4C-AC6C8FE9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63738-EE83-4A0D-AD9B-3C2DF588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f641ba2c0406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EBF9A-EF8A-413F-A89F-0F8F254B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4.41: status report anatomy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DB8E4-35F6-4A0C-A929-58920D40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C4B3E-06FF-4D64-B311-82542C08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E8A708-6111-4E78-87DF-7A760164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925DF-866A-44F8-A1CF-D7BE719A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3BAAA-B01F-42F3-8B43-88D74031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88640A-9201-446C-940A-8936AC30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DDA693-BBAC-443C-8ED5-C5781E3A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1FF0F-E3E6-4C74-BC2C-4E7C5FB2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440664-A178-4D88-9E99-D198834B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986E9-8A4F-46BD-8B57-618F82B6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9D1E2-C4C1-4FF1-B839-348194E3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4CFC7-A981-496F-98FE-5173D645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59453F-EF37-403D-A6B7-C97453D9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C76168-B44F-4AA0-B3FC-568B1236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605115-247D-4ACA-BA92-3FD0A47C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809AF6-615A-4A28-9B0B-DD37960B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A900A9-2B8E-4DFC-A78B-1AFB0342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166D52-2645-4DB2-8032-C039782D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1756A-EF49-492A-82A4-A6AEC59C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7273E-2C4B-4537-BCE1-440B1353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41</a:t>
            </a:r>
          </a:p>
        </p:txBody>
      </p:sp>
    </p:spTree>
    <p:extLst>
      <p:ext uri="{BB962C8B-B14F-4D97-AF65-F5344CB8AC3E}">
        <p14:creationId xmlns:p14="http://schemas.microsoft.com/office/powerpoint/2010/main" val="1643589374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BEF6B1-305A-40C2-9B8C-55B9505E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985E9-62B1-42D4-BE8C-18B8FE4F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e358d202e4fa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566A0-C3A5-4CE2-8B37-32E6D411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4.42: live-demo abort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A4B94-4F6B-40B3-89DA-7FD93C43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0E1A7-83A9-4888-BB43-AA637BF5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F7363-DC77-42BC-BE6F-F404F338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4C07E-44B9-4A92-A78D-489311C8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8C3BB-EDF7-4967-8C90-AEB9C0C6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08242-FB47-46ED-B325-D1ABD12A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1A4561-32F8-4240-96A2-4499ADE0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D31249-8E46-4757-BB33-963C5753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FF0F54-72D1-46F3-9444-72617B50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0C9B6-A711-4E05-8894-8721D690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B5534-1A09-4E3C-BE64-DC61870A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4CEDE0-738B-4A38-AAE8-BA2DEFDB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C3963B-43DA-48E1-8918-B957D99E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537CD0-5E0D-4896-B82E-1A143E47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0CA05-FCA6-497F-BF78-144BF2B2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1248F5-7318-4B59-99BD-7CE4781E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B8CA5A-36E6-458B-B8E3-8157F3F1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892BEA-398D-491F-8B8C-A6B69679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7FCE03-97E8-4C35-942A-AFAE858A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C085C4-848B-49B4-8EB1-3FB70A93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42</a:t>
            </a:r>
          </a:p>
        </p:txBody>
      </p:sp>
    </p:spTree>
    <p:extLst>
      <p:ext uri="{BB962C8B-B14F-4D97-AF65-F5344CB8AC3E}">
        <p14:creationId xmlns:p14="http://schemas.microsoft.com/office/powerpoint/2010/main" val="1980538584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20B69B-7666-48EA-9D80-1AF02AB3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3E629-4DB3-44FF-9891-7C72E968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c2c6c891a34ec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FBC47-0316-4439-BC13-5AD8534F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4.43: next manual steps before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D4653F-1BAB-49B9-9977-068E6629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CADFC8-BA11-4561-9363-016002D0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F2896-F381-457D-9910-548F4FFB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57D2FE-00D4-40FB-B270-29F25834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FF147-9B0B-492B-A2C1-6E6D0DFD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B8943-3063-43F0-99DF-C2658405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F4C66E-D040-4A5E-A100-AB6439EE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F6BBB-1682-498C-A449-3B94CB7B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E2DFEC-1BEE-4213-95F6-2AC92803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57D37B-C700-44DD-A121-2AA5BF3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5492DD-7466-4B11-8EC7-DE6BDECB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7A26F2-FF73-4F21-9D6B-488F7591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32796-C1F1-4C88-BB3E-1603F89B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569E75-8D95-42E1-A0F2-733F10F9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46E4B-AF7F-4130-8E52-9C2244AA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8D103-729C-4433-B44A-80EE5B1B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CDCB41-0CF9-4177-8181-E96D327C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905BD9-1A50-418E-B0DA-4CAF33A3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2821BE-C10A-4E6D-8DE2-3BB848BE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63CDD2-6507-4790-B967-C8A58BE0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43</a:t>
            </a:r>
          </a:p>
        </p:txBody>
      </p:sp>
    </p:spTree>
    <p:extLst>
      <p:ext uri="{BB962C8B-B14F-4D97-AF65-F5344CB8AC3E}">
        <p14:creationId xmlns:p14="http://schemas.microsoft.com/office/powerpoint/2010/main" val="1144403111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670F76-7999-4A6D-9B23-D389F6B0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CC0D3-C79C-491D-B410-3B0277DC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d7f5c884c4e5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F8F9B-23F9-40B4-B9DE-D89F2AA7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Extra slide 4.44: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82522-16C5-4989-97BB-5E801AC7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8C86A4-0628-482C-ACF1-828F66D3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95EF67-85F8-4126-8831-114553B5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966DF-6EFC-4797-8CDD-FC0375E0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581210-8597-4E3E-9D9F-17CA4223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06CAA-882E-4E9A-A0DE-1753B071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2DB8F-64AC-4625-A7FB-9DD2318C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AD5FE-8F29-41FA-8774-8761CBB4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37677-BADC-4A35-A069-31A0A087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D4210-3306-4977-AA6C-7A73D003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E6EE29-617B-4517-9287-94A88882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2B3D40-3F5B-4C1E-967A-D689213E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29F8F-9B7C-4D85-BBAF-67EB278A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diagnostic should be recorded in STATUS.md?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5A87B-331D-4629-9378-FEA13673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0A17D2-CE8E-40C5-97F9-68AD7621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BB89E5-4F60-43CE-A8A4-CDB5D084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CD3AF7-01EB-4FF3-AA8C-B04E50FF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E7BC51-5F47-43C7-BBF4-1B68DC22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21C02C-A5F6-4A66-84CA-89BAAE99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70C3DB-A2B0-4967-97A4-447DA4CA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44</a:t>
            </a:r>
          </a:p>
        </p:txBody>
      </p:sp>
    </p:spTree>
    <p:extLst>
      <p:ext uri="{BB962C8B-B14F-4D97-AF65-F5344CB8AC3E}">
        <p14:creationId xmlns:p14="http://schemas.microsoft.com/office/powerpoint/2010/main" val="1871410618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87A78E-4AB9-41FC-9424-A2D1C8C7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DA3C4-E8B8-4DCD-B014-93D01CA2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655E5-F758-45DD-892E-DB1DF88C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1251ccc7c474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3E18A-0038-4AF4-B971-F2C22F55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1C44F-F4B3-4D73-BEA8-1F3F7521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4 close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91068E-967E-4EE9-A0F7-7AFEDCE8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BCF41-DB89-4EAC-B699-48532173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F959B-0262-478C-9B9B-A417D6AA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D629B-AD46-4AA9-9CDC-1A9A8B5D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8443D-3D55-469F-9269-0F00C14A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the notebooks to rerun, perturb, compare, and explain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9EB05-CABA-4F96-80CA-FC3F1434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F517C2-3BC8-4DD3-BB3A-00E08E3B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94367-C015-4C88-80F1-E10AA858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45</a:t>
            </a:r>
          </a:p>
        </p:txBody>
      </p:sp>
    </p:spTree>
    <p:extLst>
      <p:ext uri="{BB962C8B-B14F-4D97-AF65-F5344CB8AC3E}">
        <p14:creationId xmlns:p14="http://schemas.microsoft.com/office/powerpoint/2010/main" val="21276604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2026-05-23T14:09:02.8130000Z</dcterms:created>
  <dcterms:modified xsi:type="dcterms:W3CDTF">2026-05-23T14:09:02.8130000Z</dcterms:modified>
</coreProperties>
</file>