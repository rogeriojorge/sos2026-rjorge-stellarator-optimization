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2bffe733ca4e23" /><Relationship Type="http://schemas.openxmlformats.org/officeDocument/2006/relationships/extended-properties" Target="/docProps/app.xml" Id="Rfbfd0849f9264aff" /><Relationship Type="http://schemas.openxmlformats.org/officeDocument/2006/relationships/officeDocument" Target="/ppt/presentation.xml" Id="Re4e092affba441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c01a300e114a14"/>
  </p:sldMasterIdLst>
  <p:notesMasterIdLst>
    <p:notesMasterId xmlns:r="http://schemas.openxmlformats.org/officeDocument/2006/relationships" r:id="R09961c99de854983"/>
  </p:notesMasterIdLst>
  <p:sldIdLst>
    <p:sldId xmlns:r="http://schemas.openxmlformats.org/officeDocument/2006/relationships" id="256" r:id="R64d1bef98dd24722"/>
    <p:sldId xmlns:r="http://schemas.openxmlformats.org/officeDocument/2006/relationships" id="257" r:id="R7d24f29ebc4d459a"/>
    <p:sldId xmlns:r="http://schemas.openxmlformats.org/officeDocument/2006/relationships" id="258" r:id="Rbb526f3716c145cc"/>
    <p:sldId xmlns:r="http://schemas.openxmlformats.org/officeDocument/2006/relationships" id="259" r:id="R44c5b33b5a6d4428"/>
    <p:sldId xmlns:r="http://schemas.openxmlformats.org/officeDocument/2006/relationships" id="260" r:id="R5284a6137e3e4898"/>
    <p:sldId xmlns:r="http://schemas.openxmlformats.org/officeDocument/2006/relationships" id="261" r:id="R735a8b21800b4584"/>
    <p:sldId xmlns:r="http://schemas.openxmlformats.org/officeDocument/2006/relationships" id="262" r:id="R8f3f1895abde469b"/>
    <p:sldId xmlns:r="http://schemas.openxmlformats.org/officeDocument/2006/relationships" id="263" r:id="R224e828dbfaf41fe"/>
    <p:sldId xmlns:r="http://schemas.openxmlformats.org/officeDocument/2006/relationships" id="264" r:id="R905127ef71d64da2"/>
    <p:sldId xmlns:r="http://schemas.openxmlformats.org/officeDocument/2006/relationships" id="265" r:id="R257c7705d7c14180"/>
    <p:sldId xmlns:r="http://schemas.openxmlformats.org/officeDocument/2006/relationships" id="266" r:id="R31280c1fad5342fe"/>
    <p:sldId xmlns:r="http://schemas.openxmlformats.org/officeDocument/2006/relationships" id="267" r:id="Rcd7ca75bb0324f28"/>
    <p:sldId xmlns:r="http://schemas.openxmlformats.org/officeDocument/2006/relationships" id="268" r:id="R17fe5854226f4023"/>
    <p:sldId xmlns:r="http://schemas.openxmlformats.org/officeDocument/2006/relationships" id="269" r:id="R04e4cdc0e4484de4"/>
    <p:sldId xmlns:r="http://schemas.openxmlformats.org/officeDocument/2006/relationships" id="270" r:id="R5cf78ef4f4314d82"/>
    <p:sldId xmlns:r="http://schemas.openxmlformats.org/officeDocument/2006/relationships" id="271" r:id="Rb77285a6d9844a1a"/>
    <p:sldId xmlns:r="http://schemas.openxmlformats.org/officeDocument/2006/relationships" id="272" r:id="Rcb0faec7be8f4d42"/>
    <p:sldId xmlns:r="http://schemas.openxmlformats.org/officeDocument/2006/relationships" id="273" r:id="R9fdb8aaa605e4e70"/>
    <p:sldId xmlns:r="http://schemas.openxmlformats.org/officeDocument/2006/relationships" id="274" r:id="R5e94ba9b3e65437a"/>
    <p:sldId xmlns:r="http://schemas.openxmlformats.org/officeDocument/2006/relationships" id="275" r:id="Rc2cd1d0b60bf4a01"/>
    <p:sldId xmlns:r="http://schemas.openxmlformats.org/officeDocument/2006/relationships" id="276" r:id="R5d36a2223e3842a7"/>
    <p:sldId xmlns:r="http://schemas.openxmlformats.org/officeDocument/2006/relationships" id="277" r:id="R475d02f13a6e4ebd"/>
    <p:sldId xmlns:r="http://schemas.openxmlformats.org/officeDocument/2006/relationships" id="278" r:id="R52f615c8455d46de"/>
    <p:sldId xmlns:r="http://schemas.openxmlformats.org/officeDocument/2006/relationships" id="279" r:id="R8dbd4da1387543a3"/>
    <p:sldId xmlns:r="http://schemas.openxmlformats.org/officeDocument/2006/relationships" id="280" r:id="R73498896e9d643fe"/>
    <p:sldId xmlns:r="http://schemas.openxmlformats.org/officeDocument/2006/relationships" id="281" r:id="R530bcae4876643ec"/>
    <p:sldId xmlns:r="http://schemas.openxmlformats.org/officeDocument/2006/relationships" id="282" r:id="Re836d138b1f54d84"/>
    <p:sldId xmlns:r="http://schemas.openxmlformats.org/officeDocument/2006/relationships" id="283" r:id="R28c58d6beb004435"/>
    <p:sldId xmlns:r="http://schemas.openxmlformats.org/officeDocument/2006/relationships" id="284" r:id="R056d296bdf864c5c"/>
    <p:sldId xmlns:r="http://schemas.openxmlformats.org/officeDocument/2006/relationships" id="285" r:id="Ra62fa6304ec64bf9"/>
    <p:sldId xmlns:r="http://schemas.openxmlformats.org/officeDocument/2006/relationships" id="286" r:id="Rd63dcb625ee847e2"/>
    <p:sldId xmlns:r="http://schemas.openxmlformats.org/officeDocument/2006/relationships" id="287" r:id="Rafc1289540024803"/>
    <p:sldId xmlns:r="http://schemas.openxmlformats.org/officeDocument/2006/relationships" id="288" r:id="Rd80db65e8059460a"/>
    <p:sldId xmlns:r="http://schemas.openxmlformats.org/officeDocument/2006/relationships" id="289" r:id="R2c824e5ffe9c4c10"/>
    <p:sldId xmlns:r="http://schemas.openxmlformats.org/officeDocument/2006/relationships" id="290" r:id="R5e61a0da32274083"/>
    <p:sldId xmlns:r="http://schemas.openxmlformats.org/officeDocument/2006/relationships" id="291" r:id="R148b4ff94b474f03"/>
    <p:sldId xmlns:r="http://schemas.openxmlformats.org/officeDocument/2006/relationships" id="292" r:id="R6b9aa05e50f94e69"/>
    <p:sldId xmlns:r="http://schemas.openxmlformats.org/officeDocument/2006/relationships" id="293" r:id="Ra1c51dda0f8b4a22"/>
    <p:sldId xmlns:r="http://schemas.openxmlformats.org/officeDocument/2006/relationships" id="294" r:id="Rcfa20626e922495c"/>
    <p:sldId xmlns:r="http://schemas.openxmlformats.org/officeDocument/2006/relationships" id="295" r:id="Rbe2460afadc446d2"/>
    <p:sldId xmlns:r="http://schemas.openxmlformats.org/officeDocument/2006/relationships" id="296" r:id="R6b5154625d104cc5"/>
    <p:sldId xmlns:r="http://schemas.openxmlformats.org/officeDocument/2006/relationships" id="297" r:id="Rccbc911adf2d4772"/>
    <p:sldId xmlns:r="http://schemas.openxmlformats.org/officeDocument/2006/relationships" id="298" r:id="R68bc89d5e12d4e92"/>
    <p:sldId xmlns:r="http://schemas.openxmlformats.org/officeDocument/2006/relationships" id="299" r:id="R8b2ad953a9b34ce2"/>
    <p:sldId xmlns:r="http://schemas.openxmlformats.org/officeDocument/2006/relationships" id="300" r:id="Rcea7ae88e4164a9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c01a300e114a14" /><Relationship Type="http://schemas.openxmlformats.org/officeDocument/2006/relationships/theme" Target="/ppt/theme/theme1.xml" Id="Rb3d1aa74d086492e" /><Relationship Type="http://schemas.openxmlformats.org/officeDocument/2006/relationships/notesMaster" Target="/ppt/notesMasters/notesMaster1.xml" Id="R09961c99de854983" /><Relationship Type="http://schemas.openxmlformats.org/officeDocument/2006/relationships/presProps" Target="/ppt/presProps.xml" Id="Re2e0c6820f644ecc" /><Relationship Type="http://schemas.openxmlformats.org/officeDocument/2006/relationships/viewProps" Target="/ppt/viewProps.xml" Id="R0849b26cab3045e5" /><Relationship Type="http://schemas.openxmlformats.org/officeDocument/2006/relationships/tableStyles" Target="/ppt/tableStyles.xml" Id="R3b9e34e651094d70" /><Relationship Type="http://schemas.openxmlformats.org/officeDocument/2006/relationships/slide" Target="/ppt/slides/slide1.xml" Id="R64d1bef98dd24722" /><Relationship Type="http://schemas.openxmlformats.org/officeDocument/2006/relationships/slide" Target="/ppt/slides/slide2.xml" Id="R7d24f29ebc4d459a" /><Relationship Type="http://schemas.openxmlformats.org/officeDocument/2006/relationships/slide" Target="/ppt/slides/slide3.xml" Id="Rbb526f3716c145cc" /><Relationship Type="http://schemas.openxmlformats.org/officeDocument/2006/relationships/slide" Target="/ppt/slides/slide4.xml" Id="R44c5b33b5a6d4428" /><Relationship Type="http://schemas.openxmlformats.org/officeDocument/2006/relationships/slide" Target="/ppt/slides/slide5.xml" Id="R5284a6137e3e4898" /><Relationship Type="http://schemas.openxmlformats.org/officeDocument/2006/relationships/slide" Target="/ppt/slides/slide6.xml" Id="R735a8b21800b4584" /><Relationship Type="http://schemas.openxmlformats.org/officeDocument/2006/relationships/slide" Target="/ppt/slides/slide7.xml" Id="R8f3f1895abde469b" /><Relationship Type="http://schemas.openxmlformats.org/officeDocument/2006/relationships/slide" Target="/ppt/slides/slide8.xml" Id="R224e828dbfaf41fe" /><Relationship Type="http://schemas.openxmlformats.org/officeDocument/2006/relationships/slide" Target="/ppt/slides/slide9.xml" Id="R905127ef71d64da2" /><Relationship Type="http://schemas.openxmlformats.org/officeDocument/2006/relationships/slide" Target="/ppt/slides/slide10.xml" Id="R257c7705d7c14180" /><Relationship Type="http://schemas.openxmlformats.org/officeDocument/2006/relationships/slide" Target="/ppt/slides/slide11.xml" Id="R31280c1fad5342fe" /><Relationship Type="http://schemas.openxmlformats.org/officeDocument/2006/relationships/slide" Target="/ppt/slides/slide12.xml" Id="Rcd7ca75bb0324f28" /><Relationship Type="http://schemas.openxmlformats.org/officeDocument/2006/relationships/slide" Target="/ppt/slides/slide13.xml" Id="R17fe5854226f4023" /><Relationship Type="http://schemas.openxmlformats.org/officeDocument/2006/relationships/slide" Target="/ppt/slides/slide14.xml" Id="R04e4cdc0e4484de4" /><Relationship Type="http://schemas.openxmlformats.org/officeDocument/2006/relationships/slide" Target="/ppt/slides/slide15.xml" Id="R5cf78ef4f4314d82" /><Relationship Type="http://schemas.openxmlformats.org/officeDocument/2006/relationships/slide" Target="/ppt/slides/slide16.xml" Id="Rb77285a6d9844a1a" /><Relationship Type="http://schemas.openxmlformats.org/officeDocument/2006/relationships/slide" Target="/ppt/slides/slide17.xml" Id="Rcb0faec7be8f4d42" /><Relationship Type="http://schemas.openxmlformats.org/officeDocument/2006/relationships/slide" Target="/ppt/slides/slide18.xml" Id="R9fdb8aaa605e4e70" /><Relationship Type="http://schemas.openxmlformats.org/officeDocument/2006/relationships/slide" Target="/ppt/slides/slide19.xml" Id="R5e94ba9b3e65437a" /><Relationship Type="http://schemas.openxmlformats.org/officeDocument/2006/relationships/slide" Target="/ppt/slides/slide20.xml" Id="Rc2cd1d0b60bf4a01" /><Relationship Type="http://schemas.openxmlformats.org/officeDocument/2006/relationships/slide" Target="/ppt/slides/slide21.xml" Id="R5d36a2223e3842a7" /><Relationship Type="http://schemas.openxmlformats.org/officeDocument/2006/relationships/slide" Target="/ppt/slides/slide22.xml" Id="R475d02f13a6e4ebd" /><Relationship Type="http://schemas.openxmlformats.org/officeDocument/2006/relationships/slide" Target="/ppt/slides/slide23.xml" Id="R52f615c8455d46de" /><Relationship Type="http://schemas.openxmlformats.org/officeDocument/2006/relationships/slide" Target="/ppt/slides/slide24.xml" Id="R8dbd4da1387543a3" /><Relationship Type="http://schemas.openxmlformats.org/officeDocument/2006/relationships/slide" Target="/ppt/slides/slide25.xml" Id="R73498896e9d643fe" /><Relationship Type="http://schemas.openxmlformats.org/officeDocument/2006/relationships/slide" Target="/ppt/slides/slide26.xml" Id="R530bcae4876643ec" /><Relationship Type="http://schemas.openxmlformats.org/officeDocument/2006/relationships/slide" Target="/ppt/slides/slide27.xml" Id="Re836d138b1f54d84" /><Relationship Type="http://schemas.openxmlformats.org/officeDocument/2006/relationships/slide" Target="/ppt/slides/slide28.xml" Id="R28c58d6beb004435" /><Relationship Type="http://schemas.openxmlformats.org/officeDocument/2006/relationships/slide" Target="/ppt/slides/slide29.xml" Id="R056d296bdf864c5c" /><Relationship Type="http://schemas.openxmlformats.org/officeDocument/2006/relationships/slide" Target="/ppt/slides/slide30.xml" Id="Ra62fa6304ec64bf9" /><Relationship Type="http://schemas.openxmlformats.org/officeDocument/2006/relationships/slide" Target="/ppt/slides/slide31.xml" Id="Rd63dcb625ee847e2" /><Relationship Type="http://schemas.openxmlformats.org/officeDocument/2006/relationships/slide" Target="/ppt/slides/slide32.xml" Id="Rafc1289540024803" /><Relationship Type="http://schemas.openxmlformats.org/officeDocument/2006/relationships/slide" Target="/ppt/slides/slide33.xml" Id="Rd80db65e8059460a" /><Relationship Type="http://schemas.openxmlformats.org/officeDocument/2006/relationships/slide" Target="/ppt/slides/slide34.xml" Id="R2c824e5ffe9c4c10" /><Relationship Type="http://schemas.openxmlformats.org/officeDocument/2006/relationships/slide" Target="/ppt/slides/slide35.xml" Id="R5e61a0da32274083" /><Relationship Type="http://schemas.openxmlformats.org/officeDocument/2006/relationships/slide" Target="/ppt/slides/slide36.xml" Id="R148b4ff94b474f03" /><Relationship Type="http://schemas.openxmlformats.org/officeDocument/2006/relationships/slide" Target="/ppt/slides/slide37.xml" Id="R6b9aa05e50f94e69" /><Relationship Type="http://schemas.openxmlformats.org/officeDocument/2006/relationships/slide" Target="/ppt/slides/slide38.xml" Id="Ra1c51dda0f8b4a22" /><Relationship Type="http://schemas.openxmlformats.org/officeDocument/2006/relationships/slide" Target="/ppt/slides/slide39.xml" Id="Rcfa20626e922495c" /><Relationship Type="http://schemas.openxmlformats.org/officeDocument/2006/relationships/slide" Target="/ppt/slides/slide40.xml" Id="Rbe2460afadc446d2" /><Relationship Type="http://schemas.openxmlformats.org/officeDocument/2006/relationships/slide" Target="/ppt/slides/slide41.xml" Id="R6b5154625d104cc5" /><Relationship Type="http://schemas.openxmlformats.org/officeDocument/2006/relationships/slide" Target="/ppt/slides/slide42.xml" Id="Rccbc911adf2d4772" /><Relationship Type="http://schemas.openxmlformats.org/officeDocument/2006/relationships/slide" Target="/ppt/slides/slide43.xml" Id="R68bc89d5e12d4e92" /><Relationship Type="http://schemas.openxmlformats.org/officeDocument/2006/relationships/slide" Target="/ppt/slides/slide44.xml" Id="R8b2ad953a9b34ce2" /><Relationship Type="http://schemas.openxmlformats.org/officeDocument/2006/relationships/slide" Target="/ppt/slides/slide45.xml" Id="Rcea7ae88e4164a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7a8cdb6ffa24d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822ef5b1964d1e" /><Relationship Type="http://schemas.openxmlformats.org/officeDocument/2006/relationships/notesMaster" Target="/ppt/notesMasters/notesMaster1.xml" Id="Rbe03d41c950c42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96749d04cc4764" /><Relationship Type="http://schemas.openxmlformats.org/officeDocument/2006/relationships/notesMaster" Target="/ppt/notesMasters/notesMaster1.xml" Id="R8fe11411e54841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52bc0d973e4dc6" /><Relationship Type="http://schemas.openxmlformats.org/officeDocument/2006/relationships/notesMaster" Target="/ppt/notesMasters/notesMaster1.xml" Id="R4812944a80e049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0e6de3c5294ddb" /><Relationship Type="http://schemas.openxmlformats.org/officeDocument/2006/relationships/notesMaster" Target="/ppt/notesMasters/notesMaster1.xml" Id="R58637774508a42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1555e298134f53" /><Relationship Type="http://schemas.openxmlformats.org/officeDocument/2006/relationships/notesMaster" Target="/ppt/notesMasters/notesMaster1.xml" Id="R8f70308316794b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a5a0f8f9c84c15" /><Relationship Type="http://schemas.openxmlformats.org/officeDocument/2006/relationships/notesMaster" Target="/ppt/notesMasters/notesMaster1.xml" Id="R9bbe362c13eb4a1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899f3f63714d08" /><Relationship Type="http://schemas.openxmlformats.org/officeDocument/2006/relationships/notesMaster" Target="/ppt/notesMasters/notesMaster1.xml" Id="R89784996f6e146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da5bbfc64546f7" /><Relationship Type="http://schemas.openxmlformats.org/officeDocument/2006/relationships/notesMaster" Target="/ppt/notesMasters/notesMaster1.xml" Id="R5b83d521342f454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879274a9694a9c" /><Relationship Type="http://schemas.openxmlformats.org/officeDocument/2006/relationships/notesMaster" Target="/ppt/notesMasters/notesMaster1.xml" Id="R346ac3ac015f4a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25792c172a44d0" /><Relationship Type="http://schemas.openxmlformats.org/officeDocument/2006/relationships/notesMaster" Target="/ppt/notesMasters/notesMaster1.xml" Id="R65f90618182940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7e937fb7ef40cc" /><Relationship Type="http://schemas.openxmlformats.org/officeDocument/2006/relationships/notesMaster" Target="/ppt/notesMasters/notesMaster1.xml" Id="Rf55f364ce5f84a6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8db9a1a39d459e" /><Relationship Type="http://schemas.openxmlformats.org/officeDocument/2006/relationships/notesMaster" Target="/ppt/notesMasters/notesMaster1.xml" Id="Rd8a0ab68ab24493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ae1a051a5924a91" /><Relationship Type="http://schemas.openxmlformats.org/officeDocument/2006/relationships/notesMaster" Target="/ppt/notesMasters/notesMaster1.xml" Id="R0e1f9819fa73488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a3100393cae426c" /><Relationship Type="http://schemas.openxmlformats.org/officeDocument/2006/relationships/notesMaster" Target="/ppt/notesMasters/notesMaster1.xml" Id="Rd34582df193f4b4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624b939f47a46eb" /><Relationship Type="http://schemas.openxmlformats.org/officeDocument/2006/relationships/notesMaster" Target="/ppt/notesMasters/notesMaster1.xml" Id="Rb07871f0dacd43d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27dd3c311264865" /><Relationship Type="http://schemas.openxmlformats.org/officeDocument/2006/relationships/notesMaster" Target="/ppt/notesMasters/notesMaster1.xml" Id="R7420c925e5d241c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47521645b24fb1" /><Relationship Type="http://schemas.openxmlformats.org/officeDocument/2006/relationships/notesMaster" Target="/ppt/notesMasters/notesMaster1.xml" Id="R72b67377988f44a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7263ecc41374c15" /><Relationship Type="http://schemas.openxmlformats.org/officeDocument/2006/relationships/notesMaster" Target="/ppt/notesMasters/notesMaster1.xml" Id="R989b9b9a53e540c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1ea3c6041cc4977" /><Relationship Type="http://schemas.openxmlformats.org/officeDocument/2006/relationships/notesMaster" Target="/ppt/notesMasters/notesMaster1.xml" Id="R7179e4fd5323413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9649b14c573418d" /><Relationship Type="http://schemas.openxmlformats.org/officeDocument/2006/relationships/notesMaster" Target="/ppt/notesMasters/notesMaster1.xml" Id="Re4bd8684d04743e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892621a40134a89" /><Relationship Type="http://schemas.openxmlformats.org/officeDocument/2006/relationships/notesMaster" Target="/ppt/notesMasters/notesMaster1.xml" Id="R0cec45c8ca2144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cf8c8b1e4f248fd" /><Relationship Type="http://schemas.openxmlformats.org/officeDocument/2006/relationships/notesMaster" Target="/ppt/notesMasters/notesMaster1.xml" Id="R1f4ceca0fd57434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786f8be653742e1" /><Relationship Type="http://schemas.openxmlformats.org/officeDocument/2006/relationships/notesMaster" Target="/ppt/notesMasters/notesMaster1.xml" Id="Rbf6935a115d4408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2f637c0e425411f" /><Relationship Type="http://schemas.openxmlformats.org/officeDocument/2006/relationships/notesMaster" Target="/ppt/notesMasters/notesMaster1.xml" Id="R0f4e50c28ea14f5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751286581b64843" /><Relationship Type="http://schemas.openxmlformats.org/officeDocument/2006/relationships/notesMaster" Target="/ppt/notesMasters/notesMaster1.xml" Id="R3b16eb217d3b461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1ca58e4ab1647d1" /><Relationship Type="http://schemas.openxmlformats.org/officeDocument/2006/relationships/notesMaster" Target="/ppt/notesMasters/notesMaster1.xml" Id="Rf0a029f575f2406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49b4f5173654cd9" /><Relationship Type="http://schemas.openxmlformats.org/officeDocument/2006/relationships/notesMaster" Target="/ppt/notesMasters/notesMaster1.xml" Id="R478055e8976a4c3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2a87c0e874a4db5" /><Relationship Type="http://schemas.openxmlformats.org/officeDocument/2006/relationships/notesMaster" Target="/ppt/notesMasters/notesMaster1.xml" Id="Re7cb95b67ddb473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d6471ed659648f2" /><Relationship Type="http://schemas.openxmlformats.org/officeDocument/2006/relationships/notesMaster" Target="/ppt/notesMasters/notesMaster1.xml" Id="R7cc5b9fb65cb41a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055a0e0b1bc4bc4" /><Relationship Type="http://schemas.openxmlformats.org/officeDocument/2006/relationships/notesMaster" Target="/ppt/notesMasters/notesMaster1.xml" Id="R74bcecdfadd14ca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dc85988ddc94b5e" /><Relationship Type="http://schemas.openxmlformats.org/officeDocument/2006/relationships/notesMaster" Target="/ppt/notesMasters/notesMaster1.xml" Id="Re58fdd000b7940b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fb032b75b15498b" /><Relationship Type="http://schemas.openxmlformats.org/officeDocument/2006/relationships/notesMaster" Target="/ppt/notesMasters/notesMaster1.xml" Id="Rffd5959889af456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6504dc1a1ad45d4" /><Relationship Type="http://schemas.openxmlformats.org/officeDocument/2006/relationships/notesMaster" Target="/ppt/notesMasters/notesMaster1.xml" Id="Rc2839f4ca7244cd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2ebe25fed5d4570" /><Relationship Type="http://schemas.openxmlformats.org/officeDocument/2006/relationships/notesMaster" Target="/ppt/notesMasters/notesMaster1.xml" Id="Ra046c380b593499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0703970e1f04356" /><Relationship Type="http://schemas.openxmlformats.org/officeDocument/2006/relationships/notesMaster" Target="/ppt/notesMasters/notesMaster1.xml" Id="Rc53abcf0e56e434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c5b656a875745c7" /><Relationship Type="http://schemas.openxmlformats.org/officeDocument/2006/relationships/notesMaster" Target="/ppt/notesMasters/notesMaster1.xml" Id="R19124f7cc4e3420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0c26e696e414e6d" /><Relationship Type="http://schemas.openxmlformats.org/officeDocument/2006/relationships/notesMaster" Target="/ppt/notesMasters/notesMaster1.xml" Id="R71b841b8606d4e5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3815ca5de024463" /><Relationship Type="http://schemas.openxmlformats.org/officeDocument/2006/relationships/notesMaster" Target="/ppt/notesMasters/notesMaster1.xml" Id="R6e7da5fe2e3442c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6cf9e8b00ff422b" /><Relationship Type="http://schemas.openxmlformats.org/officeDocument/2006/relationships/notesMaster" Target="/ppt/notesMasters/notesMaster1.xml" Id="R946e0fb576b540e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fa5e9a8e8e44491" /><Relationship Type="http://schemas.openxmlformats.org/officeDocument/2006/relationships/notesMaster" Target="/ppt/notesMasters/notesMaster1.xml" Id="Rfd80798432194c6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c1c3b7b27824bdb" /><Relationship Type="http://schemas.openxmlformats.org/officeDocument/2006/relationships/notesMaster" Target="/ppt/notesMasters/notesMaster1.xml" Id="R97a1cde1e8ff485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d3e3cd8d0f0e44fa" /><Relationship Type="http://schemas.openxmlformats.org/officeDocument/2006/relationships/notesMaster" Target="/ppt/notesMasters/notesMaster1.xml" Id="Rb05de42123d6409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6c2024765064975" /><Relationship Type="http://schemas.openxmlformats.org/officeDocument/2006/relationships/notesMaster" Target="/ppt/notesMasters/notesMaster1.xml" Id="R25a443eb0f204f7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0dbee07b69048d4" /><Relationship Type="http://schemas.openxmlformats.org/officeDocument/2006/relationships/notesMaster" Target="/ppt/notesMasters/notesMaster1.xml" Id="Rbf11fceaa362453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815e116eba94840" /><Relationship Type="http://schemas.openxmlformats.org/officeDocument/2006/relationships/notesMaster" Target="/ppt/notesMasters/notesMaster1.xml" Id="Rb8c7f1505c7846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0895b96448413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69bde778ae94858" /><Relationship Type="http://schemas.openxmlformats.org/officeDocument/2006/relationships/slideLayout" Target="/ppt/slideLayouts/slideLayout2.xml" Id="R248a97ef939e42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8a97ef939e42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97825d7fbb4e15" /><Relationship Type="http://schemas.openxmlformats.org/officeDocument/2006/relationships/image" Target="/ppt/media/image.png" Id="Rc2de96b701914bb1" /><Relationship Type="http://schemas.openxmlformats.org/officeDocument/2006/relationships/notesSlide" Target="/ppt/notesSlides/notesSlide1.xml" Id="Rb3dfd6e5548c4b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4ecbb204e34afd" /><Relationship Type="http://schemas.openxmlformats.org/officeDocument/2006/relationships/notesSlide" Target="/ppt/notesSlides/notesSlide2.xml" Id="R6899be3e85844b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5807c3a4cb4271" /><Relationship Type="http://schemas.openxmlformats.org/officeDocument/2006/relationships/notesSlide" Target="/ppt/notesSlides/notesSlide3.xml" Id="R20ddd543eece43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f7e5d080f94d7f" /><Relationship Type="http://schemas.openxmlformats.org/officeDocument/2006/relationships/notesSlide" Target="/ppt/notesSlides/notesSlide4.xml" Id="Rb8e4e8bd0ffe43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e1c56dc67a4366" /><Relationship Type="http://schemas.openxmlformats.org/officeDocument/2006/relationships/notesSlide" Target="/ppt/notesSlides/notesSlide5.xml" Id="Re756f39526ce47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6a58df82ff4ef0" /><Relationship Type="http://schemas.openxmlformats.org/officeDocument/2006/relationships/image" Target="/ppt/media/image2.png" Id="Ra437a8c9ac164509" /><Relationship Type="http://schemas.openxmlformats.org/officeDocument/2006/relationships/notesSlide" Target="/ppt/notesSlides/notesSlide6.xml" Id="R8f97be4985db44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0b078d51204dfc" /><Relationship Type="http://schemas.openxmlformats.org/officeDocument/2006/relationships/image" Target="/ppt/media/image3.png" Id="Rb57555dc98534a30" /><Relationship Type="http://schemas.openxmlformats.org/officeDocument/2006/relationships/notesSlide" Target="/ppt/notesSlides/notesSlide7.xml" Id="R7360b886db1f45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6ac21ffa23424a" /><Relationship Type="http://schemas.openxmlformats.org/officeDocument/2006/relationships/notesSlide" Target="/ppt/notesSlides/notesSlide8.xml" Id="R92a97d5719114d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fb3d543e804d3f" /><Relationship Type="http://schemas.openxmlformats.org/officeDocument/2006/relationships/notesSlide" Target="/ppt/notesSlides/notesSlide9.xml" Id="R5af70eea0c094b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0abadc1fa742cd" /><Relationship Type="http://schemas.openxmlformats.org/officeDocument/2006/relationships/notesSlide" Target="/ppt/notesSlides/notesSlide10.xml" Id="R4aa672a238ca44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c971fadeea476d" /><Relationship Type="http://schemas.openxmlformats.org/officeDocument/2006/relationships/notesSlide" Target="/ppt/notesSlides/notesSlide11.xml" Id="R252567be1ba745f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96a441756049c9" /><Relationship Type="http://schemas.openxmlformats.org/officeDocument/2006/relationships/notesSlide" Target="/ppt/notesSlides/notesSlide12.xml" Id="R64a120661af149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40f9f0d69d4c51" /><Relationship Type="http://schemas.openxmlformats.org/officeDocument/2006/relationships/image" Target="/ppt/media/image4.png" Id="Rbfdc75f9600546b7" /><Relationship Type="http://schemas.openxmlformats.org/officeDocument/2006/relationships/notesSlide" Target="/ppt/notesSlides/notesSlide13.xml" Id="R60e2c510d2034af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6e190341374c7b" /><Relationship Type="http://schemas.openxmlformats.org/officeDocument/2006/relationships/image" Target="/ppt/media/image5.png" Id="Rd1be76d39add45f0" /><Relationship Type="http://schemas.openxmlformats.org/officeDocument/2006/relationships/notesSlide" Target="/ppt/notesSlides/notesSlide14.xml" Id="R7a817764b3b947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183e5c0c894189" /><Relationship Type="http://schemas.openxmlformats.org/officeDocument/2006/relationships/notesSlide" Target="/ppt/notesSlides/notesSlide15.xml" Id="R1505487acc43490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6bfb4b52e64976" /><Relationship Type="http://schemas.openxmlformats.org/officeDocument/2006/relationships/notesSlide" Target="/ppt/notesSlides/notesSlide16.xml" Id="R1e093a7d898448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07b26ce6c84a00" /><Relationship Type="http://schemas.openxmlformats.org/officeDocument/2006/relationships/notesSlide" Target="/ppt/notesSlides/notesSlide17.xml" Id="R01b8e310a6864b0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73d5abe996407e" /><Relationship Type="http://schemas.openxmlformats.org/officeDocument/2006/relationships/notesSlide" Target="/ppt/notesSlides/notesSlide18.xml" Id="R518650ab21f9407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9673657f3a419d" /><Relationship Type="http://schemas.openxmlformats.org/officeDocument/2006/relationships/notesSlide" Target="/ppt/notesSlides/notesSlide19.xml" Id="R5b0fa10dea5f4b0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7ad2296d204bd4" /><Relationship Type="http://schemas.openxmlformats.org/officeDocument/2006/relationships/notesSlide" Target="/ppt/notesSlides/notesSlide20.xml" Id="Re22052e363c74eb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d52da5c4d04048" /><Relationship Type="http://schemas.openxmlformats.org/officeDocument/2006/relationships/notesSlide" Target="/ppt/notesSlides/notesSlide21.xml" Id="R05918efddb3f4d7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cada803edd43e4" /><Relationship Type="http://schemas.openxmlformats.org/officeDocument/2006/relationships/notesSlide" Target="/ppt/notesSlides/notesSlide22.xml" Id="Rb8c07adcd1a54ff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b525ed2aee42b4" /><Relationship Type="http://schemas.openxmlformats.org/officeDocument/2006/relationships/notesSlide" Target="/ppt/notesSlides/notesSlide23.xml" Id="R77054f30ba944ae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de4793b00943b7" /><Relationship Type="http://schemas.openxmlformats.org/officeDocument/2006/relationships/notesSlide" Target="/ppt/notesSlides/notesSlide24.xml" Id="R06b56202f29c413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90bb5b45ba4156" /><Relationship Type="http://schemas.openxmlformats.org/officeDocument/2006/relationships/notesSlide" Target="/ppt/notesSlides/notesSlide25.xml" Id="R5f298468d63541f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e07a4a46e94500" /><Relationship Type="http://schemas.openxmlformats.org/officeDocument/2006/relationships/notesSlide" Target="/ppt/notesSlides/notesSlide26.xml" Id="R0aca3e5f356d42c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17456f496c400f" /><Relationship Type="http://schemas.openxmlformats.org/officeDocument/2006/relationships/notesSlide" Target="/ppt/notesSlides/notesSlide27.xml" Id="Ra8323b0572bc42a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ecee5529a54095" /><Relationship Type="http://schemas.openxmlformats.org/officeDocument/2006/relationships/notesSlide" Target="/ppt/notesSlides/notesSlide28.xml" Id="R71bf266b4eed48f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cbfd81556546fa" /><Relationship Type="http://schemas.openxmlformats.org/officeDocument/2006/relationships/notesSlide" Target="/ppt/notesSlides/notesSlide29.xml" Id="R2eac2560ff66458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cfb12d98a34f0f" /><Relationship Type="http://schemas.openxmlformats.org/officeDocument/2006/relationships/notesSlide" Target="/ppt/notesSlides/notesSlide30.xml" Id="R5a5eec6d30d1440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dc1a45765e49e3" /><Relationship Type="http://schemas.openxmlformats.org/officeDocument/2006/relationships/notesSlide" Target="/ppt/notesSlides/notesSlide31.xml" Id="Rc37d82edabeb437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cd93e461bc486d" /><Relationship Type="http://schemas.openxmlformats.org/officeDocument/2006/relationships/notesSlide" Target="/ppt/notesSlides/notesSlide32.xml" Id="R6717a9169bdf483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037e21b2504ab8" /><Relationship Type="http://schemas.openxmlformats.org/officeDocument/2006/relationships/notesSlide" Target="/ppt/notesSlides/notesSlide33.xml" Id="Re2354ac18ec04f2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f899207a5948be" /><Relationship Type="http://schemas.openxmlformats.org/officeDocument/2006/relationships/notesSlide" Target="/ppt/notesSlides/notesSlide34.xml" Id="R68718cc89ec2498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207ac22fbe4476" /><Relationship Type="http://schemas.openxmlformats.org/officeDocument/2006/relationships/notesSlide" Target="/ppt/notesSlides/notesSlide35.xml" Id="R0f906675f707465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7a82c86e5c4b41" /><Relationship Type="http://schemas.openxmlformats.org/officeDocument/2006/relationships/notesSlide" Target="/ppt/notesSlides/notesSlide36.xml" Id="R87b0b7fa1157481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c5694cd22f406d" /><Relationship Type="http://schemas.openxmlformats.org/officeDocument/2006/relationships/notesSlide" Target="/ppt/notesSlides/notesSlide37.xml" Id="Rb8df8e9db887435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01cd0d86f145f3" /><Relationship Type="http://schemas.openxmlformats.org/officeDocument/2006/relationships/notesSlide" Target="/ppt/notesSlides/notesSlide38.xml" Id="Rcc5ba6f2b5e14b8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b9a77ab0c1430a" /><Relationship Type="http://schemas.openxmlformats.org/officeDocument/2006/relationships/notesSlide" Target="/ppt/notesSlides/notesSlide39.xml" Id="R6c7995b87b5c4e8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162e873aa34ee3" /><Relationship Type="http://schemas.openxmlformats.org/officeDocument/2006/relationships/notesSlide" Target="/ppt/notesSlides/notesSlide40.xml" Id="R05b1324b0774445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0bcbb7c5b24742" /><Relationship Type="http://schemas.openxmlformats.org/officeDocument/2006/relationships/notesSlide" Target="/ppt/notesSlides/notesSlide41.xml" Id="R43546c663ccb4d2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be255ca4844e1a" /><Relationship Type="http://schemas.openxmlformats.org/officeDocument/2006/relationships/notesSlide" Target="/ppt/notesSlides/notesSlide42.xml" Id="R90fc115671a6414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31899ea4624710" /><Relationship Type="http://schemas.openxmlformats.org/officeDocument/2006/relationships/notesSlide" Target="/ppt/notesSlides/notesSlide43.xml" Id="R33da59abd337495f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bab2544bd14ff3" /><Relationship Type="http://schemas.openxmlformats.org/officeDocument/2006/relationships/notesSlide" Target="/ppt/notesSlides/notesSlide44.xml" Id="Rf4c2f3a0c69b439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6c66670a9f4ab7" /><Relationship Type="http://schemas.openxmlformats.org/officeDocument/2006/relationships/notesSlide" Target="/ppt/notesSlides/notesSlide45.xml" Id="R51c24a7c2df245d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7F27A2-6B52-40D5-BE22-8400E911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36D104-58CD-454D-A1AE-0A6CC12C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0"/>
            <a:ext cx="7286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ED2F4-0296-4DA1-9FF0-5F73825E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B0650-3E86-4E0D-8D3D-117AA2E0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1FAE5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1FAE5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6A601-CDB3-4186-9BB8-717A60BB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62050"/>
            <a:ext cx="39814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From optimized field to credible design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33F50-EFB5-4BC3-AF77-67799C96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3810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Lecture 4: profiles, Pareto fronts, repo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3C1BC1-0476-4E69-852F-EB78397F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8D6534-CB1B-46F0-84AA-4B38534F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3865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Lecture 4 integrates fields, coils, transport, profiles, and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782C12-95B0-48AA-8866-AC6B07B0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F3F19-EE12-4014-A07A-AA343B95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deliverable is not a number; it is an auditable design argument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617A25-F209-4D8F-BBBB-CADF8C20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781050"/>
            <a:ext cx="605790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de96b701914bb1"/>
          <a:stretch xmlns:a="http://schemas.openxmlformats.org/drawingml/2006/main"/>
        </p:blipFill>
        <p:spPr>
          <a:xfrm xmlns:a="http://schemas.openxmlformats.org/drawingml/2006/main">
            <a:off x="5619750" y="1273569"/>
            <a:ext cx="5676900" cy="3472662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15DA73-B0C0-4B46-8B3B-3904A3D9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5435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Computational design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EDC280-28CE-432C-A225-1842BBF4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4C004-C9E2-4D1E-9AC1-685D9511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192E8C-0102-44DC-9BFA-24378B72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19150A-4ED0-414E-80A9-68D9BA16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62D057-4CC3-4BAF-9DFC-4548C822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8F0241-6A74-4676-BB57-5F51CD76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3FF822-F74C-445D-8181-B60EA2FD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51D931-E8C8-48F0-9962-5C149C45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F5C54F-31DC-4A70-948C-B71607F4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AFA74-2575-4344-A048-C30ECA5E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4CF5BF-C211-44A4-956E-13015D5D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53FCB4-CA8E-4C6E-B73A-1388A241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900A0B-4EBC-4245-8E6D-0169C3A1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472CCD-8D3A-4807-B078-372AEBF2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FB269-1334-4568-A1F3-447A69B3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0234C0-B0DC-405F-8E0A-0C5C6DB9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84F291-31FC-48F1-9405-1474D9A2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5D932E-7521-42C2-8E7A-E80AD638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3947AB-BE92-48E5-90B1-E5555BB5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1C5464-E349-43B5-838F-64F515EF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44B844-DEFC-4578-BA74-78141494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429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1/45</a:t>
            </a:r>
          </a:p>
        </p:txBody>
      </p:sp>
    </p:spTree>
    <p:extLst>
      <p:ext uri="{BB962C8B-B14F-4D97-AF65-F5344CB8AC3E}">
        <p14:creationId xmlns:p14="http://schemas.microsoft.com/office/powerpoint/2010/main" val="17384943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C1D2E6-0C15-49F6-9B5A-F1FCF5BF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942D59-7C96-4870-B33F-782517B0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4137EA-12EF-4243-BC67-ADB6F44D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9FA82-0D47-41E0-B660-D1F47D2C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full loop has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2C6ED-46A3-4820-8A8E-D978041D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F5205-969F-41DD-AA4D-FFF55751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42A27-47A1-425B-8A79-7EC05108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06A17B-08CB-4154-A27A-3B27B693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9DEE34-132A-4805-B113-E7B59580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A6198-D182-4E87-AF84-1514C5BF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BA2374-D367-404F-B602-A3E5D81E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1C0665-65C4-472E-8B02-93E208A3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260DE-2D23-4B07-A4BB-CE73232F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17BEEC-A3F2-42B9-A9A3-2D7CB908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796B96-9AF7-44D1-8D7F-AC76D0BA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6C59E7-2941-411D-8B28-8483978A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A956AE-FF29-4997-B410-BCDDF50E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EC93CA-BE2D-4D5A-B777-154DEEA1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A2180D-7DA2-4F9B-8440-E52E8C14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3D0F76-9E70-4CE7-831B-4E01B752C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16D901-878E-4FE2-9D66-C4F9EE53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BF0126-4591-44CC-92C4-07FEE9CE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001BF-019C-4863-815F-5C437C10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0DE305-3F58-4684-8A72-7D92AE50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6D3AD0-EF99-4D43-9F40-4444F7B1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664AF1-4FC3-4207-8997-CD5705D7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1F0826-C1B0-45BF-BB1A-014B9C0F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3A131C-56CA-45D3-AD55-BD4788A4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Geometry changes transport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E725A7-1091-4BFC-9519-4624A80C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A9EFF7-AAC8-4D29-9887-E10E2A52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Transport changes profiles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86B987-7A2C-4204-9D97-46A01A72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BBF0CD-A17C-4015-97C4-37942468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Profiles change objectives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AFA204-1749-4DE2-B9FF-E6229752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81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47BCC8-E6A2-4DEA-979C-54E93130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769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Coils and engineering constrain what survives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FE10A2-4378-47D6-ADC8-DCB40557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1FECF0-2281-4CDF-BFB9-2826F05F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DDBF86-9E91-4148-A5F0-DB675640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24209A-6DD0-4A07-B26B-A61FB0D4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77FF7E-9AE5-4632-B026-7A0E358A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446988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11F962-F9E7-498E-8FF4-C2A2B920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7C1E89-F2F6-44E3-9E7B-CA102C2F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091F1C-710A-47F4-B424-A370B659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61714B-BA18-471B-8ECC-3DC4C41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Profiles are not optional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A169EB-6CC0-4FD7-8ADA-5BF1EF49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E6E74-023A-4643-A84C-C171A5D1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F06A0-7B2D-43EE-B242-1483721B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B80FED-3334-4681-B407-76E0A966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48DC6-E7A9-4DCC-8B5C-4C0D7483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B7737-E3A8-497C-B79C-AF4BC35D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Temperature and density gradients drive transport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C7F3F-69A0-4219-94DA-CC456C34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FBDBF-C9AB-4C41-BA9F-129E0060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AE458C-8DA8-4E5B-8436-8164C4E0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BF6457-0D20-498B-B68B-15168044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Sources and sinks close the performance claim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03C01A-6B09-49F2-9CD3-5892828E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1FDD2-9500-492A-87A6-BF4E3B9F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52A4A2-C4BB-4370-A75D-DEF99B39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2CD71D-047D-4E2D-BD77-DD0881C8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C478EA-4161-4ECC-BB16-9B3B5D0C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9D985D-0470-4698-8F96-6CB7D88F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E9A642-858D-49DF-BE97-E03E365C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0AC918-F4ED-4B05-B023-BD4140CA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542126-A93F-478B-BFC7-5AEE4F92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0812B4-43FB-4B47-B27C-99D4D92C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0F7772-7F5B-419F-B939-4E16DB5F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1A7BB9-15B6-4A6E-8AAD-707C759D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1EA2CF-B9C3-48FE-A3F7-1970EABD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6B137F-A65A-4EED-8C56-3F4E5408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82A311-7DEE-4F22-9C4B-2DF15F83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651712-FD3B-4941-AC8C-D001C755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F1788A-92B9-4D10-A3CC-520014EF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125C31-AED3-424D-80B2-936655A9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B3D7BB-8529-47D6-87C1-A516D6B2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7816F4-171D-4F97-A741-E742D27C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64AB05-1EB2-4B41-9B12-1A8AA82D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2CEE96-F056-462A-8659-7334AD12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FEDE84-1504-4C17-8CCB-4D42AB01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ABDF25-5A9D-448A-B499-05DE46E3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297A57-A96E-424D-90D9-3A9EC874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977F5D9-D581-4EAE-9A9A-C0F7F54A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BD1CC5-7FB9-4B5C-8290-2CAC9CDA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05F977-4D7F-4BE2-8786-8B47024B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221754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BFE31C-A136-4FDD-828E-BA93B708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4C2BE-AD06-472B-A0F6-927300FD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014C3C-5987-42C7-87B0-C3EA6872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FEB31-6F94-4321-8106-D8610867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NEOPAX or fallback profile closure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7E4C4-48A5-49AF-B149-724F8017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FDD7C1-B664-4A3C-89A7-150A28A5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6B2DF-EE74-49E1-B1EA-D8AB46B9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0F3F8E-8ED8-4F49-A399-F2C0591F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38119C-CCB0-4EAB-B60A-2414DB5A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49D09-1A7F-4EBD-B9AF-5EC418E5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F05F1-AB49-401C-A2C6-3792778F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3832B2-0314-4E28-BDCD-68257CA1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Research path: profile-oriented JAX workflows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F3CDA-48F9-4415-B188-0BECF84F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2BBBD1-0400-4C93-8338-7A9FBFD3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Cached path: educational radial diffusion/source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C06C0E-5A9F-4A11-BF81-F1733683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53152D-A700-48EB-BB92-5E440857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10F1C-E0BA-434C-8973-1B2CE941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A06486-F282-4543-B13E-CB8584A8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FC6096-EA58-465A-81C7-65E5D055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8BC00F-E3EE-499E-9230-45F8BAA5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B74E9B-BE50-41F0-AA7B-26D6D9D8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01AB98-0357-4239-AC82-54B31DDE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A43216-921C-43D3-9DCB-AEDA9E44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AC8FA5-5170-4576-B6AC-DAFEFED5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228E7F-DE03-4752-87A1-61D4977B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B11B3F-5A62-4251-88B2-C3335EFC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64CC06-84D3-4545-A8B3-EDC7660C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A0B871-D92F-45EA-9556-85037D60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1F3279-A181-44A5-8C12-3F9AE753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A9E019-DF8D-4051-957D-1C4B9BF4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26774A-81F8-46AF-8D4B-E0DC6EA2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0D2BB2-E142-464A-88E8-72D93958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8362D7-B2C2-4FA1-9293-F5403FA0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7E6B14-3286-4ED2-9167-50A29C35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B92819-E1F0-4FF3-AD91-18AEB722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4EA0B8-2449-4955-A6C5-B61EC473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E038D2-33BF-44AD-A165-47DAD4D4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A87DE4-112F-4AD9-9766-CA48CDA2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220FF0-8128-48EB-AAEE-2CB15A8E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545509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E01361-659F-46A9-B8DA-95C814BF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B5F9E-83E8-4A0C-BF5C-F02B59CF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566E03-6BDC-4E2D-AA02-0D161689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DB880E-D5B0-4030-A70C-64B783F9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profile closure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EDD296-A204-40FB-899A-67C09C2E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9F3B2-3F98-414A-BFED-56B35DCC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F9A74A-1D47-4331-988F-0AE5DA3F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7C417-6897-410F-A060-61AA8F79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AA046D-2827-4038-AA9A-4F7ED2CB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18EB1-7983-409B-A583-531B1CD4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notebooks/10_neopax_profile_closure.ipynb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08261-62EC-4CD4-85A4-53249FFB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A09F7E-FA5A-4D62-BC17-AF11AED2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Ti, Te, and source balance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568D6D-A341-4334-ABF9-CB390C77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3820E-F6C9-4931-861C-E2667865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Increase turbulent transport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06389-F2D5-41C4-A13A-4FB8B443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DA2BE4-B55A-4C29-8F3A-437CA5B90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why field-only optimization is incomplete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542198-8722-4BF2-A905-347AD104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9A39A6-B90B-4FC4-B673-D0F32707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F69D7B-5F19-49BA-8854-4AA9908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668272-4EEE-4404-80F6-9D49DA72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5A46B8-EFE6-4CB0-B109-D939626A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9982D8-D9A4-478D-AA58-C5340C9B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285726-2F89-4A27-9F9F-55B7FA5D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447A74-1C85-4E29-B847-BA158E5A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42CBD2-B9BD-40AC-93C5-81AD3B4D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9E7342-CEA2-414D-8ED8-8A733AE7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9BC1AD-F661-46CA-A343-EBFD4F6D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4059C1-4126-4E29-A024-42989D79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2FA125-EEE8-4701-80C2-2CC60EB1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D4ED55-5C03-4E97-A7C9-69D83B21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4F5AEA-09CC-4B47-8CDA-5CFC15D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854821-7C57-41A4-9758-90BE7C40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649574-D339-4F07-883C-90006100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040FCC-454E-47D3-9CB9-27BC14B4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846A4B-6660-4A87-A372-43B91A04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8180014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90BDDD-A8C4-44ED-8B47-7907CF38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8D9F0-3C2E-49C8-B859-F21BE676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596DDA-F60B-460B-B36D-19887E31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5D535-4641-458E-A607-A515AFC0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Profile evolution reveals transport consequences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B8EE79-CF5B-4056-9F73-16E647D2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74E11-5DCB-4BC7-BA91-6A5D2128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C8D22-E023-43CD-B924-031F0BF2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7a8c9ac164509"/>
          <a:stretch xmlns:a="http://schemas.openxmlformats.org/drawingml/2006/main"/>
        </p:blipFill>
        <p:spPr>
          <a:xfrm xmlns:a="http://schemas.openxmlformats.org/drawingml/2006/main">
            <a:off x="947973" y="1657350"/>
            <a:ext cx="6209830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05B09-4891-4E4F-B382-476DC9FF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5AF4EC-CEAE-4293-B30C-9E18A5C8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4B6C84-CEA7-4EB2-8915-7948A568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Extra turbulent transport flattens the ion-temperature profile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EE442B-26EB-41F7-BF55-DC0C07D8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7B0B19-ADC5-4E8B-9257-BF298152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good field metric can still underperform after closure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42A487-86A1-4158-98B1-8F7F11E2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25CACD-BB18-42BB-9ED1-DDF6A1EF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781FB0-5A2F-4233-A30F-62F42656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54F09B-2C32-4068-9F74-0B9F9F21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286CAC-6406-4B41-9C5C-F2DC03D0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AB88F8-C430-4999-B8EC-AC91B2EF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1C5A72-4681-4D8A-8CED-346EA071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57BADC-6C49-4BB0-9DC3-EEF8AD0D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B10C9C-D7EB-4D16-8A21-1BDF4E73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6E7303-9F53-4542-9574-948DC707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24F25E-A8BF-4F22-A9B4-09277C7F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060B0E-C663-4EA9-8C68-F4F79CDC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148D00-C60F-4D1B-B250-A9755ED6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4E0833-D756-491E-A02B-4F3B1430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F1E3EF-BCB2-4C75-BC1F-5F694B26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FED9A-1A51-4753-8D98-03D6DE68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3F582C-E29B-4126-A6BA-F6FF1CFB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1B321A-A7E9-4D86-8939-364DF52F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CFCE10-9F35-4925-9D2F-7D1C7C4D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93D374-22FA-4913-B690-1F97615D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4F66CE-7927-4AB7-95F2-B1B7AE1D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F44C23-4226-4D29-971A-1D48B995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BDB23C1-6D04-4714-8DB2-6804568D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4BA82E-8949-4C1C-B6BA-751B6A7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436F20-7DAC-40E8-A861-888A8362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24141E-ADD0-4F9A-A9E6-8F54343A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E533E6-B818-44D8-9D69-3AAA1F34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6820877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9E8786-23A0-4059-BF93-0FF8F760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4A980-991A-4973-8B07-4353200E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8B8FA-7E59-45FF-9BD0-546A754C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C005C-555C-4BE0-BF45-BF91D08E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Power balance is a residual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53AF8-9E99-46CC-8342-C6A5E49B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E76A13-7484-46A9-91F4-C5F26C69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07C400-E502-439A-A7AE-4033A30B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555dc98534a30"/>
          <a:stretch xmlns:a="http://schemas.openxmlformats.org/drawingml/2006/main"/>
        </p:blipFill>
        <p:spPr>
          <a:xfrm xmlns:a="http://schemas.openxmlformats.org/drawingml/2006/main">
            <a:off x="867976" y="1657350"/>
            <a:ext cx="6369822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25991-4BD6-4DED-8C6E-26C04F5C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6F990-4CF7-4A30-91D2-0121452C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05392-4F3C-4970-BBE8-9ECEBFAE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Sources, fluxes, and profiles must be mutually consistent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BAF6C-E12E-45EC-A352-7A27C572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B6FA51-B45C-48FB-8526-A7A05FE4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profile plot without a balance check is weak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FE38C-890E-4710-B2B0-A30517AA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F3F262-C14A-4AF0-9CEF-28320CE2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E94E4-80E1-4D78-833B-0EC8E567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34F87B-98FC-4D4A-8AC9-B0D252C9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AE978E-158D-4290-A1D8-775CA62E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D2467E-EF27-4B88-B3E4-8ADC2931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6E5A96-73E9-4455-85BE-1C357A315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BFEEBF-B2EF-43A1-B01C-61086CF3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9C1D7B-9142-4005-8061-96EDED78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A5B911-3D73-4219-AB51-EE740A69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488F77-D31B-4C9C-9908-5CB2C3F4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683955-8B74-445B-9746-2BDF2800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A53A7B-EFE2-4EA1-8602-326B7E52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BC4396-CA65-4448-9B7A-A45D4C09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B7D175-A835-4192-9469-E8E2E47E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BC4780-C46C-42BB-94FD-4EE20003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66D1C3-ABF2-4C5D-910B-40E5681E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5F90D6-5896-4D98-BE1B-5E41CC7E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D0DCDD-40C8-43B4-A75D-46A511B1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AC3DB8-90C0-4D88-A8D1-4C68D589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93F827-1864-4ED1-81EF-27686694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52A380-03A2-4D2C-80DC-B1AFEC4C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AF9240-626F-427E-91EA-95835EE39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BC3016-105F-4BF2-BADC-26FBF9EA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80F3E5-D00F-40BA-8C51-5D1FAC43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472617-5215-495B-8EB4-BBA42C00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7B7A6D0-2515-4AD6-899E-84525FD4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411441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9CA088-C2B8-4BB1-A3A1-87F5DDC8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EC036-789A-4E36-8CB7-BE42AA4E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95E52-5CE1-488A-A165-4E679150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4C126-F8D5-48DF-B24F-28EA38A7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Integrated objectives should be staged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63150-986B-47DA-B84B-D7770166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0E74B-39DA-4F75-8CA1-70BA82BB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68AAA7-7470-4ABC-94DC-856C8D45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D21FB-E91A-4F7E-AEC8-8A304E27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6961B6-40B6-4419-A0DA-B1425133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100F83-26DF-497F-8D91-9CF354C7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Early: cheap geometry and Boozer screens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68BF9-8630-4027-B795-EC8DFC09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F2C9D4-52E1-4B8D-91DA-B298525E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6C83C5-3930-454B-AA14-CF26D393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DB7C3-1200-4BAD-A945-771FF8CC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Middle: coils and neoclassical metrics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4E7900-EE9E-4AB9-A352-327B89C6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B7F037-6B16-416F-A537-AD821805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221B9B-AB51-4F47-AFBC-1B10D2BF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72F72-4451-4439-8D2E-A1C28623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Late: turbulence, particles, profiles, engineering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69DAF6-E728-4D46-A477-236C7B8C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772E6C-C5FC-46CD-9166-A4CF2494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03D281-74A6-4537-9823-22A85341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BFF671-5E2E-4A53-A216-AE8F3E0F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79EC97-65DA-4EEA-892B-011ADD2F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44436E-3F13-4ED2-9DA6-055E36BC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4091857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B8C6EC-9E7F-4820-A7B1-94FAC77B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8260A9-18D9-44C3-BDB0-09A0248F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51F0A-2F34-4043-890A-6FF7CB22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373590-1477-45C4-9556-21A88010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Reactor constraints enter as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F9F50-BA66-4916-A9AC-525D2A96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041F8-7E99-4ABC-A1CE-EEFA7668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44AFAD-5E0E-440A-A591-E1C4EB9B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0659F3-3CA6-4E20-9A40-45C5DC7E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7ED68-1BC6-4500-8D88-79475FB1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0EC3C7-B779-46AF-8C54-21AE5AE7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28666-6731-4B26-9D87-B1871E2A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2D2585-5262-4A87-8EEB-8DDF4E57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229E6-2189-4480-A5F2-8238C794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Alpha heating and losses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CBA5A-7844-484B-9FCE-31A5221E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5BE4B-1F6F-43CA-BAAD-DCC6C601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9A1724-E159-45F6-8C0B-32F072F3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67D829-E68A-403F-813E-2D7BF952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Wall loads and blankets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5BE032-7A33-402A-A802-30DD6FA0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D31D1-369E-49CD-B524-FD7992D8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2BFB58-9018-4B2F-A9DB-92C872ED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BAFFCF-DF42-422B-9CBC-BFC7725C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Tritium breeding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63E4AF-6E64-44A5-824E-692BE71D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AE831B-1BF9-42E8-8F90-4205AAB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C91F7F-4DB4-4B87-94CE-C4642254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E388E4-D88C-4E31-9A3D-ACCF0456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Maintenance and access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A4C76E-1D91-4E42-9EDE-935516A5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92A562-DADD-41BA-AECC-69D44BFF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010299-06E5-4493-A5F7-32D7E82A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3D50DD-0F69-457B-AAA6-F52C1B38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Materials and forces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BB9DB6-0EF7-4CE9-AB91-0BB6FDB1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CAD088-9B84-4A4C-A835-12DA95DA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293231-FF1D-4E12-9653-CDA7B9DB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253553-2830-4B4A-919A-F7FED3B2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65E760-3EF0-49BC-ADCB-02713FCC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19CA0F-6E72-40E0-A389-243F715E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370963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E07A54-F486-43AB-9BD8-CA3174E4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C9CF56-8153-46E1-86B5-2BF4E776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6A380-6626-4EAC-88D3-48861A61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AD71C-32F6-4664-8957-50D3E30C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Coil robustness returns in the final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122BEE-070E-48EE-806A-25353D64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D9E038-9B92-4B56-9B7B-6E313539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14EA3-A656-4431-AFDD-C2E4AF97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EEA9C2-16E9-468A-A82A-DD112D2F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B0922-6F59-486A-B01B-80087542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38C08-243E-49D5-BB91-364F1D47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Manufacturing tolerances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2E63F-7A7B-4F56-BD8E-E08426D0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E5A3F2-3AF5-4894-B0A9-1C808294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F0E5C4-D6D9-41B7-9FFD-3F5F2556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204F97-4F45-4E84-A313-DF040D8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Current errors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C79C7-8A26-4A7E-BB30-722E6F92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59CCB9-FEFC-4DB1-B144-4CEC1424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3AA58A-41B8-430F-B480-E53920D5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5074D8-034B-4715-AAF2-11885085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Thermal/mechanical deformation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E23775-06AF-4A21-BA3C-FF00B30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349C2A-D0BB-4733-BAC2-F90F51A1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BBB091-12F7-4E11-A022-9583AA76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3338A5-0F0C-4410-8F5C-3B9D0EE6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Field-error correction margin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B2F823-27AF-4B46-AE62-F93CD70D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81A3DF-6084-4817-A27F-8A63F09E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87F847-279D-4439-84EA-A0C98465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A462BB-BA52-4A4F-B01A-9B4DFEC6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76F0DC-E3D1-4C4A-BD31-276E39B0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3595F5-A606-4026-9C5C-60F655B5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BDADB2-186B-4849-A6A8-20A904FE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D319FB-43DF-4912-B14B-28D3E059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96CF9C-69C3-4023-A7E4-86DC4FDF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D782B3-F969-44FF-B250-D14A9102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F562F6-2121-498C-B94D-14BD28C9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EDBCA1-165E-4C29-BFCF-442186D3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8401C1-0B56-4777-9319-C5C70BA2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220FA0-A12C-40FE-BFA8-19D2650C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3D0E19-CEC0-49DE-BF12-8D5359E1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09544F-2371-4DF8-993A-17E8C5DE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DF3020-A991-4629-BD07-94925445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47D6D6-7BA9-45F5-B210-1C367E37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7D0E60-E111-404A-8E45-8C967048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49E6C1-50A4-4AA0-AD69-20DD8FD2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BAB76A5-A1B5-4384-8527-C9F6004A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805CB1-3E57-470C-9C7B-34B70CAB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CE4D1D-89F0-42AE-8CE8-B7ADA5FF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DA962D-A4C9-462B-906F-AF319CC5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93F6477-0FC9-4869-BA44-A25B12A8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2A254A-537C-4DDE-B81B-8C827617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042CC5-87D7-4B2B-8CBF-017D19D3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C86D556-DC81-4B1D-A726-C826CF32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513137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EFB335-D2B9-4AAD-9E5C-FAD21353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7286C-1446-4D63-A8FF-D2D7EFBB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4E3CE-364D-4661-9173-9699F044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A3780-C190-473B-ADBC-D0D21E77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 single best design exists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AB55AD-B643-4A37-8995-B736B126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E739C-BFC7-480D-AADD-1CD46F9F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7D44B6-292C-4A25-A3E4-6349A587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A8DF7-2A2B-40D2-8EFA-75EC3A2C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9DCFA5-34A5-4FA2-B45D-3254C9F4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ECCDB9-DC27-46FB-91C7-4A2CBF01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Better transport can mean harder coils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19CF16-D057-4D84-B2DF-C772937E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4B09C-050E-42E3-B6F1-3210688D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B2EF3E-91B6-4073-8B62-6C5F8278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3E55F-E47D-4491-8AA3-F0EF2988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Easier coils can mean worse turbulence or profiles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65BBDD-1793-4E80-ABE1-E38E6CDF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34EE86-D12C-49D4-B6DD-B94ACBED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24DEDC-4EA9-4D89-B321-4BDDA928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4D43CB-10FA-42E2-96D5-F5698BCD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Decision weights must be explicit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2B7C59-8DCE-4959-845C-F7B427114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2A9F92-7198-443C-8397-7F3F2707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7C7598-7AB8-4318-81A0-CCA71878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81A5CB-6929-4A4F-ACED-78C86730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9D3945-46C1-4EA2-9848-28CB8BCD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9491AA-9964-426D-8CF2-05A594D9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179FA6-D615-4655-BE85-31A4D9EB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8F4725-9C3C-438F-863F-69DE4E0D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0433DD-6086-4F7E-8B95-F660109B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FFCF16-FA99-4CDD-8A65-2E45B4E1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AB8223-E388-4267-85A7-EA8E408B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C85E2B-5580-4050-8C6A-509E20BF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B6CE8E-D861-4061-8ADF-FF8C3AFE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5F6410-9CF4-4311-BBB9-CB0D275C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CDE40B-C5B3-436F-938A-CBE7C942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FCA102-2074-4B12-ADC7-93F0CC62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816006-E986-45E2-BC14-99D702D5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3A666E-7FDE-4FED-9E2E-97F01E59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9A316C-085F-428C-8E4D-17A8DF09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4E214C-9445-44F9-887A-1C48D712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988DD4-21D5-4DE6-9270-5EE9AC06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A0F090-6618-4DBE-B3E4-10D4614C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60ED33-69CC-4CE9-9017-E4FB0486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ED270D1-3462-4A8D-96FB-EED0B950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E407D2-8630-425A-BBF1-C1DE02F1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677AEE-51A3-478B-9279-509AEFA0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EFA7C8-1206-4754-AD03-8E1329C1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C34E724-D6BB-4040-A6C5-602CAB74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0336596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50D5E-F5C1-4902-A1E9-973BDB4F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1F767C-C670-496A-B259-1E47F9EE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812A5-61E3-4F05-A9C9-CE4A4B7B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B2C8A-3202-4B13-9BFD-9605E688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Pareto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F02EA5-2651-4A6D-8D6F-70AB99D9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25B3C-CF28-493C-92D9-7ED99CB1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9AEE6-DB7B-4841-8E8C-D9C001C9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6FD94F-4A7B-4599-AF6B-EF179CC6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B7297-B130-4BB1-AF3D-49FC9245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F06FC-FC7F-476F-BB66-B4C71A6F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notebooks/11_pareto_design_dashboard.ipynb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AC6AF6-C57A-4EE9-98E2-9A06AC70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7E5D22-64D8-4BE2-96CC-2B28AE15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Load cached design table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38B2B6-B081-41C4-824A-A6B27855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1E1C2-2079-4094-9409-98ED6E85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Compute nondominated points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378DBC-02EB-4AD9-90A6-72AE5ED3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44DDCD-2C12-46E7-83E2-D290EA48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weights and watch the selected design move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FBC493-579D-4EEA-916A-A1EDE9DD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9D7125-BAC0-4359-A4E6-34288F7F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D85AB6-1D76-4C03-BA8A-0956AF3F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9301E-82CC-4D7F-98F3-88AF2208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2CE8ED-F230-449F-9435-6607AE61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C074D7-3035-4CAC-8423-DD2BB706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64DC57-0176-4872-8C86-2F00EA7F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7D2A77-DDE1-4E89-B3C0-AD6E6DAC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4AB4D3-F302-4304-AFB0-C0C77F4A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A67558-D67C-42BA-B940-F15DCABB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A5B5F7-0608-4F0E-B46E-72F9110C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8CC9F1-14B9-4A1B-A7FC-4A2EF138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E3A37E-1562-4D30-80E9-371E684B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AB6342-4AEA-4AAA-8826-89CE9BFB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353B5B-BAD4-43C5-9E26-68A2302D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038150-E74B-4E45-880D-301F854B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B5A991-7AE6-4BB9-AB58-4CFBC5CE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A760FA-CD92-4EA7-932F-9B0F3E2D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9D6E49-1FCB-4ACE-B701-D7A008A0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489846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F704B8-8C2C-4756-8358-5C2FC087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07400-3E56-450F-AB7F-210123D6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335FA-8372-4789-BEFC-86DCB4F5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E2188D-62D1-4780-81C6-D9CE126D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Pareto fronts expose tradeoffs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67590-2EFA-4315-812A-C4A9120D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A5DE-D294-4594-872F-830DD4EB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94A721-BF8A-4875-9AF1-B3BF8631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c75f9600546b7"/>
          <a:stretch xmlns:a="http://schemas.openxmlformats.org/drawingml/2006/main"/>
        </p:blipFill>
        <p:spPr>
          <a:xfrm xmlns:a="http://schemas.openxmlformats.org/drawingml/2006/main">
            <a:off x="1000991" y="1657350"/>
            <a:ext cx="6103793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DE276-7AF6-44D1-9057-E11B68F5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1EA64A-7801-45A5-8E06-82169961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667843-91A9-47A3-B6D3-87AB7A18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Nondominated points are not all equally desirable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1A882-669C-42AA-B225-4256FB0B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7B0F8-C658-4392-B6B8-0E1199F1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They are designs worth arguing about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59C212-35EC-4C29-8C22-0153C4D5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0ABC4-4359-4099-B509-91E8C799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A00E1-F097-4B68-8DE5-C9DBEDED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7B8A01-730E-45B2-9FE0-128DD115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ED431A-D554-4F9F-8155-4C2F34E7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FEE0A6-1488-4BB2-A5DD-6A9894B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4548AB-3A60-4696-8023-70448C4E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E4AF01-88EF-46F7-9B29-730474A4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49EEAC-1CA7-4050-B149-C8B46580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3D8694-78B0-4ED8-8611-586A7450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1F7D1C-C8C6-45B1-87A1-73765847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042F5A-D606-4C48-8169-0FE30D46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922843-FDFB-4844-83A0-791EF7FB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20676E-D21C-4E40-9431-EDCA2674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1E2D94-FE22-4639-AC51-47AFA29C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28C12B-D9CF-4BC4-93BD-F5C4909E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210728-B152-4424-980F-47A3F183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EA3C81-198B-4654-A5B1-33C796A6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477FD0-BEA0-4946-BEF3-E5ECEDD9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57E392-9762-454F-9411-DECDD334F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3512AD-F5C7-4618-8118-EBADC19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EAE8F9-48B2-4F0B-829C-654B6024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5FA86E-FB91-4D95-9525-CADF4025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8655F3-41F4-4B38-9CF9-2FF429DC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55389E-61C6-4AF0-BF80-5C33100D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F648B0-93E9-4BC4-8AAE-BF3821F5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816C9-334D-450C-AB5E-9333E1E7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8640540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C27A35-0789-46D0-8360-257E9103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F1F8F-9EF7-4FB0-A0BF-46715645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0F1ED-DBEE-436A-8449-5C8AA357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F429A-D678-4CE9-B6CB-061B3149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Weighted selection is a documented judgment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CEC2D-D8F5-48F9-8988-164EA809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9E98A-9C33-4294-BFD2-E02938AA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4DA45-A909-47E0-A5BE-0807973D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be76d39add45f0"/>
          <a:stretch xmlns:a="http://schemas.openxmlformats.org/drawingml/2006/main"/>
        </p:blipFill>
        <p:spPr>
          <a:xfrm xmlns:a="http://schemas.openxmlformats.org/drawingml/2006/main">
            <a:off x="958350" y="1657350"/>
            <a:ext cx="6189076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301F7-FC6F-4C8C-9F4D-6271AB14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DECD9-D6DB-40A8-9E94-2755CC63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DB0C0-08AF-4FB4-8958-E95A466C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Weights encode priorities, risk tolerance, and program stage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2ABCFE-81D5-4196-98CC-2ABD9F15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952353-442D-4289-BE4D-779719FF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Changing them should be visible and reproducible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0E698-6474-460D-848E-1DD0CF91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56CD99-0E9B-4302-AB50-17D8979A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E4A00D-F8DD-4D42-8098-F427D8B1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B581D7-F4E5-491D-A0BF-E27E677B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7E273-0F40-4E3A-B5F1-1D2DF1A7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4BFAB2-61B1-4C0A-9132-27B0B070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794AA2-09F9-4442-85C3-26F7D796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04BE35-A8B5-407D-966B-7410DB97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63B090-EEB7-41CF-AA1C-34B2999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59FF61-6393-4330-A21A-76F3B612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B5482F-ED1C-40E8-A840-A7147EC1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87DE1D-25DD-4C48-AB59-19C79774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8E5076-C878-4F25-8DB3-723965F9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DB6CDE-B230-4624-86F0-39018370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85D3AF-3C0D-4E0D-B42E-F3C90638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6FF4A9-4651-4612-BEB9-CD3D04CA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D43F34-4764-4209-BBAA-647A8AD8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CA9477-A184-4A3F-8FDA-C7234BF5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01925B-71E3-4351-AC90-D801FF09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F4FB88-B152-4052-8D65-E028BAAE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7A906B-DC8E-417E-889D-B3F08D70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1A09EA-05EE-4064-9065-7F64CBA1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073281-D56B-425A-B1AB-8C392575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46F13D-4F01-4F14-9686-D15E12F7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FDE8BA-8856-4BD1-BB6F-926E7ADE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0A6281-DC55-4908-A5EC-C1578706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F30A74F-B35A-4E9D-88E0-A5B8F7BD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6879697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9B55F6-A7A5-4BD6-B71D-DB96685E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74EE5-A9E9-4C0A-BD2E-5D44C1AF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0426D-3579-4ECD-9176-7B916013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84F1D-64D8-4FA9-A22F-8D5BC6AE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Validation gates prevent metric gaming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73879-25AD-4F72-B8FC-64FFF044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E27E1-4F54-4297-A6FC-254E1857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3EC1F-D5CF-41DB-9336-4217046D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52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6AE9BF-A70A-4220-A7E3-70246DA5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192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5B6E4-2A35-4B63-AF84-CDBC5D73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145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C18DB-9B13-4739-9699-0209A650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52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3DB584-5D84-4703-B685-77BAAFF0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6192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0EC2A2-11F2-4004-90ED-EA13FD74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145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27F189-D993-4899-8754-ACAE7EA2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955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0C88F-58AD-4A0A-BEF9-DE780A1E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4BCC20-3F36-4E39-AD22-58647BD3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01F280-4D3E-4E87-9AD2-9259689E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955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8B243A-CB2E-476E-8156-B81FD6CC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622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9F682-2457-4BF5-801F-F2995FAA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2D9F13-CBDF-485F-9D05-2F23AC3F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B89BA0-7036-478B-8049-ED4F72D5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7C566D-2C35-42DD-839C-29DF350E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004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D5CBFC-05C0-4F4C-8A36-98510486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385DE2-A16D-483F-8708-F4F51ECE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051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E2D84F-FA24-4F92-8FE8-9CD063FD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04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particles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E3CEE8-7E50-4899-AD52-4D3E2113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81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DCD36D-4F2A-44BB-BBD2-C0B88875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F67B2C-BF3C-4AA2-BA0E-867D00AA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C4F210-8CBD-4132-856E-ECD425D9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981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818B85-EDCD-425D-ACEA-FA7F92AA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48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579010-4361-47E0-BF45-D90DBFB1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433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engineering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2E4CBA-89D7-48B1-8C97-514E95F4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086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8469C4-5644-4CDF-BD48-9AFCD945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659119-0558-4230-98C8-DF160AF6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B38F0CD-0712-4AC5-8E90-BDB2BACB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805106-38C5-4CDC-8007-73B7DB91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B84EB5-24C9-4765-9F96-CC7AF367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3333200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DB0640-5515-4E8E-B7C6-569E4B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CD5D3F-9E20-41B8-8FCD-BBA6A46F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98B19-8354-4032-9FE8-150EF32C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01C12-D7CA-4C20-864C-8BA32E5F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GitHub repo is the lab manual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E9D83D-33AC-4369-A8DF-2BC02B2B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EE734D-D684-446C-8738-57C3EF0C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BC16AE-EF06-4CA9-BE78-7DB32F75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D211A1-3BB6-49B2-80FA-EC6E6936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A88BB-CAFB-425B-9D2D-6ABDEA15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835C9-783A-47A9-8634-8B2F5759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3DD0E-1590-4ADF-A1A7-9161FF63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4FAB0A-1BD8-4BAB-B300-F216B353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Slides explain concepts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E9B020-4DFB-48BB-BDD5-BF1AEAFE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19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8F4F30-2FC3-4706-97AC-C2CB2C4C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1460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Notebooks execute projects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1A9BFF-132C-4E3E-90EC-CC1E927D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40251E-2891-4422-ABF1-7E783E0A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Scripts regenerate figures, movies, and 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323DF0-961E-4052-B010-30E1DE06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76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0FEA92-2E34-48D7-A80B-A3A2C495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7190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STATUS.md records truthfulness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364246-4728-48B2-811C-FA98B9E1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463AB9-F5BD-4990-AE9F-C71D7BBF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65540-AEAE-486F-8422-62E1876D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055CE4-0A58-4413-8D94-C9ADE773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78165D-5794-44B4-9672-DA695E9F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58A199-B75E-42C0-BB75-7817F8EE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5B9518-E755-4F13-9564-AFEF57BE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3F1EDA-E746-4440-8FAF-2028090C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A90528-1E48-485D-B4AE-B6FC8B04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7258D2-10C4-4129-90BB-436BF7C7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C8D4FF-B400-46AA-B298-1AEBDE1B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7B4537-CEA9-4481-979B-D7A54056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C5009E-FA3C-42E6-ACA3-10F92903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562432-1CD2-453F-A990-DA1B5EA1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450A54-E35D-4445-8251-C6A3EFFD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1645F3-420A-4F6C-9EC5-2365E609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F5D8D7-FE26-42BF-80DF-EBD22731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CBC51D-2B0E-4529-A17A-5E484A673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8A65CD-1B9A-4C7C-A9EC-F7905286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C6D52E-FB61-43CB-8782-6E99DD5F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68178A-F4B5-4969-B1B6-6E665B2F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DAFB61-0742-40E6-8E81-ED009A28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452F32-6BED-4A31-859F-810711FC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E01FC1-EBDA-4A05-A03F-C8BA1C42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58D4FBC-42BE-42E9-BD49-C57C6002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3978280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5C60A5-8149-4C59-A7A9-EBD0FC38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DB268-8766-49CC-A17E-9815D6CA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94BA76-2571-41F9-B63C-C9F3CCAF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7A9AF2-D5C6-4928-8701-81034626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Cached, tiny, and research modes serve different audiences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3E33F8-8AD7-4094-BF2D-B3B3869D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31EE9-873B-40B6-9E45-4738ED9B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35128-6E17-4923-8039-692725F7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8670F-5700-4A09-B7B7-926189AE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6E98D9-AF79-4494-882C-1991E1D7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7AC57A-A17D-4A3D-AFF9-88C6F7A2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458937-BC86-47D7-AB1C-7A126625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DB08C-AFAA-4127-A99B-15CCBFB0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59BA91-0260-4B7E-BE2A-C0180E3D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cached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E713E1-0AE0-4D52-897A-C73934FA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student reliability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AE1424-3255-4F7A-B3B5-DA0E4C8A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9B769D-199E-4948-AB78-6FC35F98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A048ED-090D-4EAE-8173-7B88D72A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tiny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26C73B-6E52-42EC-80DB-E2AB099C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instructor live demo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E654CC-71AC-43E5-84EA-B042E0A0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9543DC-E590-4931-BEC4-90615C3A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E9A1D2-2A23-4859-A9DB-C641AA5F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B2185A-E02F-4874-8BC3-595716A6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real-code replacement after 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BCC994-E1A3-493A-9116-61B200CD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52CB75-C3C7-4B9A-B2AA-81D75B86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35DC4B-7D87-4E42-9271-7DAB60F8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C069D4-39CF-4FDE-9D82-F8C642D0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D069CA-2DFC-4E47-8B41-09380EDE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6784298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8BB635-DAF8-4A99-9951-C60F6788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EA0DE3-7E5F-4846-9A03-48CAE894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DD5E1-9635-42BC-A2EA-13BDE35A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36E322-7095-4F44-A01C-B13805B6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CI is part of teaching reproducibility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C0D006-CB3D-49F6-AD8E-98976939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39BD9-5BE7-4B64-902D-B559A7FE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FE0535-20E1-4A98-9D72-4C426CDE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695F5-F346-47FB-AD2C-C8C7CB14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B3221-CD2F-4985-AAE5-2CE8E419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621A5A-D683-434F-9F2E-5271B8CF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F96D83-6AD8-4588-B146-67DA7559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152927-8E88-4CC6-B1C9-7E6EBDCB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Cached-mode CI runs smoke tests, data fetch, figures, movies, notebooks, and pytest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91972A-D7B6-44B6-8229-53982F1F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E098F6-69C6-488B-BD77-DDABB656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Students can trust a green baseline before experimenting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851198-B341-473A-9F2A-1DD53BAE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18480-E8E6-4DAA-9796-677BBFDB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93AD0A-8A55-4A40-A004-4604BAC4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BCC1E0-C921-46BD-AABB-80B8E635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AEA8E8-ABE5-4D0E-A298-25263B88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FA291-72F0-4475-A8C4-EDE5691C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EBC07A-8F08-431B-8B6C-67D61DE2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98604E-DC66-4833-8DA5-29D80EE7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4F3148-E14B-45AA-9114-99A6A910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ECA83A-2C2B-43E9-B759-A85AEBD1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D706ED-15CE-42F0-AAE5-0B45F04A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3C794C-A542-4377-9CE2-8DC9AFF1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A74E60-2F6C-4FEC-892F-B02248BD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88B357-1552-468E-8AB3-46DCDC67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324F21-B97E-465C-9E1D-3364E2C3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76AA89-CF75-4A3D-9AD4-E7F24394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8B515D-C677-4ED9-B964-527A9BBE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75D077-1932-4AEE-AFF9-BDC9946E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83A7DF-51D4-414C-A925-4E585A26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E12796-5304-40FB-A4D8-246B828B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F360B0-CD01-446A-B78C-470BE5DD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960488-6C51-4956-B2C8-48A84BE2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26F92C-F070-4ADE-A003-D62EBE18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09523A-CAF1-45D9-85D0-3FE7E883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F440DC-B43F-4169-A3D6-47451CCF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4392746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F547E1-8F9B-4441-97C0-3838AD22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7529D4-9A5E-4FCC-A92B-8FE7BEDC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6F1AF9-8278-454A-8E49-96E5E153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D85F-B8BD-4624-9FB5-A5FE5F02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full repo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CFADBF-3DE6-4EE3-9B16-20B399F1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73BC7C-BEDC-4194-AED4-3517A483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540047-5E8A-4319-9360-4845EA60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613EA-D86E-4358-89D0-0F3FFA66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E4CF1-E077-4B89-99F7-7C317D31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B548F9-8A7E-489B-A964-C0279B23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scripts/check_release_ready.py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52A922-F687-46A8-9F9C-09A16E2C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41DA6D-7174-4810-B0D0-83D4928E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`python scripts/check_release_ready.py`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97947A-2834-4DEA-B54B-CAADA21F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9A01D1-B900-4F59-B186-272BC720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`python scripts/execute_all_notebooks.py`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1310DD-DCBE-4B0E-817F-5483E909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AC8BED-F045-4FD0-8367-868BDB4E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Review `STATUS.md` before making claims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896FC-CE51-41EB-BA98-60756CF5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2AC578-B57E-47D9-A6BB-46F67F75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6480FA-EA23-4013-A056-4722963D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A53DC3-6D2B-43A1-8FB9-72C8B887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F7C8CB-EB60-4044-867B-1F17BC75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E0FA5D-E379-470E-8C09-B349AA0C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67A2F5-A534-4C85-A3C6-980EF3C4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88ED83-CB37-49D6-8CA8-6D633230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6CF946-1247-4435-8DAA-B34CB18F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A120D3-A7B5-4C69-B9EB-4C01ADE8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27D34B-C4F7-47F8-B3B4-4691467F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176B0E-9B37-4C27-B7FC-961D70DA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AF9FFC-0866-42DF-9AAA-7BCAB02C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9BA105-47FD-47FB-BC55-371EA831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0AABA5-7147-4BA6-A8A4-69C1148C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40A1BA-9BD2-4172-9B39-33A65D60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4D8AEB-3499-4D83-8D7F-E8437640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3C3AC7-A9A3-4E07-A138-24B7F7AC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1BB9907-1F5A-4D0E-96D4-E8A023DC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72602659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4F671A-2F98-4121-B42C-01CF0EB7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0F7F2-1B36-47AF-B60F-99DE2EC0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EDDA64-AD9B-4B14-A3BF-36917DDE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9F781-513A-4A34-8847-5BE7C9E3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Design sprint: modify one objective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6F844-7DD9-46F8-A83B-9902C6B3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ECDE4-9FA1-4921-9692-3CD542D6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95187-84C8-48DA-949F-6BA61D9E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CEB356-3962-4AE2-B12A-E7C8FBEA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4DACE-17D0-42E0-B137-E44468CF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217EB-5038-48BC-BC89-0524AC89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77BEA6-29AC-4B08-89D8-285AB810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262AD0-0DED-44D9-B14F-CDF2D0BC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Choose one metric column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EBD2C1-3D65-485C-9CA9-716012EB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19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1C8309-D24F-439E-898A-525BC143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1460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a weight or cached value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BB2D0-B027-44E9-B3A0-DB20CD3B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19867C-0605-4FC8-8EC7-C9A37AA1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4325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Regenerate one plot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55EC70-4F3E-4E02-921B-F580FB6B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76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1A7410-4451-44C9-9818-E8E686D3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7190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whether the design decision changed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622336-FA87-4BBC-A860-3BE70FDC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3AA2FC-C113-4A79-8B6C-CD04F6EB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440D95-166F-4BE4-8E70-63DE7597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9009A9-B751-461E-BD5B-3E87F1DE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03DFEF-2C89-4B5D-A3A3-EE9181E3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F0F713-0892-462F-898E-CD5DE2BA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B6E46B-1CF3-4606-B12E-9F209EB9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05864904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BD6DF8-5C3B-41C8-A676-4EEBE669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62387-8834-4A52-85FA-CBE0BC73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7F23A3-4678-4410-8E56-70896FF2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6FD04-1F16-4DEB-9D26-BC942ADE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Design sprint: replace one cached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7BB3EA-7D62-454B-9FDF-96437C39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4F65A6-E148-4739-A049-6651DFE7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A7C43F-7FD4-48CC-82C3-6FFEFA22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0171D-C457-480C-9365-BE1E423A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8E8B19-9BE2-484D-88C4-2CD016FB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5D921-6D78-499C-920F-E502EA21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5BC1F3-FF5B-46F0-865A-BE87B6C0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3A0BD7-E9E0-426F-8C5C-7D924FBD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Pick a real package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7A5A34-37C0-4446-82FD-D60EC2E7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2CBB32-711A-4112-BF8C-CE441BDF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Write it to `data/cached` with provenance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A38D7-91BD-41F5-9188-2CC2A357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37C3A-13C7-4225-9AF5-CD2BB45D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STATUS.md and rerun tests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31BB47-98CA-46C6-A079-309B7359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CCDF56-042D-42E1-886C-D166F456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55CE0-C632-4A14-A2C0-376AB4F7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657DD-EC7D-4620-A580-6C05748C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2AEA97-9001-4800-9FB5-11B07193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850B49-681C-4BA1-9222-45E006CE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427C5F-8D4D-48C7-916D-0EDC33C9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84652891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2B61A7-F47F-46D8-9783-79F61DCE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DA824-6320-42B8-B5A3-79821054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AD5942-5FC8-4A1E-AFF7-347300B6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79202-EEFA-43B4-BCD4-113ABEC4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How students should use the repo after the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D3930-6552-4310-BA5C-CD78DCDB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5640A-673F-4A1D-980E-F5D65A43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1AACFE-A690-47C6-AA42-0509B2AB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7A2B7F-CD98-4029-9F8E-7C1D3975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E4F768-5FC7-4ED9-BD4B-03CB8870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131D41-28A8-4AF5-9341-AD9F5E9E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 cached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F2BA5D-7F36-4FB4-8A5E-D5A51DC9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2683A3-61A2-4782-96EC-71389394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0C4CE8-3012-4F1A-9324-732445CA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148234-6F64-4816-A968-DF2E0AD8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notebook at a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281E62-710D-42B1-88A2-289FE520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3DF862-C9EE-4614-9377-574FD24D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64D830-DD81-490E-8360-FC9626C7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485D8E-7BE5-47AF-94C3-6BF1F783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Keep generated outputs small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886C02-A364-4750-B44F-B2198ED5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798115-5BA4-4EEA-9CC0-717AC926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D84914-35D7-4068-AC92-08F7FBC8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C36CD-61B4-4A3E-950D-1B02852E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Document live-code failures honestly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5F731-3868-4AD6-9A69-FE8A3882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392B7D-B67C-48A6-BB37-7EAEE995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474402-118A-49A6-9169-191C86BD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0B902C-2237-4D3B-A5A6-77CADCD0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68063F-78B0-4E33-8E8D-78CD87E7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410988-CF96-41FC-AE9B-E4074205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69C68B-2717-4522-B7C1-71A8A2C0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33758E-D406-4865-92AC-4B2E3F2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B6528C-D4AE-431F-AE26-2BE0660F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031B58-0A5D-41DA-9546-1C46FC4E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0F8F90-549B-47CB-AD82-C271EE99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04548F-7F57-4849-BB9E-C8A1E5E5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A0714D-D95A-41E0-92F4-F6AA89FE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D587B3-2EA5-4B01-819D-7AA681CA6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CA1980-F081-4EA5-90A1-413131D7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0013C7-E0DA-4D00-8ED9-0270A6AC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99357C-3405-40A3-BBA0-7986B27A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B19C15-C30F-4CAF-833D-7D1AFDD9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B5F212D-2A5A-45AE-95CC-7E5F8DDC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3CD0CA-452A-42E4-A08A-0EE34805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D7426C-82DB-42D2-A6AA-CA3AAA0D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7F7654-4838-4CF7-9311-DC4C2D43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65290-5A09-4390-A945-BCAF5EC7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D9C727E-6AA1-457A-8A8F-C2F8EC4C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5E2BA2-7777-4015-B04D-915F16A1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291915-2994-4877-AF5A-832C11FE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BD84BA5-7539-418E-AF24-4D7ABE8A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7B76A7C-D085-4DB4-860D-4C19F254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1302125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B991CA-2359-46D6-98D8-9D922ADE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A0666-B9A8-4180-9E14-705D88E5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5FC74-E16B-49A7-A079-995BE562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680C0-F228-4342-A05A-B1DB4FE8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How researchers should use the repo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B242E-2A8B-44CC-A39F-5A3FC2C6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23D13-1202-4150-9D90-F60628D4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6D63E-1727-45DC-B152-23AF168D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686A5D-6764-4616-BE4A-8C24525B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E6DC46-4650-4F59-BAF2-962D4F62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B21EB-C598-4DD6-A4C6-EFD1E465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Replace fallback arrays with real outputs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801578-216A-4124-98B8-46DA9BBC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9C2A42-EB7A-48DE-AF5F-3203E0D0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778FBA-FD4D-4E42-8C23-477937C1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8CE28-E931-48B1-B5EB-7341DF4D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Preserve notebook structure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BBCAF1-1DF7-45A8-9397-75FFB948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8A25BE-63EA-4C05-A322-85112D47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63CD0A-8261-408C-81F2-B6471343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1102AC-41B9-4E64-A484-2391380F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Add tests for new artifacts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685660-CAB7-4414-B319-56827631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0EFC89-13D2-474B-A592-D3BBCD34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9C9008-D691-4371-8A96-5B8D106F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39AFA4-D8E4-4E59-8E3B-24C7D85C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Avoid overclaiming new scientific results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C3C54C-BCEF-4FD1-A61F-27E64147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CC8159-2926-4FB8-BA8B-ECE6634A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69A59A-BB65-43A0-A593-26DB0A93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B951B7-6EAC-4CB8-9CE7-55A3DA3E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57938B-0856-4352-8AD4-B0A6AE41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3D682D-6920-4ACF-B5BF-958EAA3B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72B2E0-C03A-4403-864F-5795835C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15DB7F-DF1F-46CC-85E4-2A61CB89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B54200-6B0C-479C-818E-43E3CD4A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AC52EC-4B17-45F4-ACE2-8F086483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522EDA-EDDB-42EA-85E5-32960CF6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56AF3E-CD5A-44E5-871B-690031F8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BE3E3A-F4D4-49BF-81D3-B12236E8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E76C9B-5076-4DEC-A65C-BEAB6516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0AAE63-530A-4C9B-AB6F-87A1D43E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EFE4ED-85AF-4288-A3F3-871EA9C2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B8AA23-3B0A-41AB-95FB-780B179F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7B3412-0265-4BCC-840A-3954BAE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1BF5B7-E074-47C7-9501-12174FC5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091F9-A708-4952-9270-D6973FA7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91773BC-B49C-4FDA-A8CF-3C2170CE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D48DB6-324F-4BBE-92FB-B5719D97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B39B95-8585-4976-8E1A-D1AED6CF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D89F42-B92C-4F30-80BE-61417227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BBE28E6-1B4E-4009-90E8-3244DEC2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363CA13-4DC9-4EBE-9A5C-145A944B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C088A31-70BD-4CBA-B787-A8DFB76DD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E1BEA21-FBA2-4BE7-BFAC-49798FE6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8794242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40E126-3401-4446-913A-9F97A34E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32E429-5254-41DB-A4BA-C26DECF8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05916-30D0-4AB8-A551-8140C747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E8F025-B5FF-41AB-92B4-DF4FE477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What belongs in git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12284-9B7B-4B7F-8490-5FA0203F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1D9D69-F66C-4F75-A2C2-E85F395B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3B62C-DD42-49E1-A675-A87171B4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59F0A3-9BF0-485D-A4E3-437328EE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F674E-8817-4DE8-A8D3-A675BB38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A4E2B8-9EAB-4A26-B09E-79823F3B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1CB224-5B9D-4822-8F9F-9DD84A2A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C7CE9-114D-4CA9-AEAD-E1E1795F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CFE3F3-B87E-4D99-A434-D19A59B0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small public inputs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FFBC7D-7574-4F10-8590-04FAB3AD5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EC084-AFC8-4F87-B635-08F24569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E710C-29A6-4A6E-904E-B23B0483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BF7BDC-A8AB-4EF2-8822-14CE577A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small cached 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52DA37-0A1B-4632-84B3-079893E6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140E5D-7E6A-4526-A135-304629A9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4966E7-0256-4A73-86D8-1AAC0E95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959B6A-5DDA-45A8-988B-99BCE34B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figures used by slides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A1A039-04A9-4908-AA68-6E8A126D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A8661C-D0C1-44DA-9BD9-D3766705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7EF488-52E3-402F-9F2A-87665373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BF43E9-1D5C-446F-98BF-F6261C0C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notebooks and scripts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65D34C-C77E-4C89-A7E6-5D8FD3A6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AA8A0A-510E-42F0-9692-513734F0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E9B3EF-DF7E-4DD8-92BA-0517CA65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2F1F92-2B9E-474E-9943-3049D282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status and docs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BBAD60-9996-4285-B7CD-40810A66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233E5E-528D-460C-AAC3-23957FC4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3A6C73-1CF9-491F-A79C-9285901D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16EFBE-4DFB-46BD-8A93-90093626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95E58E-8E8D-4B8A-972E-615B8344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8FAB47-0F98-4971-B749-7B5941B3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9389774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823275-9C78-4A87-A895-E3EE0628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06D0A-CDF0-41FC-ABFD-BDD14334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3E763-36E6-4532-AEA6-D12C9893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5EBE2-8D63-458A-B86C-62758EB3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What does not belong in git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78E76F-3DED-42A6-90AB-39FCEAE8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E70349-8072-4A6C-B945-A2B30DF7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CDE3D-5B50-46BC-B6B8-72D71495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B86DE-CD43-4D7E-A868-CC921ABF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8A89E-FAF5-40EA-AD89-E5066F01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90840-6450-4CB9-B534-8610ABEE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882E80-729D-4A6D-AB45-E5AC5F4F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prompt-package PDFs/PPTX/zips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BAD7AB-95E0-4E36-BB1F-D9E05992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86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AF163-CCC0-41AE-A7CC-3029F3D9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private screenshots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3698D7-4BB2-413A-97A6-027144E2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82E799-ED50-4583-838A-F50354C4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large generated runs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25EC9-E1D7-4EC3-B5C2-FBBB3DBB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91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08F1C7-028E-467E-AB10-A451D5E1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tokens or local environments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55B184-B07E-4F56-9D36-16CB42A9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33A11B-71F8-455E-86EA-EFA3CD73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7619B9-F734-4B7A-9119-8CEBD810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B6A79E-3A72-4909-B6B0-F3391ED5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30E9B2-114C-4EE7-88EF-5863B3D3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85343E-62BA-47BB-9000-98154A3F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54C7C2-C764-4B6A-ABA7-1E71D16B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66136225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AD5A80-7839-49AA-8FF9-4B947012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2C2D68-1502-4E60-AF62-B72BFA3D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4C1C6-24E7-4E62-BB61-431B44A8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AD564C-1FB6-4B3B-BE61-2E0B20D6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Common trap: integrated workflow without ownership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95C2F2-8BFA-405B-8B13-4DC708CF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A4ED04-B4F0-4A39-8915-3E11FFA4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291C36-914E-4CE4-8E91-42481087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3B471B-19FC-491B-8BDE-17AD4178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B8470B-E0FA-4158-8529-55616E09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CB00B9-C7CF-4863-AE82-F7434625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6625F3-0F76-4B35-B325-8F6AC6ED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Every artifact needs an owner: script, notebook, source, and status 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019A1-1074-42CE-8DA4-ED6C43F7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0F7110-D92A-4140-B1E0-30D94F20D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Otherwise the workflow cannot be taught or debugged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7CA90A-48FB-4079-BB5F-B66BD088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3F8D22-94A7-4A87-84EF-57DDA610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3E4110-9E34-4F9B-AA97-26B98C0D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5F8461-20D1-43F1-A75B-3FE344AB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056401-7C8C-4AC9-962F-49D91010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C6E88B-BC78-4B1D-A72F-8075E587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DCFF73-6E62-44E7-A107-3EC59087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66632852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44A2B0-C30F-44B0-8BE7-9F071D9F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AA75BF-AAC9-4D6C-B07C-AF6E62DF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5FC271-54D4-497A-9B18-C9F76B82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69FBF-1057-460F-ACEB-4310AD9C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Common trap: Pareto front as answer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E6730-E927-46BE-BADD-8E386436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C3B54-ECBA-4BA4-AFC6-9850B8B4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70219-5EA1-49AA-83F8-8D08B8CC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593BC5-D0FD-4550-981B-52F4DD9B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D274E6-C37A-47EF-BF29-D06299E7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6FCA3-4420-4837-8FDC-5701F549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45797F-F033-4D19-BB03-5666A5CC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Pareto front is an argument surface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D49C7-6EDD-4D99-80CE-270C5070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9F5F85-18BA-47EF-BC1B-0C142011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final choice still needs context and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71BA1-8C05-4464-B21B-5D6AEF68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829DDE-E42B-4A77-BD2A-A81614B1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4C2798-F1EA-4710-885C-51AD39C1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DFDEEF-84E9-4CD1-9573-179C4A41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97DF3-9AA6-4C4F-8BDB-5B252B07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69F6B3-F5B5-4C4F-AEDF-E48B753B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5978AD-3001-4D8D-929D-92ED995C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211402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83BCB0-0078-46C4-A8E3-F14D0A72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8809EA-BA4C-4D47-8792-B9F4872A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F3EA21-3DF0-47CC-81D9-BC7E7DE5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6FCE2-5F6D-4112-A670-163BB96D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Final design commandments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924E9E-C843-46C1-8D27-1BBAD5DC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6F473-BB4D-48EC-9638-A90A80FB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2FD13-7623-42EF-A938-A9450C50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C4C651-CB56-468C-A16C-0B6CF138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 not show a boundary without coils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8FE63-95DA-4348-B688-7E6DF5A7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CD3E3B-CE6F-4B5F-BDB8-C955F157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 not show a metric without validation domain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58E2E2-5866-4599-83EA-AD5721AE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F834B-2A18-4FCC-8514-07DAAD54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 not show a proxy without its failure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6B68FD-75B1-429E-9D09-E8B69635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26FA1D-FF6F-4EDE-8784-8E899F0E0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 not show a Pareto point without the weights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18491-ABD7-46A3-B518-361F1A2D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1D6A68-76EC-4339-A9FF-BB01845F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629188-50D1-4947-9C61-50183384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27609-95D2-45F6-8216-4C7E9DE74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5E8E26-0419-4F04-967F-7DCBD94A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23B03-68C9-4048-9E80-8B1050D4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09E4B9-6BB3-40FE-84BC-3D5D587F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F5A340-E5AD-4CF0-9DD2-A61CB728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2E48E0-3F0A-4F89-83F4-7D11D109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A9ADFB-E3A9-4D40-9FD7-B69D834B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EAE280-3BAC-4B79-8881-C7159C56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C6F411-D99C-4A26-9793-9C28485A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BF1740-A62F-482B-B19D-C9F1266D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494EBA-F6C9-4A2E-A555-4DCBE9AE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B309D3-5CDB-4D8A-AFBF-F1C3B84E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1C0B27-B2BD-4C6C-AF11-5403A3B5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CD905F-0D0A-4C75-B0A3-47D5E333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466402-53B8-45C1-9064-BE871AA6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979CEE-ECA3-4BD6-BCC2-AFA15675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3D653F-F483-46FE-B42E-39DECB0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D54977-3635-427D-9663-96CE15B7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5ADDBC-1FA7-4C70-AC39-E2A73534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F0E79E-E539-4B10-8631-52A70A49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0C6BD0-B5B8-4E81-8F21-EF4B77F4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F207DA-0436-499E-9545-3C07AEAF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AD9BE3-2E62-4B03-B575-A588E9FF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8B1D9A-5FC3-4168-8589-661B4F38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52305621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ED3152-9FCB-4FBF-B786-0F3F70F5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A17E20-BF23-4FF3-BA69-72C54FB7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9040E-6711-4045-8F05-7173CCCE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711B60-BA8D-42AD-AF29-29384235B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Commandment: keep cached mode honest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FF59B1-9C6C-4A3A-BE02-01D547CC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126D36-1CA5-4BC6-A958-81AF991F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AE603F-F86E-4379-8CB7-60B925B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7A345-E0A3-44FD-BD92-CECDC588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Label synthetic 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8BE840-48E4-4F01-B088-BEAA32C4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2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3F11FC-A276-411A-ADDF-2B6DB419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780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 not fake `wout` files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D46B1E-1A1D-435A-BA4A-C3146685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30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563B8-2DE4-4D84-BE61-B852134D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258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Record limitations in STATUS.md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2671B8-DE59-48FF-A875-F85C16BC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5A2C7E-3D09-4419-B209-E08DB1AE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4C1093-64CB-448D-9FE3-EC5B1E54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848A97-690A-4C47-8710-612438AF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3B662-ACC3-42AB-8E0B-551A737A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56A9EE-F8D1-49CC-B7E3-D3875A86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B95124-E4B5-4F45-9725-CAB69658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82AA43-D931-4EB4-A588-BFF9C31E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679E8-6462-4C00-8006-71F0275B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191F1D-D892-47CC-9BB4-A0DAACA9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7E6C5C-496B-4AC7-B902-42B6BFFC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DD5D31-EB21-4DF0-BD8A-048DC74E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2CDE50-8E2F-4C98-8E7C-0B4E62CB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CE4194-5A56-40CF-8E66-DB75E56F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67607C-8D99-4231-A4C2-EAD7801C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7326F0-426C-47D5-9D1E-7EA424FC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8AB9A0-5021-459B-83F6-69144002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FF1556-4012-4FE8-8525-20D9827F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A28A08-964B-40BE-A5BA-D26AF414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31EFB6-71F6-436A-9AD3-1ABCA43C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F67F4D-4795-4586-947B-B6C87336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7CD3F5-A5F6-430C-9718-4789D9F7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67E0EC-E288-4B74-AFA3-60554F7D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156BD4-6870-4F0D-B47A-8F332ABE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AACFE9-53AF-4FEE-BB2A-1EFB9114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15F6D6-B2D1-4059-8654-EE7EE583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2C2576-6143-4CE0-BCC8-8826F4FC4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881587184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C3F74-AB5B-43D7-8469-783F4F96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191F7B-1303-4C0A-8FDC-0AEFF0FB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3098C0-E053-4B66-AF80-592D9728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9BD62-BB97-48FC-AA22-93CBF4EE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Commandment: make every plot teach a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29EB0-5075-47CC-9A82-141133EB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E367E-91DD-4995-B0AE-2453568E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6B92F4-3276-4E52-A4BC-63D0A804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31261-8711-4B43-BA73-8A3EEBEB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changed?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4CEDA-DEC7-4439-BFC8-97B101BC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88B415-2CC4-4F6A-A190-8D043715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design wins?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7D70E-8321-4745-939B-751CA7DA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EB127A-749A-46ED-8765-71DECC23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failure mode appears?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5494E-3282-4DBC-A3FA-C5B97891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E188D-A4F6-4008-91B1-45F3752C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a higher-fidelity code check?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79751D-1EE3-4FC7-BB4F-442AA817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27276D-EA99-46C4-BDDF-F0BEEC8B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7FDAC8-E770-4EEA-98B2-09BEE274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755F7-223C-43E6-8B62-61D8A9B8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AF8A7C-8BEF-4DFC-BF19-D78DC525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51A612-4025-497E-9B8A-C60D5610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40D806-FC12-4C42-86DA-DD63A34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179D56-B75B-468F-9C59-F8F6BBF5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D906D6-407F-44EA-B65E-D0E7909F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4A3694-042D-4068-9C6B-CA676B89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EA92DB-9899-40D7-A5B7-52709FFB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4409D3-40E9-451C-9188-62D2763C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CBFA52-D855-4228-8E08-8EA38C11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E17338-63B0-4C42-BAF2-67E29610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0974C8-C434-4379-B860-BE9AE59D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22A5AC-48E1-49F5-8453-E7FF630D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995C28-B508-4560-B135-618D8FE2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0F26D3-68E9-45B2-81F1-DAC2495D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2A0BCE-AE1D-462C-A3AF-E9E050F3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224550-047A-465D-8AA9-91ED5A2D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1BA8AB-A7EA-4693-9AF3-8A73E2C9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CE28B3-B822-4A77-AF7F-DEA208DE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02E6D0-D5F5-4316-8BD3-72B3E9FD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773BEB-2BAB-4A92-91FE-708A4C0F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F4BCC6-0246-4F3B-876D-7B4C6737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26B4F5-8C5A-41A0-A3FB-53B47B13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1EAE54-E6E2-46FB-BA26-F9F12D52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80448989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5C832A-82D5-4E0D-A0B1-A275455C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B0170B-FFBD-460B-A716-0740755B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5AB90E-CD58-46E7-8CF4-309AFA76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Future of stellarator optimization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C25BA4-BE6A-468A-AB89-B125CE73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62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ACCA7-F4D9-49E2-94F3-FBEEDE38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Coupled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69DE53-E7D1-4113-8431-87B4904E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2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D92D10-4508-4CAC-BC33-7BB9282F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Differentiable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3F109C-A2BA-40D0-83CE-18A017A5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43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C526B-A4C1-4D04-8020-68A6411C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Multi-fidelity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75C905-1AC9-4BCC-B6BF-D1E14C05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33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C48C0E-B01B-40DD-9592-8585A84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291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Profile-aware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DE02EB-E1D0-4FB1-BF71-1EDF1D84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2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339B5C-25F9-4BCF-80A5-67D0C1BB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197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Reproducible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D21ED5-00A8-47E4-B1AE-8C5405B4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773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9A8072-8D66-445E-BF11-D41C9C18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722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9AF0BB-8C96-488A-9ADB-70C1BF69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055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31/45</a:t>
            </a:r>
          </a:p>
        </p:txBody>
      </p:sp>
    </p:spTree>
    <p:extLst>
      <p:ext uri="{BB962C8B-B14F-4D97-AF65-F5344CB8AC3E}">
        <p14:creationId xmlns:p14="http://schemas.microsoft.com/office/powerpoint/2010/main" val="36243824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F049DC-E801-430C-A969-213091E9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A7D61F-3CA1-4E92-BC45-82543829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0AB4B7-DF27-442B-9E06-2F39B880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A3BBB-BB53-4B41-BAA4-0DE56398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Repo lab: suggested 30-minute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2F657-2EF6-419B-8264-3836B9B0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22A31A-66EE-4A92-92C8-44D06748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7686D8-11BD-41AA-8485-9F7D8EDD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164F7A-668F-4D73-98D2-7574E905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C12DC-2023-44F4-AFA6-9714D7C2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511EDD-CA15-4814-9960-41B96D46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10 min environment and figures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B1799-41BC-40C0-9002-EBBA7198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4E1D23-CE33-4B0C-BB12-C97F2121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3FC774-BE8C-4140-B690-62A06D2F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82E1F3-F6A4-4A4D-9595-0A163C42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10 min notebook edit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A18525-F5B3-460E-A596-69048115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551DE-1A98-458F-AA4C-44F46373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A252FA-D99C-4892-9D1C-10AE3968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2806F1-A4C0-44FB-BFC3-A95E8BB6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10 min Pareto decision discussion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7C1914-3179-4D5A-9F6F-F3DF9398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20CFA7-41BC-4830-B107-3FB87F97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15557B-50F0-4214-930E-00407F91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40A820-C166-4823-8504-164BE625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EA29F4-D316-4679-B71E-563DADCF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4B2D58-B9A5-4B43-866C-4B2513D0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99FB59-7AEB-4E6E-9A05-2DABD749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4BB3D5-4DFA-4FBC-BAB0-EA227702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1DAD0E-9B18-4440-AE92-EEA68A50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57DABE-C811-451C-932F-B2CDD6281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D852A1-4136-49B8-908E-FBB99C62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2CFAC3-8586-49F1-ADDE-8F909EB9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D74D31-0682-40D5-A0FA-1AA8FF87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DF485B-253A-49BA-897F-F9B8A79F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97111B-E917-4930-8CD1-C2A86F36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0A0A03-F1C5-4219-B41F-9922EC5E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ED7196-EB6E-48D5-A2E6-26C44370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7FCB93-42DA-4AAF-AE97-D7EE74D0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110C91-1BE4-4109-92CD-E6AA1647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D16DE9-898C-4417-BEC5-75B3429A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FC80AE-220E-4E9A-9199-E3B55BF6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E70F3D-3BE4-4E0A-8FA5-5E0EF87A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6350F4-5726-4F48-BD50-8A5D3EDC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B6D24-CD33-45F3-93E2-FD4323A6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B433FE-3D19-41DC-BEE4-BCB1C449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F204F5-9380-4C2C-BFC6-44B30514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F59A11-A148-448C-901F-BB886115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6B2E868-C077-43C0-AC63-B91EF5DB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491809328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F3C817-9B19-4089-88D4-FCB994FA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B3FD0-5F53-4A10-83EA-EE8AFF58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66BCC-21CA-4FDF-BFED-7B60DDA3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41547F-FC59-4F36-9BB3-7AD6A737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status report anatomy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4623C-595D-4D7E-AAAA-978683F9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015B0-43F2-4DC4-8B0D-13019766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1F801B-4318-4E2F-8F38-9DC80045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DB3F35-A0E4-4212-9831-970D3CA8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AF953C-1D4B-4A4E-8DB7-7FAD9ECC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03FDE4-B019-4590-A623-B99780B2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package import 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9C07EF-6284-4DBA-8944-FA199F63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33E050-E62C-4836-A4CF-312C2225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4FCE9E-C589-48D7-A54C-1C47D22E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5B74E4-D8A4-48AC-BFEB-FEC9B3F7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data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77D9A4-1A45-4506-803E-42EFBA51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DEDE0E-42B1-4099-B8EC-A00E71E7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8A8207-5579-49CA-883C-4E9CC14B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D09FC7-AA0E-4514-8750-367A73D2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figure/movie 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9040C1-C103-4C71-9D53-C6EE7EB4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6F4F12-1CDD-492F-A8A3-187D9B0F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9CC0FB-1174-4321-83F2-EF84D46E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94C691-51F2-46DD-90F8-67A0512E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notebook execution status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21968B-5D65-4D70-9906-69A1AD91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4B46E0-ABA5-480D-A75B-1171708C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D7F27C-107C-43CD-900A-D813E272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D56CDD-AFA1-49AE-A655-923D36EC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cached vs real demos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A86937-9FF8-4B84-9CFB-8798A5DA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DE1D78-6D18-4A16-95AB-AD3E78EF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10EC77-97C2-4C50-B7D0-21276BA9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6DD86C-B295-4B4D-83D4-32C8084E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E7CBE4-66FA-429C-A6BB-ADE398E4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EC3B07-BA45-40F6-B5B7-572709CF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8A711C-AFE8-4A9F-954B-AF8CF6D8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63A4E5-D017-47D3-8319-4ECE6FC9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B1DB6E-6940-467C-B174-4B5E4AEB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D0251D-CBA5-483E-B380-BCC477FC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BA9400-825B-4294-B70D-60038E56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F38D9F-4A87-47A8-B794-BB0C2BB0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3F2094-50E9-4A17-8619-F3B9E2E3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2DC60C-5B7B-47B1-AFDB-CB0003FF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6F3409-406E-45C7-85A1-EB5E5379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B73613-7F28-4809-8EDA-F7D09EE0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AE284D3-1D09-4756-80EC-141D3721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72FE2C3-67E3-40D5-888D-E9077E48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D8B59D-DDE7-49FB-9509-44033B07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58C63B4-F871-4014-A9D7-811D4D08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1C7A13-41E1-49FD-B687-16A922E6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E0C9C16-AB50-40E4-82A6-34BA8082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6C3939-4F2A-4B42-A118-59BD6BC27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5777786-EC9E-449F-B097-684363DD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7E8658B-37F2-4512-8DFF-A82FBC97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4DB2897-6FC4-420E-9B58-5EA06040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2F3C21C-B4D4-4DE9-9C10-0F49BAC5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467BDDF-DA49-4D88-83C6-F118B181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685037631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3F400A-714A-422E-919C-EA25ABC8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A46A7C-7601-44F7-930E-D1CDABDE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7AD02-47EF-49BB-8D22-03633B61E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AA7727-C499-4438-BF20-749948A3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live-demo abort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10C37-ABC7-416F-9F4F-8E8C7110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B810C-FA4A-43E2-9015-63868435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553FA-73F3-42D6-A3B6-1BF2CB4B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3E0FF5-3E79-4A24-B319-EC78C8CD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E3A1DC-B4A8-4252-829A-98097871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78ADA-A6D7-405C-8BBE-CCA3C817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unexpected GPU backend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D0A5DC-A897-4321-A72D-6C98C1D6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5D39CF-FDA6-4FCA-B7DD-21F846A7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AA54EE-14B9-4446-86DC-31FCD06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3DD26C-4871-4E56-82A3-8FB2BE92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long compilation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3877FD-F905-4813-BA5A-E1ED947B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C5B2D3-6A8B-4FA3-9325-CB2FEED9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386DA-EEDD-43CC-8563-1F1F1116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AE88BE-9007-4625-BBC7-B86A2643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mismatch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471B7-763F-469F-B90B-C5FE2B73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29C374-3BC3-4D4D-8939-5753C3B9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4D70D0-41C4-4161-9276-0EE56666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159582-1AB1-4A6C-916E-2C4DBA35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metric changes without time to explain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52F487-C9AC-44B0-9654-8366A70A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D96195-3B67-4B9F-9BBD-22F99D22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139F97-3328-4B3B-913F-3E9C5652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3AB764-03C4-4AD2-A0BB-2618FD89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0BFC92-6B02-4EC6-8FC7-D903AFF7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E8EA31-4AF4-4B7B-99A9-BE2D7897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D41739-5F40-4438-84D9-F1A33CD8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26A495-9B26-42CB-83E0-ACB7FCCE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2C2B43-4A89-4176-973A-9950C25E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587FF0-DE39-48BD-95D3-A637D441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0C268A-5C0F-4A2A-AF90-4646FFA7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39AFBB-FA52-4A4C-9989-7D56A868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CEA46B-88F1-4EC7-8D60-E4D0BC78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5C7980-A333-4225-AD1B-0EDB5998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40BFF5-562B-4203-B63E-CD9A7FFF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0C31147-FAB7-4C70-9656-A450BC52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0979FA-D5A4-460F-B85A-F4F809D1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770B489-B181-46AF-97B6-DA39B18A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488D64-906A-47DF-9739-E2C72342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1108B1-D49A-468B-BC44-BE74472B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91A65A-C412-49A7-9156-B5E02302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D12FF66-858E-40AB-AAA4-FE6F56A4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4E722A-4678-4B4E-A3CE-31C69C8C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01D897C-FE5C-410F-8EFB-447E3335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EFA4CAB-132D-4770-84D2-B2879C59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55F8D87-434D-4DAD-8F28-17FA8588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FBEB31-8247-4BF8-8F49-A0ED347A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461B19B-9F35-4FFE-BDF1-DAAD6462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1330253044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4CAEB8-343E-434C-B8D8-8133A4B5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297EF-DA10-4CD8-AA4B-4A86B09B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C26E4-D0C5-4779-B1FA-6AEC5B5A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803F1-0AF2-4BEE-B784-6BE34EF3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next manual steps before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C01708-3E47-4AE9-BC90-2BF9DEF3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0D59D5-6FF2-4D2A-B053-45B1E29D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9D9231-E4BB-42BA-AAD6-95080C1C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7E538-D6AF-4BEC-8BAB-33A2B47B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51FEA2-E40B-4C9E-8FCD-8D322D61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A25AC7-8AD0-4DDA-BE39-1E5ED561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Pick live demos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CBC0AA-A644-4A9A-89B7-535CF4E4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BB8A34-1C25-4253-A6C9-7779B6A0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3AC4B-DAA9-4898-830B-327230C8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D491F0-ED73-4A3E-B995-A7C9E1B8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final slide exports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712EBA-CBE5-4CAA-A8E8-855EA9D7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68DA9B-FFAE-4AD4-A317-16FD143B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2465B2-2EC1-4315-972C-D5474C3E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6540C3-688A-4AED-A9A3-1912615D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 on projector machine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E6E63D-5D81-4B80-97F1-20928830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AB7F8-C323-44FC-A4E9-2E53C604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FDE55B-28A6-4E47-B7A6-82575D1E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F82681-0678-444C-A8B9-324F88B8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Prepare cached fallback narrative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09E120-C902-4FF7-9E67-886C614E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6D24A6-8BFE-4B18-858C-9EF2771F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01FB3F-06EE-4525-9A1F-6FD29972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941A30-64C5-4E40-B6BE-BF83EE38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A6045F-E1F7-4856-9930-09462347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F2DB53-E938-4DE6-AE11-0EC35A31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3C52B0-B275-4689-914D-FC4FA064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C60A15-34A2-4B7E-A9C4-175887FD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85ABAE-3962-4BE0-A96F-B5FBB50F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A82B2B-DBA8-4422-BB03-0FDD7BF0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6A665E-6D0A-4F36-8008-917EE561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7CB908-C746-4306-8D88-08E2BA79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D1AF50-0052-42B6-A98E-0C6986B9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03D30DC-83B8-451B-8EB8-81409E5D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363EFD-F3BE-433B-ABF5-7C1A0F8D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FC44CA-AEFD-4D8F-80BA-BCBBD168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6171A1-E0A9-4978-9F36-8ADD67B9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E762D4-44F0-4078-946E-A2DDCB98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C01B3F-4643-4CD9-A5F1-07A89D2A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E6AF0F-6FAD-4C13-9886-337A3BEE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C38890-F4A1-405F-9B69-7A402B2F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8AFD87-A3C1-4876-AC91-57234F80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58EE69-47BC-4559-A290-A8D8A86E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DBD0C5E-AC2F-450A-AB11-3DE90A52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85D3E91-3622-459A-822E-E71E0997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905E9EF-9EBA-4708-B338-BF562751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155FA1-6320-4ABD-98CC-3B7BF14A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4EC623-ED40-4FBA-9C12-A21C925A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571273354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31516C-8DA5-4CCA-97CC-BC609B97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220DA-35DC-4109-BDCE-BB7553B9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9464B-AF99-4E17-B586-4C16FB6D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656A6-B8FB-44CF-A96B-AE840717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L4.36: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056EB-6146-4EBB-930A-5C7B426C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9EFC9-403C-46C1-B801-79CF7318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F1B502-7054-4193-AB61-F819FCFB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FFA8B-A218-4FD2-A3B1-86401BD4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CD980-0204-4AE5-B56D-60A8865F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91BEF-2F4D-4BB3-9F18-7637D9F2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18288E-CBD4-404E-9FE5-75CD8EBB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69C3F-B9D2-4FCD-BF3B-DD6A92C7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348D88-B230-49BA-9D38-650453A3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F3BDC-6C06-43BE-9F14-1D1AB02A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E1173-0463-41B2-A15C-D430BDD4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573F0B-07CF-4136-830D-AB4754EE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C5044C-284B-4923-A06A-4FEA857A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893E1D-4EB7-441E-87F9-02A34308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102B96-5C2A-4FDE-BC7A-27ACEB1F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0DA56D-F10E-4106-A7FE-BC296C28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2AA33F-F845-41AB-B338-C882F3B2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C1660A-07B1-4970-90FD-6EEF4403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4B58E4-F605-47B8-A5B8-52899FA4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14BC19-BC61-44CE-B33F-9A69396B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68C58F-EF47-469F-9DE1-FA0F08EF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7902AE-A985-4FBA-82B8-7F87AAA7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54D01C-018B-401D-B031-E4F953A1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D4C8F9-EF64-4691-A4EE-76E62C22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1E9D94-A9D4-4035-B1AA-88093FD3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4A93F0-E81C-4F8E-992C-498F395D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9247A3-6CEF-44AD-91A6-7BB6D470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B00F92-FBF3-48A5-8E37-9402C686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E1BA54-E543-4C79-90F1-D4583977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FA151F-C904-4A10-8FA2-82DAB343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450090-64D7-4E77-AB64-01DFF782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9EBA2A-F26C-48EE-99EA-F778601F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B8A4A8-AF78-4B36-AB3F-092B6DBB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E815BF-DFE3-455C-B1EE-F2594DEA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6F3311-A01B-4581-99D1-3B2FB0BC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BF2B36-364A-4939-9FBB-0E38A323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D0D052-180C-4FD0-9EB8-5D76155B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0962AE-639D-46E0-A497-459EDC2C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5F84BD-D167-4E6B-9CEC-6457E547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35170A-B56D-413A-B1B2-00252DA7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AED45B-CBF9-41C1-B7D9-4669E7E56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566C67-07EB-4DF1-AF78-4D3C36CD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932685884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CF95A9-4315-483C-9DA8-6E6EE7F6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FD4D1-3738-4DEE-B6B4-B894CFD1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590FF-7474-43F7-89B6-63DEF545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345EA-3D7F-4BF0-A05D-8A1F87B2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L4.37: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8495DC-9F3F-422B-86C0-1D4122E0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834E6-74B7-473D-9E7B-A786C357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7A53A-3DBA-4723-8EF5-2697F130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87D341-7269-4987-A993-D38B6229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2E6C0F-7872-4C73-80CC-1678D97F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1EC54-1C2F-4CE3-A630-EA99DD3E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5A7448-0E0A-4411-98C4-D4810AFB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29551D-DB00-4BD1-8434-15C2E34C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C09F54-8734-4E31-8192-5BA59F57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8AEC74-DF59-47ED-A6DA-66FDFA9F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0857FA-DA5A-4A24-B920-9473DF66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5CA65-C740-4A2F-B6DD-A6B3B40C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602E07-F676-411F-AFB7-24B7B232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D4B41B-295A-4CEC-BF13-86EDE95E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EC6B6E-9308-4F9E-BDAD-6E8FB39C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B1BDCC-B691-475D-B63E-32B38362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C29A3A-EDB0-480B-9E0D-17E9461C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AA6973-E561-468C-B96C-78FA8F1B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76D0D7-3660-4F65-91C2-1F215660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0CDB9C-CD7C-41AA-ABF0-32A54846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A9C7D4-0B68-4C94-8A97-94958530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22C0C-D909-4D75-B22C-E80FF1B2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640587-186F-463D-96FE-12113B7C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6A467C-8F83-4F73-9BCC-2CC73582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9CF474-8A41-4A2A-9ACB-C8FC6B56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A22577-A9E4-4539-9823-CA952DC1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192247-5353-4B07-91A9-7F42124C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316661-1992-4ACB-A7B2-DC20440F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D3D702-D53D-49E1-82FB-8B26CBA6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0332A9-9F0E-4671-A0E9-D87578E1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73B463-DF2D-4936-9FE9-DF8ABF32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8CA3F1-5CB3-4203-8DE1-608FC949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1FD2B7-BF05-492D-BD17-5676B062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6A8008-6507-46DD-AB4E-B2F1E28D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FE3C70-88E8-4795-AE47-8DA3FE20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C21088-0D49-4D29-8FE1-5F744B34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946485-861F-4367-9484-269BCCC0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DB549B-42A7-45BE-8EF1-417400E1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EA7BAE3-5452-456E-8B7D-8C89985A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061C42-C8C2-4841-B9A6-C436B95E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F38EF7-1822-4281-824F-3AA0E9CA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5D9B5A-FC08-4AEE-8C29-3B065D8A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1737008748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53D9B8-7DB5-4441-A89B-B3657C85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A2DC3-E678-4906-A11C-31088E1E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EFB5B9-1471-43BA-9AC6-EA7BBEDB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99B7C-9EA4-4A9C-A034-F672BF6C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L4.38: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9F7606-B14C-423D-97A1-4EEAB0A1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AD326-2876-48FE-9977-147F5B89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32F2D-2D89-4056-B839-54F89212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148E0-8365-48CB-BB5B-B9F28402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A8DE1-EE70-4D6D-B144-A81B7724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2949A5-A877-4EB9-8912-F8C70D32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CADEB-3575-4757-8EB8-FE1019A8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9B5E10-093B-47E5-96BA-798DF71E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FE7173-58B9-43CD-B27D-30780094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266C03-E594-4744-85E3-E6D9FDA6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9758E5-27DC-411D-8C1A-83E409C9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8DDBB5-0EDF-4880-A969-25D52255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F3D40-08DD-48A4-A056-FB011F92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FD977C-3764-4BFF-977E-495985D8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6640ED-35FA-436B-B39A-017B4D6E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9C252E-2CD2-4003-BFA7-F2AE4611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AFB40E-2483-4240-B62A-D3114C36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E50FF7-4A6C-46EB-9420-41489E64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F686C5-A91C-41A5-B51F-B6891BEA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3B1E80-5053-442C-86B1-1D3E731C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8A1AB-44F1-4378-B754-A3E78D7F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88EDC8-4F16-4264-A1BA-0636DFB0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47263E-9FDB-4B78-BD3B-11757470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16A049-88FA-4214-9383-EC0F96F8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F2A4AF-6ECF-4E11-BFCC-4ACC958A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5D93B5-579A-4C5D-8345-18090D0B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0B8E89-5AFE-43A8-9521-ADC7CA4E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DA34B0-97F7-45D5-9BBC-4A3F1DCA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0FD653-C175-4390-AC36-0BC8B52E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68390F-1078-459E-A6B5-2753FAF2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5F2CF6-FA4B-445D-9159-FE9DCAF9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545E60-DEC2-4D93-AF6A-11670B2D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CB1F9-6190-430A-BE09-43863E6E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4EF340-FB9B-43A5-B3D7-C4826522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431DE0-3857-4005-A828-DEA432D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6DA99B-5232-4183-90A1-CE25E39B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F13EBAA-5490-43EE-A0F2-19C563DA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8A5F518-7BBD-4AB7-8195-B9D91870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8F6E82-2C01-448E-9B5D-730E70B6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DD8BFE-B2B1-41DD-A72F-6D0DD16A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ED2CA62-C8FA-452B-A288-179A3A18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903256-F15B-4540-90E4-09CB4946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27671338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CD7A12-1F1B-4AA2-8087-9ED9ED5E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775292-66C8-4BA2-A338-FC7C5A0E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6A4C9-A1EB-4B2E-B34D-84E2FA08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E148D-6480-4DE4-8C50-783BBA9A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L4.39: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B4938-CC38-4951-ADC0-C2AFCBD9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F54C40-65E4-4687-87B5-D503BE1C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19FC76-286C-46F3-B9F9-757A785C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54D389-9DC9-4BD2-BE23-70688F4D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39A53A-F5AF-4CC3-99AD-A01FE1C9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71F68E-75BE-4731-8F90-E54E7A87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E19F19-AF98-47FF-BE40-4371ED92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71E72-C12F-4EB4-8AC9-4CE42A58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45D06E-0EE1-4DAE-B89F-4011CE3F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9111A7-2656-49CF-97E9-F668C05D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89DAF7-5095-409A-8FED-F9EB87F6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926050-EBFB-4980-AD1F-01A6D60F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B36416-87CB-4443-BD8F-57D3A4A7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88E9E9-6DE6-41CD-958A-302B7846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3835F7-8594-4AB8-A758-02EB2127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880812-6373-4F18-A792-9F42CF2F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D03BDC-97C5-4903-B18A-51A94166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1480D9-B999-44B0-AEDD-4DC1E529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EE3228-64B4-46BE-A63A-B89CEA58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E4FD02-FDAB-424A-964D-3F0B054D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9F69D0-2271-4C78-B0FE-83132481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CF4E64-1B4A-45A5-867B-D52EB680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21386D-CD80-4F8E-A817-D36B67FA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667B46-6714-4AFA-A398-05D2C26D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BD6F2B-4BE7-4C26-BD57-B266F54D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61C9D9-49D7-459F-BCBE-04B22338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E93D39-E399-4984-8960-77642F4F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70D3E0-565E-4015-BE4A-402650F0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CE3080-788E-40C1-A475-E7D79D58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E8B2A5-A73F-4ECF-A2DB-02918A2B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6F5F84-61E8-41DE-93E1-800B5245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1328E3-AEB5-47F4-A797-27223BA3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250A29-0987-4F77-8B47-F0C68341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E0AA4B-4DCD-4674-9533-4F6D01BB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C461F4-7C57-435B-98FE-DEF4855D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559500-1D09-4165-8ABF-932FC1E5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37BEC79-29B5-4836-A93C-69DDCA18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BF7FF5-D917-4DBE-A694-C9A5C5C5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613235-48A5-4C64-A0C5-03B1471D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23CE888-7E67-488A-BA3E-9922CE6F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2DE243-259A-41FD-8B8D-C909A181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40B3265-7701-4B72-BA47-5168EA75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121104969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CC7D39-FBD1-4250-BFDB-506E573A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68A0E6-A2FC-475D-81A5-2A50CBAE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17D82D-0C19-4694-9198-CBAFB722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B32014-3A29-4FAF-8F04-0BC8445C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L4.40: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FC819E-D504-4157-B915-6D0603E5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5CE5A3-0860-484D-A8DB-9B55C646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79AE52-1D54-4B9B-B9B9-E3E3730B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C59BCC-AB88-4690-A490-01EA4239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2C5DA-FB02-46E7-A8AF-C64CB1BEB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C4A986-BFBD-4286-BC63-248108CA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760018-771A-4A99-9CEB-E0C1BAF9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B8F952-BD22-4B7A-9D6F-7F91E468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4029CF-FD55-4DBB-AAF9-61086F45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311F90-398E-4965-8053-E4A6F6F2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2C1355-359C-4E4F-AEA1-CCA7FBC2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94BEED-5D0F-443F-B864-BD62E576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BA0140-76F5-451B-B593-5A8195FD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DCDE17-5608-41CC-B444-C3935DB8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C7E926-37EB-4224-A641-C1F259D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C89B98-1468-4D90-8019-E4CC05D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14229B-C275-436C-94A6-BF7938D8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15364B-6A21-45BF-88C5-671670D2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4A0E95-0086-4540-9DC2-3463D3EE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D573D3-37BC-4C35-800B-1478D9FF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7031A-064A-4161-A27D-9B737734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E500E8-9A6A-4CFA-98A6-0AE9A76A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1C30B1-54E4-459C-9ADF-17318CA2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47D830-F5FC-417E-ADCD-985B089B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B14D7D-92EC-45FF-A207-C656805F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A44E3F-2463-42B7-BE4C-3DABDA8D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05FD71-A203-4D77-AD29-00131DB6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758A9F-B94B-4E90-BC92-6B644CAA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E8DFD0-0D31-40B3-84A6-0B9267C3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F12211-18F3-43A5-ACA8-150545DA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7573F5-BA3B-4772-B479-B1BE84C1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EB4C9B-DE6F-41A1-9ACC-2D42CBB3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307C24-0C6E-46AD-A785-56BD87EF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9344BF4-A146-495D-90E0-D746D25B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BE9402-E459-431A-A5E5-4DBCC066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1ABB628-3DEF-437D-AC4B-43765E9A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9DE7E1B-4BFD-471A-A54A-1F93AA66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7C0396-F530-4205-A3D9-67B6EF6B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F4E703-3177-4C51-9E9B-2DA81859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C8EDFF-BEA3-4CA3-A501-C1CBDA26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FE6CBFB-0E59-4611-BD2D-4D1BD986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68EB3A-2E89-4248-B0D8-17FC4DDF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416475949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5B8088-DB8C-4128-A9E2-DD714797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E0C002-386E-473B-9E13-0B4A3B9D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F95502-0EC6-44E9-A85B-9D04F181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05BEF-3211-468F-B63B-5D7CEB8A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L4.41: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449FB-43E6-4078-AC35-B5066666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0F079C-329D-4129-9A4B-03C080B4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7CD96-B960-4AEB-B584-84CDD3A8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C936BD-9109-4EE1-B88D-006F3BFD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711A2-000A-4D74-BE64-7198CA3E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54B664-922C-48A2-BB9C-CAF355AD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36088-34C9-4524-BEFC-9F7259AB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CA1C39-D584-494B-A01A-52F8C669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E3221-BED3-4213-B71B-4A755D66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743EF-2EC5-4540-BD52-045CD954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9D5704-AD2B-45AD-BE0C-46CADA48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62DE9E-8063-4712-BC36-5D206A1D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720241-525E-4E17-B3F2-26BF23BB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E8C95C-4974-42CB-BA61-539A24AF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E2658D-0E7B-461A-BC78-9700F084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B5E127-BF2F-4E30-88E5-79D1601E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7F4359-7182-447D-BFD5-DAEBD9A8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B9B40D-0AFC-4FD7-9382-1B3EACA0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468227-6A99-486E-9BED-885AA2A1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D45AB8-6B49-40B2-83AC-55EFAA85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2CA6FD-72E0-44D6-8651-57469584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6F75A6-DB36-46B1-B0B8-A989D358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761444-E1FB-497A-A529-2D01431E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FA1A32-D823-4860-B47C-438F6F3F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E104B6-43BD-46ED-91F9-B660833A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436387-8E02-4E73-86E0-6D4A9EB4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158664-FED4-4FA2-97C8-392D071B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2F1781-BB66-467B-94C1-62F7B3FA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D5C88D-E25F-4215-886F-2C0FF3F9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3574F0-0A31-42DA-A08F-7C5254D0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2D20B9-C9B4-4C6D-82C8-21992E49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54741E-09EF-459B-8885-4F732BA0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D369BD-5B10-424A-9EE2-2C447A9B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799B90-7721-4066-9746-57CBDD1A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BEA59D-38C9-4F95-9547-1368B4D8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D489AC-529C-4198-B888-F5A6B5FA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E040B7-DC97-4F6F-B3BA-5D23D9D0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29EE2C-0A4D-4C73-B05D-95956AA0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F6563F-2FC8-408F-809E-16D85154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BBB243-08EE-4DD8-8134-64776199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525B70-FF74-4C5A-B762-08131051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732DD18-96B8-4928-B732-E0606D94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21157155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B43CF7-244F-4253-906E-83EB4E71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A8B09-5065-40A7-A317-A9F9C454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C9F6D-A2C6-4D66-96B5-936B46CF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58627-D27E-47D5-8190-A89C40A9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L4.42: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CF924-426D-4AD8-A47F-ABD0D2B4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65343-D76A-4244-B895-BFFE53E8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B98225-0B76-46D2-B34D-277A220C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91B375-CA97-4062-8506-3DFD87DD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CA5C39-1638-4411-9B78-710AA390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1847A4-EABA-4EBB-AEA9-F467683E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FC0A73-9899-465E-88DD-42EAE28D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07F732-7F8D-4AF0-A8C9-DA40580F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BD9715-D8D8-478E-9966-B440F471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D20DAA-39A3-424B-ABDA-A41C3F8C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C86282-ACE7-4DF8-B889-F7C61CD6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B40CEF-5B3B-4545-8767-7295CCF9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768D1-39B3-4FD0-BD5E-CB9A6CBC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AD9DF8-9A15-49C8-A970-0FF4272C9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5DB4CE-E055-4A0F-BBDE-36FAC420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8402F4-B3FA-4CA3-8BE6-146B91ED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DE789D-1578-46DB-A1A7-3721AD46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3C18DA-0560-4361-8C5B-C3141C95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936557-AF4D-462D-98E2-72FA0184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AEC200-CE91-49D2-811B-E1D13D86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2B0D6E-E93D-4756-8768-99421F06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531ED5-699F-4A1D-8E9B-13B1975E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9C5EB7-02AE-4A05-AB86-55DDD7A4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071A26-66D0-4D15-A4C8-F67B0756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C67F25-B16F-48DB-A65A-21EA09A8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698E9D-7CB7-413D-A143-3C4E7EA0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E5DACB-55A0-48AF-846B-94A5E9A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68E86C-A6D6-4E1D-B65F-9DF87ED1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9E604C-855F-4620-A3DA-74724C35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6E93D4-FCDC-477F-AB83-14FD22F7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A528B1-FA0C-4D28-AF40-DD0ADF7D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321586-A773-4FA9-9F7B-8FEB6128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B75F66-ABAC-4207-B506-E748B0DF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683876E-EC62-4B27-B1F6-24228C12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FAE1C2-EB9F-42DD-85D3-79231448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97ACED-18E3-44AE-9884-E0D7A254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64BBAF-5CC4-4C76-BD4C-3FAE2704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C6C744-A566-4A35-9347-997064F2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41CA64-3B3B-48F2-96D1-F7F66ABB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50ED18E-EFAB-4863-9A02-CC31554E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62E705-6764-428A-8CC3-1FE0A8E9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0552156-8ECD-436D-AC84-0264FAC5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513452050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C9DD42-C7EF-4CD2-9EF6-5646E946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7A24F-DC6E-47AB-B881-484262D3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86F9F7-93C5-4CB1-90F5-48DEF30C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6A74E-F602-491E-B7A6-ED315660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L4.43: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1D1BC6-E876-4D9A-ACCE-BA672430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B83F27-2A8E-4C0A-B1DE-FF1A0AA4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C3959-8DD6-4857-AF0C-408E1389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E7D0A3-BBD3-46CD-AA4C-49EF59F2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2EAE0-D11F-49A0-A9B3-BC9257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874C84-1050-4976-B02D-8BE4A7C1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E910FB-7EE4-4EA1-9FAA-E17E4C14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CE115B-DE98-45BD-A994-E850C219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4ADC26-25A8-4BB0-838D-47FDB428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EAA740-641A-4551-99CF-6953A5E8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3D6561-2479-4094-81BA-5E04CF08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9747E7-3EBA-45C2-A1AC-300D6C3B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441145-B7A6-41B5-83AF-5D099CEC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9327D0-8B57-44B9-8E72-524C10F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9E9F31-8746-4013-81ED-B9540288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3407BC-6ADB-4A60-B89D-DEA5213A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AE90C5-B03E-4E8F-817D-15ECCE5A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00C2EE-B0EA-47C2-9327-10A34A0F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40FA59-FD60-4420-995C-3EC0499E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4073D5-F428-4A1F-AA92-5036335D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BF6101-90C2-4B1E-B40C-39864CFB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35051F-8EE6-4D3E-B961-BA0C90C5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62B9C-12A0-42C0-843C-82E920C0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DFA910-E860-4841-BE1E-4A2F5B0A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4E8FF4-14B9-4C2D-9B9F-DD87E4D13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04B067-701B-4B67-8D89-1B84F591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CF7B10-097B-4D06-BB76-9E9AC09D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BA2495-C974-4CA6-981B-0C4DDD80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2914D9-EAB9-4C00-9383-42252EDD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8D187E-EE7A-4BF0-8158-D58FDC10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F5EE56-DE7F-40DC-8765-DFCD8E05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7290BE-D52A-4677-B12F-D4B92985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53196F-F6BB-4EE4-B6BE-5A9217EC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E86C2A-2ECC-448C-BF0C-D1D6B8A5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55AFE8-6C91-47A1-AD9D-4F17AA96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00039B-39F3-4741-BC33-C48F115D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9DF8F2-A54A-47B9-B5BE-2F412AB3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1E41F73-D0AE-4288-B92C-3664CA8A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9AB575-A7E3-4899-ACC9-A9A4D500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CFC854-247F-41AE-828E-873F7067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ED9107-E5C5-4217-87DF-21CAA399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9532298-40F7-4D4F-B204-741B7528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199335476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B14608-A343-49F0-89B6-F7E353B5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3CF8C-F075-4F22-9ABB-E369B960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4C087-B414-4F91-BD0C-7F23B408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3273CC-471E-4DF0-9ACB-7968A482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L4.44: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77E824-E9BA-4D49-80E8-ABFB882E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39E5B-A7C9-46CD-8F37-CBFE5635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CD7B9-D039-4242-B03E-BACE3C10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B56D4-C411-4F93-B84A-884C6F0E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41FFD9-DD83-4F68-939F-E00B7D36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A897A-5675-4147-A46C-7281F7A6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DCBA7-927E-4547-906F-64A6FCB1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BF02B-FAA4-486C-A1ED-DBB96368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67BE4-96B3-42E6-A73C-C1C80BC7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C262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6443A-B87A-43EA-A770-92A8C658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944561-5C64-4A6E-87CD-B2E90D69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6D5CA7-B543-404F-9C40-CBD262EC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67062-177B-4CF9-BE03-A2B784A4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54D868-BEC6-492B-AADD-C2A635D8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A5C03-AF4B-45C2-827D-852CA220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CC6890-093B-40B3-AE3A-2E35EFF8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8C1C63-3360-4100-AED3-E3D4E669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95CA2A-6646-4099-B612-644BD449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DE9FDC-5524-47B7-84C1-8651FE18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FA13A5-6CB1-40EC-ADB8-9E970E03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3932F6-6731-4280-9761-B2B2313B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BD8AC1-044A-4537-AA72-A2D81729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720DA7-DC91-4FA7-927E-7DDC5AB5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A45A33-98F9-4AE0-AA86-13123280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D83FDC-A091-4418-B8CD-652DFC3D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D49379-C2B9-40DF-87BA-5357EC7C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3295E8-A6F6-4A34-96A4-907EAAE8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FBE65F-D9DD-45B9-9220-C04722C2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A76B4F-A565-40C3-A2EC-239ECDCA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897332-C499-4842-9E99-427BC784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88938D-B6F4-4B01-8672-CC4C722B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4C615E-030D-4F53-BEBD-3236DDFB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C82E5A-2F71-4C07-B3EF-0EDA4209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104626-1188-4C9B-8A1A-C8CEB495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6E704A-44FC-4ABC-A3C7-D07F00C5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DA1D47-F4B1-4EA9-BEEF-D9AEB9FB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954CCA-FEC9-4C3C-9B75-EC11E405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AC2279-D301-49C7-8FF9-952B7FFE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FDA015-5073-46AB-A5FC-C65F44B3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E730CC-EFD8-4963-9FF4-8C8C571B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2F17D73-9980-43F8-A9D8-049FA99F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01CF37F-A7F5-4517-80A1-1CF15E58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697927529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389005-E6A8-44E2-A97F-DA3B617A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823F6-498D-401D-B875-67A08CE2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16F4C7-1A41-47C3-9EC7-27683681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 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705DF4-EFA9-4798-BC60-F551F8AA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33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0D757-4A6C-45F9-86AE-8623D90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289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future of stellarators is coupled, differentiable, and reproducible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D1368-0677-4048-B940-AC7FB5C9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B3AB2-5B3A-4557-9412-136D90E0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repo is the contract between lecture and computation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042FD8-C508-4FCE-A6BF-80466F89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773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F7DFC9-7AE2-4ECD-96D7-A6DEE66F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722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F3E522-2351-4A02-B5A6-708EF751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055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45/45</a:t>
            </a:r>
          </a:p>
        </p:txBody>
      </p:sp>
    </p:spTree>
    <p:extLst>
      <p:ext uri="{BB962C8B-B14F-4D97-AF65-F5344CB8AC3E}">
        <p14:creationId xmlns:p14="http://schemas.microsoft.com/office/powerpoint/2010/main" val="723724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2026-05-23T12:46:41.5890000Z</dcterms:created>
  <dcterms:modified xsi:type="dcterms:W3CDTF">2026-05-23T12:46:41.5890000Z</dcterms:modified>
</coreProperties>
</file>