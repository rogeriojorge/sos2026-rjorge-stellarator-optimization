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c9bd1787684ed7" /><Relationship Type="http://schemas.openxmlformats.org/officeDocument/2006/relationships/extended-properties" Target="/docProps/app.xml" Id="Rb8c1386a2b7a411f" /><Relationship Type="http://schemas.openxmlformats.org/officeDocument/2006/relationships/officeDocument" Target="/ppt/presentation.xml" Id="Rfa8051817d1742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552ce5bb4e4776"/>
  </p:sldMasterIdLst>
  <p:notesMasterIdLst>
    <p:notesMasterId xmlns:r="http://schemas.openxmlformats.org/officeDocument/2006/relationships" r:id="Ra420b8023b09474d"/>
  </p:notesMasterIdLst>
  <p:sldIdLst>
    <p:sldId xmlns:r="http://schemas.openxmlformats.org/officeDocument/2006/relationships" id="256" r:id="R49636129137b4602"/>
    <p:sldId xmlns:r="http://schemas.openxmlformats.org/officeDocument/2006/relationships" id="257" r:id="Rc3a3addb9d7d4e45"/>
    <p:sldId xmlns:r="http://schemas.openxmlformats.org/officeDocument/2006/relationships" id="258" r:id="Red9c7987ed534451"/>
    <p:sldId xmlns:r="http://schemas.openxmlformats.org/officeDocument/2006/relationships" id="259" r:id="Rf3fc994eb8b242ed"/>
    <p:sldId xmlns:r="http://schemas.openxmlformats.org/officeDocument/2006/relationships" id="260" r:id="R6fac47a08ebc4428"/>
    <p:sldId xmlns:r="http://schemas.openxmlformats.org/officeDocument/2006/relationships" id="261" r:id="R592a1adbbce54e1f"/>
    <p:sldId xmlns:r="http://schemas.openxmlformats.org/officeDocument/2006/relationships" id="262" r:id="R83e108dfdaa446ba"/>
    <p:sldId xmlns:r="http://schemas.openxmlformats.org/officeDocument/2006/relationships" id="263" r:id="R4daadcae5cb14341"/>
    <p:sldId xmlns:r="http://schemas.openxmlformats.org/officeDocument/2006/relationships" id="264" r:id="Rc61838ba482f4d6a"/>
    <p:sldId xmlns:r="http://schemas.openxmlformats.org/officeDocument/2006/relationships" id="265" r:id="Rd5a639b08fce4241"/>
    <p:sldId xmlns:r="http://schemas.openxmlformats.org/officeDocument/2006/relationships" id="266" r:id="R9c8530473ec940c5"/>
    <p:sldId xmlns:r="http://schemas.openxmlformats.org/officeDocument/2006/relationships" id="267" r:id="R8ddb021d36a94c18"/>
    <p:sldId xmlns:r="http://schemas.openxmlformats.org/officeDocument/2006/relationships" id="268" r:id="R01293c7419da4515"/>
    <p:sldId xmlns:r="http://schemas.openxmlformats.org/officeDocument/2006/relationships" id="269" r:id="R49fa3c61ec6949b4"/>
    <p:sldId xmlns:r="http://schemas.openxmlformats.org/officeDocument/2006/relationships" id="270" r:id="Rcedfff6700064a47"/>
    <p:sldId xmlns:r="http://schemas.openxmlformats.org/officeDocument/2006/relationships" id="271" r:id="R2af2b03427e347f6"/>
    <p:sldId xmlns:r="http://schemas.openxmlformats.org/officeDocument/2006/relationships" id="272" r:id="R158f630164f84827"/>
    <p:sldId xmlns:r="http://schemas.openxmlformats.org/officeDocument/2006/relationships" id="273" r:id="R423edc9f1ba84d10"/>
    <p:sldId xmlns:r="http://schemas.openxmlformats.org/officeDocument/2006/relationships" id="274" r:id="R969d311abd0940d8"/>
    <p:sldId xmlns:r="http://schemas.openxmlformats.org/officeDocument/2006/relationships" id="275" r:id="Rb502e895b33848ff"/>
    <p:sldId xmlns:r="http://schemas.openxmlformats.org/officeDocument/2006/relationships" id="276" r:id="Rbf0a300939584707"/>
    <p:sldId xmlns:r="http://schemas.openxmlformats.org/officeDocument/2006/relationships" id="277" r:id="R0588540f73a7406a"/>
    <p:sldId xmlns:r="http://schemas.openxmlformats.org/officeDocument/2006/relationships" id="278" r:id="Rc733ae24869140a8"/>
    <p:sldId xmlns:r="http://schemas.openxmlformats.org/officeDocument/2006/relationships" id="279" r:id="R7e68708f60124fe2"/>
    <p:sldId xmlns:r="http://schemas.openxmlformats.org/officeDocument/2006/relationships" id="280" r:id="R9769acff1ebe4366"/>
    <p:sldId xmlns:r="http://schemas.openxmlformats.org/officeDocument/2006/relationships" id="281" r:id="Rfa4393794214495f"/>
    <p:sldId xmlns:r="http://schemas.openxmlformats.org/officeDocument/2006/relationships" id="282" r:id="Re557ade5f8b842b6"/>
    <p:sldId xmlns:r="http://schemas.openxmlformats.org/officeDocument/2006/relationships" id="283" r:id="Rfe5a911049454af7"/>
    <p:sldId xmlns:r="http://schemas.openxmlformats.org/officeDocument/2006/relationships" id="284" r:id="R1e1b76d7ea1947a2"/>
    <p:sldId xmlns:r="http://schemas.openxmlformats.org/officeDocument/2006/relationships" id="285" r:id="Rcb374df030794b2e"/>
    <p:sldId xmlns:r="http://schemas.openxmlformats.org/officeDocument/2006/relationships" id="286" r:id="R2bd070ed9bb44e7b"/>
    <p:sldId xmlns:r="http://schemas.openxmlformats.org/officeDocument/2006/relationships" id="287" r:id="R57a3ff477f034057"/>
    <p:sldId xmlns:r="http://schemas.openxmlformats.org/officeDocument/2006/relationships" id="288" r:id="R90e859259ea748da"/>
    <p:sldId xmlns:r="http://schemas.openxmlformats.org/officeDocument/2006/relationships" id="289" r:id="R621667bbffc84d44"/>
    <p:sldId xmlns:r="http://schemas.openxmlformats.org/officeDocument/2006/relationships" id="290" r:id="Rb30ea8fbeacd4b10"/>
    <p:sldId xmlns:r="http://schemas.openxmlformats.org/officeDocument/2006/relationships" id="291" r:id="R2acfccff1a284d44"/>
    <p:sldId xmlns:r="http://schemas.openxmlformats.org/officeDocument/2006/relationships" id="292" r:id="R4af2078d1f2f4a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552ce5bb4e4776" /><Relationship Type="http://schemas.openxmlformats.org/officeDocument/2006/relationships/theme" Target="/ppt/theme/theme1.xml" Id="Rce23f0a7bcb3404a" /><Relationship Type="http://schemas.openxmlformats.org/officeDocument/2006/relationships/notesMaster" Target="/ppt/notesMasters/notesMaster1.xml" Id="Ra420b8023b09474d" /><Relationship Type="http://schemas.openxmlformats.org/officeDocument/2006/relationships/presProps" Target="/ppt/presProps.xml" Id="R4f25fd4d6689417d" /><Relationship Type="http://schemas.openxmlformats.org/officeDocument/2006/relationships/viewProps" Target="/ppt/viewProps.xml" Id="R5491ad5fa9a949db" /><Relationship Type="http://schemas.openxmlformats.org/officeDocument/2006/relationships/tableStyles" Target="/ppt/tableStyles.xml" Id="Rc89e90bbbdb14689" /><Relationship Type="http://schemas.openxmlformats.org/officeDocument/2006/relationships/slide" Target="/ppt/slides/slide1.xml" Id="R49636129137b4602" /><Relationship Type="http://schemas.openxmlformats.org/officeDocument/2006/relationships/slide" Target="/ppt/slides/slide2.xml" Id="Rc3a3addb9d7d4e45" /><Relationship Type="http://schemas.openxmlformats.org/officeDocument/2006/relationships/slide" Target="/ppt/slides/slide3.xml" Id="Red9c7987ed534451" /><Relationship Type="http://schemas.openxmlformats.org/officeDocument/2006/relationships/slide" Target="/ppt/slides/slide4.xml" Id="Rf3fc994eb8b242ed" /><Relationship Type="http://schemas.openxmlformats.org/officeDocument/2006/relationships/slide" Target="/ppt/slides/slide5.xml" Id="R6fac47a08ebc4428" /><Relationship Type="http://schemas.openxmlformats.org/officeDocument/2006/relationships/slide" Target="/ppt/slides/slide6.xml" Id="R592a1adbbce54e1f" /><Relationship Type="http://schemas.openxmlformats.org/officeDocument/2006/relationships/slide" Target="/ppt/slides/slide7.xml" Id="R83e108dfdaa446ba" /><Relationship Type="http://schemas.openxmlformats.org/officeDocument/2006/relationships/slide" Target="/ppt/slides/slide8.xml" Id="R4daadcae5cb14341" /><Relationship Type="http://schemas.openxmlformats.org/officeDocument/2006/relationships/slide" Target="/ppt/slides/slide9.xml" Id="Rc61838ba482f4d6a" /><Relationship Type="http://schemas.openxmlformats.org/officeDocument/2006/relationships/slide" Target="/ppt/slides/slide10.xml" Id="Rd5a639b08fce4241" /><Relationship Type="http://schemas.openxmlformats.org/officeDocument/2006/relationships/slide" Target="/ppt/slides/slide11.xml" Id="R9c8530473ec940c5" /><Relationship Type="http://schemas.openxmlformats.org/officeDocument/2006/relationships/slide" Target="/ppt/slides/slide12.xml" Id="R8ddb021d36a94c18" /><Relationship Type="http://schemas.openxmlformats.org/officeDocument/2006/relationships/slide" Target="/ppt/slides/slide13.xml" Id="R01293c7419da4515" /><Relationship Type="http://schemas.openxmlformats.org/officeDocument/2006/relationships/slide" Target="/ppt/slides/slide14.xml" Id="R49fa3c61ec6949b4" /><Relationship Type="http://schemas.openxmlformats.org/officeDocument/2006/relationships/slide" Target="/ppt/slides/slide15.xml" Id="Rcedfff6700064a47" /><Relationship Type="http://schemas.openxmlformats.org/officeDocument/2006/relationships/slide" Target="/ppt/slides/slide16.xml" Id="R2af2b03427e347f6" /><Relationship Type="http://schemas.openxmlformats.org/officeDocument/2006/relationships/slide" Target="/ppt/slides/slide17.xml" Id="R158f630164f84827" /><Relationship Type="http://schemas.openxmlformats.org/officeDocument/2006/relationships/slide" Target="/ppt/slides/slide18.xml" Id="R423edc9f1ba84d10" /><Relationship Type="http://schemas.openxmlformats.org/officeDocument/2006/relationships/slide" Target="/ppt/slides/slide19.xml" Id="R969d311abd0940d8" /><Relationship Type="http://schemas.openxmlformats.org/officeDocument/2006/relationships/slide" Target="/ppt/slides/slide20.xml" Id="Rb502e895b33848ff" /><Relationship Type="http://schemas.openxmlformats.org/officeDocument/2006/relationships/slide" Target="/ppt/slides/slide21.xml" Id="Rbf0a300939584707" /><Relationship Type="http://schemas.openxmlformats.org/officeDocument/2006/relationships/slide" Target="/ppt/slides/slide22.xml" Id="R0588540f73a7406a" /><Relationship Type="http://schemas.openxmlformats.org/officeDocument/2006/relationships/slide" Target="/ppt/slides/slide23.xml" Id="Rc733ae24869140a8" /><Relationship Type="http://schemas.openxmlformats.org/officeDocument/2006/relationships/slide" Target="/ppt/slides/slide24.xml" Id="R7e68708f60124fe2" /><Relationship Type="http://schemas.openxmlformats.org/officeDocument/2006/relationships/slide" Target="/ppt/slides/slide25.xml" Id="R9769acff1ebe4366" /><Relationship Type="http://schemas.openxmlformats.org/officeDocument/2006/relationships/slide" Target="/ppt/slides/slide26.xml" Id="Rfa4393794214495f" /><Relationship Type="http://schemas.openxmlformats.org/officeDocument/2006/relationships/slide" Target="/ppt/slides/slide27.xml" Id="Re557ade5f8b842b6" /><Relationship Type="http://schemas.openxmlformats.org/officeDocument/2006/relationships/slide" Target="/ppt/slides/slide28.xml" Id="Rfe5a911049454af7" /><Relationship Type="http://schemas.openxmlformats.org/officeDocument/2006/relationships/slide" Target="/ppt/slides/slide29.xml" Id="R1e1b76d7ea1947a2" /><Relationship Type="http://schemas.openxmlformats.org/officeDocument/2006/relationships/slide" Target="/ppt/slides/slide30.xml" Id="Rcb374df030794b2e" /><Relationship Type="http://schemas.openxmlformats.org/officeDocument/2006/relationships/slide" Target="/ppt/slides/slide31.xml" Id="R2bd070ed9bb44e7b" /><Relationship Type="http://schemas.openxmlformats.org/officeDocument/2006/relationships/slide" Target="/ppt/slides/slide32.xml" Id="R57a3ff477f034057" /><Relationship Type="http://schemas.openxmlformats.org/officeDocument/2006/relationships/slide" Target="/ppt/slides/slide33.xml" Id="R90e859259ea748da" /><Relationship Type="http://schemas.openxmlformats.org/officeDocument/2006/relationships/slide" Target="/ppt/slides/slide34.xml" Id="R621667bbffc84d44" /><Relationship Type="http://schemas.openxmlformats.org/officeDocument/2006/relationships/slide" Target="/ppt/slides/slide35.xml" Id="Rb30ea8fbeacd4b10" /><Relationship Type="http://schemas.openxmlformats.org/officeDocument/2006/relationships/slide" Target="/ppt/slides/slide36.xml" Id="R2acfccff1a284d44" /><Relationship Type="http://schemas.openxmlformats.org/officeDocument/2006/relationships/slide" Target="/ppt/slides/slide37.xml" Id="R4af2078d1f2f4a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7cf9a358ae845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d3dc619a584b1a" /><Relationship Type="http://schemas.openxmlformats.org/officeDocument/2006/relationships/notesMaster" Target="/ppt/notesMasters/notesMaster1.xml" Id="Re77d9eb671d14b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01693b8e774e8e" /><Relationship Type="http://schemas.openxmlformats.org/officeDocument/2006/relationships/notesMaster" Target="/ppt/notesMasters/notesMaster1.xml" Id="Rd4b4cf6380ea48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8f5d0745364a25" /><Relationship Type="http://schemas.openxmlformats.org/officeDocument/2006/relationships/notesMaster" Target="/ppt/notesMasters/notesMaster1.xml" Id="Ra9fac9d4bdec4f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c273d68c2b4ef4" /><Relationship Type="http://schemas.openxmlformats.org/officeDocument/2006/relationships/notesMaster" Target="/ppt/notesMasters/notesMaster1.xml" Id="R7f2fe149d82d45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2e85dd7d864001" /><Relationship Type="http://schemas.openxmlformats.org/officeDocument/2006/relationships/notesMaster" Target="/ppt/notesMasters/notesMaster1.xml" Id="R8dba861d37a14c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e397f8c17f457f" /><Relationship Type="http://schemas.openxmlformats.org/officeDocument/2006/relationships/notesMaster" Target="/ppt/notesMasters/notesMaster1.xml" Id="R5881d092d8de47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0dfaf56d40444c" /><Relationship Type="http://schemas.openxmlformats.org/officeDocument/2006/relationships/notesMaster" Target="/ppt/notesMasters/notesMaster1.xml" Id="R211658a7781844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ac96adc0dd416a" /><Relationship Type="http://schemas.openxmlformats.org/officeDocument/2006/relationships/notesMaster" Target="/ppt/notesMasters/notesMaster1.xml" Id="R528eda6967b946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d3a70bcf874073" /><Relationship Type="http://schemas.openxmlformats.org/officeDocument/2006/relationships/notesMaster" Target="/ppt/notesMasters/notesMaster1.xml" Id="Rbb8af0fcdeb848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a549bef9224e10" /><Relationship Type="http://schemas.openxmlformats.org/officeDocument/2006/relationships/notesMaster" Target="/ppt/notesMasters/notesMaster1.xml" Id="R798a454e94cd4a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290e53cdfd4205" /><Relationship Type="http://schemas.openxmlformats.org/officeDocument/2006/relationships/notesMaster" Target="/ppt/notesMasters/notesMaster1.xml" Id="R9da691e0cb3645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93a06876fe46a9" /><Relationship Type="http://schemas.openxmlformats.org/officeDocument/2006/relationships/notesMaster" Target="/ppt/notesMasters/notesMaster1.xml" Id="R8fd6300d811e451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fb2658393c416f" /><Relationship Type="http://schemas.openxmlformats.org/officeDocument/2006/relationships/notesMaster" Target="/ppt/notesMasters/notesMaster1.xml" Id="Ra24aa27c47d241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9f311da78a54b26" /><Relationship Type="http://schemas.openxmlformats.org/officeDocument/2006/relationships/notesMaster" Target="/ppt/notesMasters/notesMaster1.xml" Id="R5fd2371646dd4f2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09ad5ec7e847c3" /><Relationship Type="http://schemas.openxmlformats.org/officeDocument/2006/relationships/notesMaster" Target="/ppt/notesMasters/notesMaster1.xml" Id="R58fc88ea847942d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e2cbb43e93e471b" /><Relationship Type="http://schemas.openxmlformats.org/officeDocument/2006/relationships/notesMaster" Target="/ppt/notesMasters/notesMaster1.xml" Id="Rab2e6f702d0a43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f251c256334aad" /><Relationship Type="http://schemas.openxmlformats.org/officeDocument/2006/relationships/notesMaster" Target="/ppt/notesMasters/notesMaster1.xml" Id="Re879a041e3524f8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af365aeb58c4922" /><Relationship Type="http://schemas.openxmlformats.org/officeDocument/2006/relationships/notesMaster" Target="/ppt/notesMasters/notesMaster1.xml" Id="R93babc6ae2d146b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af46771228c4a41" /><Relationship Type="http://schemas.openxmlformats.org/officeDocument/2006/relationships/notesMaster" Target="/ppt/notesMasters/notesMaster1.xml" Id="Ra19b4206a6c849a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c088d55feff4602" /><Relationship Type="http://schemas.openxmlformats.org/officeDocument/2006/relationships/notesMaster" Target="/ppt/notesMasters/notesMaster1.xml" Id="Rb0a833234066480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356ef60b1864cca" /><Relationship Type="http://schemas.openxmlformats.org/officeDocument/2006/relationships/notesMaster" Target="/ppt/notesMasters/notesMaster1.xml" Id="R8d7db721d4444ec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19dbaf63d04131" /><Relationship Type="http://schemas.openxmlformats.org/officeDocument/2006/relationships/notesMaster" Target="/ppt/notesMasters/notesMaster1.xml" Id="R69b5c3fbb7d6481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420f38f1b144fe2" /><Relationship Type="http://schemas.openxmlformats.org/officeDocument/2006/relationships/notesMaster" Target="/ppt/notesMasters/notesMaster1.xml" Id="R0412bd1e2e2d47f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9b7ae1c505b4c85" /><Relationship Type="http://schemas.openxmlformats.org/officeDocument/2006/relationships/notesMaster" Target="/ppt/notesMasters/notesMaster1.xml" Id="R0557bf62cd134a9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bfdc2a3df334040" /><Relationship Type="http://schemas.openxmlformats.org/officeDocument/2006/relationships/notesMaster" Target="/ppt/notesMasters/notesMaster1.xml" Id="R1a381279e770425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da89456dcc444cb" /><Relationship Type="http://schemas.openxmlformats.org/officeDocument/2006/relationships/notesMaster" Target="/ppt/notesMasters/notesMaster1.xml" Id="R0c31176e2ec94f8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5f2910959e742a3" /><Relationship Type="http://schemas.openxmlformats.org/officeDocument/2006/relationships/notesMaster" Target="/ppt/notesMasters/notesMaster1.xml" Id="Rdfa0b2779a4540a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92a43c502aa40b6" /><Relationship Type="http://schemas.openxmlformats.org/officeDocument/2006/relationships/notesMaster" Target="/ppt/notesMasters/notesMaster1.xml" Id="Rc4ddf6a056c7441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f23ce0734d14e22" /><Relationship Type="http://schemas.openxmlformats.org/officeDocument/2006/relationships/notesMaster" Target="/ppt/notesMasters/notesMaster1.xml" Id="R16ba77fbb8dc4ee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65f58a3a4f34f83" /><Relationship Type="http://schemas.openxmlformats.org/officeDocument/2006/relationships/notesMaster" Target="/ppt/notesMasters/notesMaster1.xml" Id="R39d19b1e0f164fe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1e43a9fc6634b03" /><Relationship Type="http://schemas.openxmlformats.org/officeDocument/2006/relationships/notesMaster" Target="/ppt/notesMasters/notesMaster1.xml" Id="Rf456dc097d7e4d3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a32f152423b4228" /><Relationship Type="http://schemas.openxmlformats.org/officeDocument/2006/relationships/notesMaster" Target="/ppt/notesMasters/notesMaster1.xml" Id="R6f801eff06bc47c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c5a0b292a2f4a78" /><Relationship Type="http://schemas.openxmlformats.org/officeDocument/2006/relationships/notesMaster" Target="/ppt/notesMasters/notesMaster1.xml" Id="R0d2d11c810a546b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4b2dcc38b1a4ba6" /><Relationship Type="http://schemas.openxmlformats.org/officeDocument/2006/relationships/notesMaster" Target="/ppt/notesMasters/notesMaster1.xml" Id="R8a64f6a02fe04aa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2c5a5bdf1a74072" /><Relationship Type="http://schemas.openxmlformats.org/officeDocument/2006/relationships/notesMaster" Target="/ppt/notesMasters/notesMaster1.xml" Id="R4345d6d067684f1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89601be18934117" /><Relationship Type="http://schemas.openxmlformats.org/officeDocument/2006/relationships/notesMaster" Target="/ppt/notesMasters/notesMaster1.xml" Id="Rf4137bbe3109490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d081727508844b8" /><Relationship Type="http://schemas.openxmlformats.org/officeDocument/2006/relationships/notesMaster" Target="/ppt/notesMasters/notesMaster1.xml" Id="Rb8e44bd7ff734e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c6e3f938ff462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bf0fb97c8fe40f0" /><Relationship Type="http://schemas.openxmlformats.org/officeDocument/2006/relationships/slideLayout" Target="/ppt/slideLayouts/slideLayout2.xml" Id="Rae77fbcff7ca40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77fbcff7ca40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353d59621c4187" /><Relationship Type="http://schemas.openxmlformats.org/officeDocument/2006/relationships/image" Target="/ppt/media/image.png" Id="R6942c3b2396e44b3" /><Relationship Type="http://schemas.openxmlformats.org/officeDocument/2006/relationships/image" Target="/ppt/media/image2.png" Id="Rf2f1bc3e800244bc" /><Relationship Type="http://schemas.openxmlformats.org/officeDocument/2006/relationships/notesSlide" Target="/ppt/notesSlides/notesSlide1.xml" Id="Rc681f3f83d664c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4ea0b0d56e43af" /><Relationship Type="http://schemas.openxmlformats.org/officeDocument/2006/relationships/image" Target="/ppt/media/image3.png" Id="R30de4444c05d4251" /><Relationship Type="http://schemas.openxmlformats.org/officeDocument/2006/relationships/notesSlide" Target="/ppt/notesSlides/notesSlide2.xml" Id="R708ac02c11f24f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0fa65c738d4d08" /><Relationship Type="http://schemas.openxmlformats.org/officeDocument/2006/relationships/image" Target="/ppt/media/image4.png" Id="Rb6ece8ca79234ba0" /><Relationship Type="http://schemas.openxmlformats.org/officeDocument/2006/relationships/notesSlide" Target="/ppt/notesSlides/notesSlide3.xml" Id="Rdddb61feae0c46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bee68eb45646b2" /><Relationship Type="http://schemas.openxmlformats.org/officeDocument/2006/relationships/image" Target="/ppt/media/image5.png" Id="Rc30849baee5042a9" /><Relationship Type="http://schemas.openxmlformats.org/officeDocument/2006/relationships/notesSlide" Target="/ppt/notesSlides/notesSlide4.xml" Id="R15e8de1a9a0f48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490a6f74454b2d" /><Relationship Type="http://schemas.openxmlformats.org/officeDocument/2006/relationships/image" Target="/ppt/media/image6.png" Id="R2f9e822cdd764fb5" /><Relationship Type="http://schemas.openxmlformats.org/officeDocument/2006/relationships/notesSlide" Target="/ppt/notesSlides/notesSlide5.xml" Id="R6b787e026d8242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eb222628dd4739" /><Relationship Type="http://schemas.openxmlformats.org/officeDocument/2006/relationships/image" Target="/ppt/media/image7.png" Id="Rc46fd12bb4eb40c4" /><Relationship Type="http://schemas.openxmlformats.org/officeDocument/2006/relationships/notesSlide" Target="/ppt/notesSlides/notesSlide6.xml" Id="Rd5bf427ebe684a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f804424e6e47e9" /><Relationship Type="http://schemas.openxmlformats.org/officeDocument/2006/relationships/image" Target="/ppt/media/image8.png" Id="R8648a69213604019" /><Relationship Type="http://schemas.openxmlformats.org/officeDocument/2006/relationships/image" Target="/ppt/media/image9.png" Id="R4a059376c62d499c" /><Relationship Type="http://schemas.openxmlformats.org/officeDocument/2006/relationships/notesSlide" Target="/ppt/notesSlides/notesSlide7.xml" Id="R21771220c43b44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2cc95f60c44478" /><Relationship Type="http://schemas.openxmlformats.org/officeDocument/2006/relationships/image" Target="/ppt/media/image10.png" Id="R80712a0a6341450c" /><Relationship Type="http://schemas.openxmlformats.org/officeDocument/2006/relationships/image" Target="/ppt/media/image11.png" Id="R0953e28af1444b81" /><Relationship Type="http://schemas.openxmlformats.org/officeDocument/2006/relationships/notesSlide" Target="/ppt/notesSlides/notesSlide8.xml" Id="R32c1f462d7474b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c674507453495e" /><Relationship Type="http://schemas.openxmlformats.org/officeDocument/2006/relationships/image" Target="/ppt/media/image12.png" Id="Rad33145c6ac44791" /><Relationship Type="http://schemas.openxmlformats.org/officeDocument/2006/relationships/notesSlide" Target="/ppt/notesSlides/notesSlide9.xml" Id="R0af571b500104e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2d3c98bab34077" /><Relationship Type="http://schemas.openxmlformats.org/officeDocument/2006/relationships/image" Target="/ppt/media/image13.png" Id="R5625b218ab5c4da3" /><Relationship Type="http://schemas.openxmlformats.org/officeDocument/2006/relationships/image" Target="/ppt/media/image14.png" Id="R6cffd971d09647db" /><Relationship Type="http://schemas.openxmlformats.org/officeDocument/2006/relationships/notesSlide" Target="/ppt/notesSlides/notesSlide10.xml" Id="R828a1992926349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f4755c673b48ab" /><Relationship Type="http://schemas.openxmlformats.org/officeDocument/2006/relationships/image" Target="/ppt/media/image15.png" Id="Rb86a056f474546a7" /><Relationship Type="http://schemas.openxmlformats.org/officeDocument/2006/relationships/image" Target="/ppt/media/image16.png" Id="Rb1d330f5f6934172" /><Relationship Type="http://schemas.openxmlformats.org/officeDocument/2006/relationships/notesSlide" Target="/ppt/notesSlides/notesSlide11.xml" Id="R6caa2c5d624649c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3d915f002c41b1" /><Relationship Type="http://schemas.openxmlformats.org/officeDocument/2006/relationships/image" Target="/ppt/media/image17.png" Id="Rb7eb2fa248df4e91" /><Relationship Type="http://schemas.openxmlformats.org/officeDocument/2006/relationships/notesSlide" Target="/ppt/notesSlides/notesSlide12.xml" Id="R0cccd4301af943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2d6818b35b4e55" /><Relationship Type="http://schemas.openxmlformats.org/officeDocument/2006/relationships/image" Target="/ppt/media/image18.png" Id="Rb8908a0256f142c6" /><Relationship Type="http://schemas.openxmlformats.org/officeDocument/2006/relationships/notesSlide" Target="/ppt/notesSlides/notesSlide13.xml" Id="Ra6edbbba48194e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b36b68338b46c0" /><Relationship Type="http://schemas.openxmlformats.org/officeDocument/2006/relationships/image" Target="/ppt/media/image19.png" Id="R3153227674cb48ab" /><Relationship Type="http://schemas.openxmlformats.org/officeDocument/2006/relationships/image" Target="/ppt/media/image20.png" Id="R3ec8e8d8a9d94110" /><Relationship Type="http://schemas.openxmlformats.org/officeDocument/2006/relationships/notesSlide" Target="/ppt/notesSlides/notesSlide14.xml" Id="R67b393a2621e4ed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adfe35a3d048d5" /><Relationship Type="http://schemas.openxmlformats.org/officeDocument/2006/relationships/image" Target="/ppt/media/image21.png" Id="Rf36cda03d1834b76" /><Relationship Type="http://schemas.openxmlformats.org/officeDocument/2006/relationships/notesSlide" Target="/ppt/notesSlides/notesSlide15.xml" Id="R6cf867a482fe41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2199fba55e42d8" /><Relationship Type="http://schemas.openxmlformats.org/officeDocument/2006/relationships/image" Target="/ppt/media/image22.png" Id="Rdb6dde8d4509415d" /><Relationship Type="http://schemas.openxmlformats.org/officeDocument/2006/relationships/image" Target="/ppt/media/image23.png" Id="R74a653de31f04c21" /><Relationship Type="http://schemas.openxmlformats.org/officeDocument/2006/relationships/notesSlide" Target="/ppt/notesSlides/notesSlide16.xml" Id="R7f92294d1e354c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e9f06121b144c2" /><Relationship Type="http://schemas.openxmlformats.org/officeDocument/2006/relationships/image" Target="/ppt/media/image24.png" Id="R0d17ceacaff44aca" /><Relationship Type="http://schemas.openxmlformats.org/officeDocument/2006/relationships/image" Target="/ppt/media/image25.png" Id="R276e4776b700456d" /><Relationship Type="http://schemas.openxmlformats.org/officeDocument/2006/relationships/notesSlide" Target="/ppt/notesSlides/notesSlide17.xml" Id="R54cf54585a94499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b75ea836554856" /><Relationship Type="http://schemas.openxmlformats.org/officeDocument/2006/relationships/image" Target="/ppt/media/image26.png" Id="R732ea4b5a80b414c" /><Relationship Type="http://schemas.openxmlformats.org/officeDocument/2006/relationships/image" Target="/ppt/media/image27.png" Id="R3789009ca69c4222" /><Relationship Type="http://schemas.openxmlformats.org/officeDocument/2006/relationships/notesSlide" Target="/ppt/notesSlides/notesSlide18.xml" Id="R7cfe7f065f2e447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a3dfaffad94ddd" /><Relationship Type="http://schemas.openxmlformats.org/officeDocument/2006/relationships/image" Target="/ppt/media/image28.png" Id="Ra515a09704654f95" /><Relationship Type="http://schemas.openxmlformats.org/officeDocument/2006/relationships/notesSlide" Target="/ppt/notesSlides/notesSlide19.xml" Id="R978c762bce324c8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a28bd6295c46ab" /><Relationship Type="http://schemas.openxmlformats.org/officeDocument/2006/relationships/image" Target="/ppt/media/image29.png" Id="R13c639bc61a34386" /><Relationship Type="http://schemas.openxmlformats.org/officeDocument/2006/relationships/image" Target="/ppt/media/image30.png" Id="R9510185318e74932" /><Relationship Type="http://schemas.openxmlformats.org/officeDocument/2006/relationships/notesSlide" Target="/ppt/notesSlides/notesSlide20.xml" Id="R4c8732bd7ff4466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f80062ca60449d" /><Relationship Type="http://schemas.openxmlformats.org/officeDocument/2006/relationships/image" Target="/ppt/media/image31.png" Id="R06ef4db5baa54688" /><Relationship Type="http://schemas.openxmlformats.org/officeDocument/2006/relationships/image" Target="/ppt/media/image32.png" Id="R547c7fdda1a4452e" /><Relationship Type="http://schemas.openxmlformats.org/officeDocument/2006/relationships/notesSlide" Target="/ppt/notesSlides/notesSlide21.xml" Id="Ra46b14f0ca37493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cc3cacff9344db" /><Relationship Type="http://schemas.openxmlformats.org/officeDocument/2006/relationships/image" Target="/ppt/media/image33.png" Id="R3d8dde5fdd6d4b30" /><Relationship Type="http://schemas.openxmlformats.org/officeDocument/2006/relationships/image" Target="/ppt/media/image34.png" Id="Raac9ba31e12447ec" /><Relationship Type="http://schemas.openxmlformats.org/officeDocument/2006/relationships/notesSlide" Target="/ppt/notesSlides/notesSlide22.xml" Id="Rd495af4a4fb342b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f985498b2d42cb" /><Relationship Type="http://schemas.openxmlformats.org/officeDocument/2006/relationships/image" Target="/ppt/media/image35.png" Id="R60b47305b4854c09" /><Relationship Type="http://schemas.openxmlformats.org/officeDocument/2006/relationships/notesSlide" Target="/ppt/notesSlides/notesSlide23.xml" Id="R1aff653f2f3f4fd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6a1741706c40de" /><Relationship Type="http://schemas.openxmlformats.org/officeDocument/2006/relationships/image" Target="/ppt/media/image36.png" Id="R05c90abd97344586" /><Relationship Type="http://schemas.openxmlformats.org/officeDocument/2006/relationships/notesSlide" Target="/ppt/notesSlides/notesSlide24.xml" Id="R12b1e824830f481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c7bd36dbb54854" /><Relationship Type="http://schemas.openxmlformats.org/officeDocument/2006/relationships/image" Target="/ppt/media/image37.png" Id="R356241c507da46e8" /><Relationship Type="http://schemas.openxmlformats.org/officeDocument/2006/relationships/notesSlide" Target="/ppt/notesSlides/notesSlide25.xml" Id="R82520796d034417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f321be0c6b4aaf" /><Relationship Type="http://schemas.openxmlformats.org/officeDocument/2006/relationships/image" Target="/ppt/media/image38.png" Id="Re39b82e2fb574187" /><Relationship Type="http://schemas.openxmlformats.org/officeDocument/2006/relationships/notesSlide" Target="/ppt/notesSlides/notesSlide26.xml" Id="R9ca8463acd0e4c8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28e263185542a2" /><Relationship Type="http://schemas.openxmlformats.org/officeDocument/2006/relationships/image" Target="/ppt/media/image39.png" Id="Rd1467b7f736c440b" /><Relationship Type="http://schemas.openxmlformats.org/officeDocument/2006/relationships/notesSlide" Target="/ppt/notesSlides/notesSlide27.xml" Id="Rc0dde5a8dd45404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9a5670463143e4" /><Relationship Type="http://schemas.openxmlformats.org/officeDocument/2006/relationships/image" Target="/ppt/media/image40.png" Id="Ref40ec14fc2f4411" /><Relationship Type="http://schemas.openxmlformats.org/officeDocument/2006/relationships/notesSlide" Target="/ppt/notesSlides/notesSlide28.xml" Id="Rae874dc13c3e41f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ca56bf8a214646" /><Relationship Type="http://schemas.openxmlformats.org/officeDocument/2006/relationships/image" Target="/ppt/media/image41.png" Id="Rf21dd8b4ad974f65" /><Relationship Type="http://schemas.openxmlformats.org/officeDocument/2006/relationships/notesSlide" Target="/ppt/notesSlides/notesSlide29.xml" Id="Red185a8849ff4c6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6d24ddcefb4efe" /><Relationship Type="http://schemas.openxmlformats.org/officeDocument/2006/relationships/image" Target="/ppt/media/image42.png" Id="Rf8d8a77791f94350" /><Relationship Type="http://schemas.openxmlformats.org/officeDocument/2006/relationships/notesSlide" Target="/ppt/notesSlides/notesSlide30.xml" Id="R3908d5072b5b498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c558562e8e47b5" /><Relationship Type="http://schemas.openxmlformats.org/officeDocument/2006/relationships/image" Target="/ppt/media/image43.png" Id="Rff04760b987b4a62" /><Relationship Type="http://schemas.openxmlformats.org/officeDocument/2006/relationships/notesSlide" Target="/ppt/notesSlides/notesSlide31.xml" Id="Rb019598c27b745f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f01e474fd945bd" /><Relationship Type="http://schemas.openxmlformats.org/officeDocument/2006/relationships/image" Target="/ppt/media/image44.png" Id="R7b34ce9f687442a9" /><Relationship Type="http://schemas.openxmlformats.org/officeDocument/2006/relationships/image" Target="/ppt/media/image45.png" Id="Ra58f301248794175" /><Relationship Type="http://schemas.openxmlformats.org/officeDocument/2006/relationships/notesSlide" Target="/ppt/notesSlides/notesSlide32.xml" Id="Rbf0e281aac9f454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3ce12a43b84972" /><Relationship Type="http://schemas.openxmlformats.org/officeDocument/2006/relationships/image" Target="/ppt/media/image46.png" Id="R5eb7384ee7764a7f" /><Relationship Type="http://schemas.openxmlformats.org/officeDocument/2006/relationships/image" Target="/ppt/media/image47.png" Id="R72e3d1cf81604822" /><Relationship Type="http://schemas.openxmlformats.org/officeDocument/2006/relationships/notesSlide" Target="/ppt/notesSlides/notesSlide33.xml" Id="R1bcc9343dd3b496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e4dd1e951c4d8b" /><Relationship Type="http://schemas.openxmlformats.org/officeDocument/2006/relationships/image" Target="/ppt/media/image48.png" Id="Ra03026e79f4446db" /><Relationship Type="http://schemas.openxmlformats.org/officeDocument/2006/relationships/image" Target="/ppt/media/image49.png" Id="R6f9f35bc4c814672" /><Relationship Type="http://schemas.openxmlformats.org/officeDocument/2006/relationships/notesSlide" Target="/ppt/notesSlides/notesSlide34.xml" Id="R113f5b17a7954a9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671c54fddc49b5" /><Relationship Type="http://schemas.openxmlformats.org/officeDocument/2006/relationships/image" Target="/ppt/media/image50.png" Id="Rc2c6bdaf122a4458" /><Relationship Type="http://schemas.openxmlformats.org/officeDocument/2006/relationships/notesSlide" Target="/ppt/notesSlides/notesSlide35.xml" Id="R4115df3b40ba46d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21b98e824d4e00" /><Relationship Type="http://schemas.openxmlformats.org/officeDocument/2006/relationships/image" Target="/ppt/media/image51.png" Id="Ra77f5db762da4842" /><Relationship Type="http://schemas.openxmlformats.org/officeDocument/2006/relationships/notesSlide" Target="/ppt/notesSlides/notesSlide36.xml" Id="R292a1b80476944d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d4ece82d4440f0" /><Relationship Type="http://schemas.openxmlformats.org/officeDocument/2006/relationships/image" Target="/ppt/media/image52.png" Id="R03a1821bdd8c4775" /><Relationship Type="http://schemas.openxmlformats.org/officeDocument/2006/relationships/notesSlide" Target="/ppt/notesSlides/notesSlide37.xml" Id="Rd4a1adcd1d6d4dd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4C4942-226A-4FA2-823E-249E60D8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80C76-4520-4200-8FFD-7B01F6B4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2c3b2396e44b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E635A-9A41-465D-BD71-F1B80E31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Can we build the field that we optimized?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17F2E-FF84-4950-A7A4-93017C21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8AC36-9334-4F97-A762-AF0DB963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2: coils, quadratic flux, and single-stage 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2C92D-7461-4B70-992A-24A912BC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8E652-A9EF-4473-B9E0-25EE6309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plasma boundary is a wish; coils are the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2C357-D879-480C-830F-2164AA66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44068-5123-4759-ADCE-DD4D58EA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3E6C5-7CE6-4BBD-BE24-EB80A69E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1bc3e800244bc"/>
          <a:stretch xmlns:a="http://schemas.openxmlformats.org/drawingml/2006/main"/>
        </p:blipFill>
        <p:spPr>
          <a:xfrm xmlns:a="http://schemas.openxmlformats.org/drawingml/2006/main">
            <a:off x="7791450" y="1257300"/>
            <a:ext cx="2724150" cy="27241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9C7650-70BD-4A47-8102-5EE77314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0E58B3-361D-4B17-AADB-39B8ECAF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ADFC3-B51D-42CE-B489-F7BCE71B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631830-5D20-47E1-878A-1480046E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D1F37F-0AAE-4408-A84A-7681DC62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363D0-845A-4360-A5AC-FB315F09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FFBA4-14FE-4D5A-8B7D-6F5BA944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457664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10B1EA-C42A-41A0-BB16-4B97D1D8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3C66E-6F04-4EF7-A319-12D0A33B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e4444c05d425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95194A-AF07-4482-8BA0-254CD1DB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FE445-A56D-4262-A3C3-FC35952D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B101C-999E-4C2C-BA6C-58ED01CF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The coil inverse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60B35-D60F-452B-AD8C-E0C8DC07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1F136-9B42-499C-BEBF-1A26F983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C9CC3E-936C-46E5-9858-CAB3A341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1 gives a target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75624-3268-48E8-8EB4-D067AFED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ABBFB5-739E-4CC3-B489-B315E826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2 asks hardware to reproduce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1A476-FC46-40C2-B031-10638784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78FA1-FAE5-46A4-BC2A-9F7201D8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354444-D5D7-4A58-9EAD-4B7A32DC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6EA9D7-AD15-4ABD-A5B6-CF682493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202D93-00DB-49E9-986D-D540E249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78280439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A68217-84C7-4AB4-8881-A78B0486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DB377-9D99-411E-B945-96C2FC38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ce8ca79234ba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61041-6BB1-4834-80A1-562352DB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Never show a beautiful plasma without its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31D14-73B4-46D7-9996-15B56639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DD859E-CE09-449C-B570-BCB12BB4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A5B3E-0C7C-48AB-A49E-A3AA99ED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engineering contract starts at B dot 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19ED5-4134-4906-9485-E423419C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C8827-134A-48FD-AFC3-2BB327E7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8C40E-80BC-4DF8-A425-132B07D3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5C814D-2D0A-4947-8B9D-63CADD3B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B5355D-6398-4D7A-A961-FA0B9D5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11001205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AC94C5-F920-4454-BA0E-675AC251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40C2A-4DD6-44A6-B8E6-D6331007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849baee5042a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07030-DEB9-4533-9635-FCDDD8AC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Stage 1, stage 2, single stage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31A91-EAA8-4AA6-99FD-64E41A6F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A4E79-D5A1-4BE6-837E-745642D6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38197-D648-460D-B8CC-641EA71D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839B6-927F-4A02-AB98-7DD0E45A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B8373-38DC-4101-AF37-5EF70E44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9F5CF-F408-44FC-B4CB-F8FEEE0E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6E81A-B5F9-4CBB-9C7E-1167FCB3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64684-49A9-43AD-B0F9-841C1D59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Stage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530F23-3AFA-49F6-896D-0F97C90D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optimize the plasma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E28CD6-595C-4A85-98EF-35EDEAA2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0446D-08A4-463E-AD8D-217BBF4D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077FE3-964A-4B3B-8238-81433D4F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Stage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186029-1C05-4C6B-B9C6-90069A8C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fit coils to that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3F431-9248-4B8B-BA2F-D1EA743F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180A51-30DF-40B2-AA27-83196C57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E16945-9546-449A-8F20-BEFDB68E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Single stage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DB153-5946-464F-82C9-5A99EED2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plasma and coils together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A17C3B-434E-437F-8564-4F978F17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8CF993-CF17-4216-8D8B-72BE2432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017FAF-8567-4597-B911-D2699654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61C377-87B3-4F0D-9309-60154010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062F09-6BEB-4FA9-9DFA-9C0E9599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15746606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3E3528-094C-4138-BFD3-4ABCA9FB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94950-44D3-417D-BF17-13C892B4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e822cdd764fb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CBDCD-A585-44C3-8EF5-7E6BF3DB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a modular coil set?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09A9A-6725-46BA-B0F6-C9EF849B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CB919-BB4B-4003-BF13-82184C04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516DB-1E9D-47DA-B065-B6473632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62325-3F9D-4E32-9596-44890446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Modular coils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5BF72-BCF3-451F-9929-A79BC8B6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set of separate closed coils placed around the torus, each shaped to reproduce the target magnetic surface.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EA0AD-6FAC-46D8-A594-56279786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945F7-9843-4830-A7EC-EA07E7FE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min  ∫ |B · n|^2 dA  + engineering penalties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74D8D-186C-46D6-AC78-E94E4B20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9F75F-98B7-4588-AB8F-17D3B4B3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82EF2E-9FC8-486F-8F5D-89667C61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3F9759-ADE7-4D22-81F3-AAF71A6F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loops are hardware objects: length, curvature, separation, ports, and tolerance matter.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D56B1B-34E4-4B2D-8A54-B7FB41C3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1B5F8-3B61-4E34-9FC1-ADC59338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24788-813E-4203-9103-5C629439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D30FB7-10E6-44E8-B5F7-ECA76186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coil control points while measuring normal-field error and engineering regularization.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7B6D27-46AE-46A1-9812-E1FFC5E0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4536E3-BC8F-4AEE-80F5-C750F270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50144F-8860-48F1-B752-C0C8F407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98C7C0-3F39-42F3-8638-50D0ED35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coil set can reproduce the surface mathematically while being too complex or too close to the plasma.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D4D72-8855-4872-809A-A61DA124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85848-7753-4FF9-9030-2F7DEBFB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field is credible only when the coil geometry is credible.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3B33C4-28B3-481C-AEDF-D40E900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CF16FF-8530-4D0D-84EA-66A53BDF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40B280-FDE3-40F1-B124-DC0E9D79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EEDCED-9625-4372-ADF3-7E503958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DC2047-4469-4736-9293-6CC50795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C4F445-B699-40DB-BDA6-F99DD81D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SIMSOPT JOSS 6, 3525 (2021); Giuliani et al., JCP 459, 111147 (2022).</a:t>
            </a:r>
          </a:p>
        </p:txBody>
      </p:sp>
    </p:spTree>
    <p:extLst>
      <p:ext uri="{BB962C8B-B14F-4D97-AF65-F5344CB8AC3E}">
        <p14:creationId xmlns:p14="http://schemas.microsoft.com/office/powerpoint/2010/main" val="9576447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31A28E-13A2-4BD7-A680-5A81F37D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7CCF9-E482-42BE-AD69-93707443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fd12bb4eb40c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E48D70-1D84-438A-8664-6E84E7BE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changed the controlled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AA144-F968-4A61-A230-DC664316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7BF79F-6DBB-476A-8B7F-0FCA0BB2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4E6D3-9BF4-4681-BA64-EB456E62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4B016-EE5F-4C45-A210-014C2C92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B2CD9F-6DB9-435F-94B7-C92A6613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B7E9CC-CE49-4B31-A305-E6D8CF3E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C3AAA0-81CF-4AA8-B199-365225D3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9F3DC-A0C6-4423-994D-3FF0CBA9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Two-stage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6D46FD-FD05-42BE-AC2F-1480651C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a plasma boundary first, then ask coils to reproduce 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8494A-26ED-4883-A4B1-3D75600A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ED579D-8B19-4521-B082-7FC0FAF5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388EE-CB63-486D-8B43-4648563B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Fixed-boundary single-stage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2243C-6906-4FB3-A229-9421BAB7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and coils move together through a quadratic-flux penalty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912A14-C795-4E6F-9065-AC6C0A01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6528D0-E3AA-4F5F-A20D-58602448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73824A-964D-4DE1-AF1B-A871A9B2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Simplified coils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A5B117-5616-457E-BEC6-651A5EE1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few-coil designs become searchable, but engineering gates still decide viability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E08A54-38C7-4567-B40E-20C7CB17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F9CE35-84B5-4F62-96A2-703DC84F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3987D2-8730-4997-9952-9499A307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229A93-4D39-48C5-8589-ED49408C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4D642F-3D8C-4BAB-873B-CA124EA0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9FDF0B-B323-4715-967E-2030C8D5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Jorge et al., PPCF 65, 074003 (2023); Jorge, Giuliani &amp; Loizu, arXiv:2406.07830 (2024); Giuliani et al., JCP 459, 111147 (2022).</a:t>
            </a:r>
          </a:p>
        </p:txBody>
      </p:sp>
    </p:spTree>
    <p:extLst>
      <p:ext uri="{BB962C8B-B14F-4D97-AF65-F5344CB8AC3E}">
        <p14:creationId xmlns:p14="http://schemas.microsoft.com/office/powerpoint/2010/main" val="14250626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CEFBEE-6293-4853-8DAD-93C1DA3D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9A2C0-9650-42E1-BA79-73CE7CD0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8a69213604019"/>
          <a:stretch xmlns:a="http://schemas.openxmlformats.org/drawingml/2006/main"/>
        </p:blipFill>
        <p:spPr>
          <a:xfrm xmlns:a="http://schemas.openxmlformats.org/drawingml/2006/main">
            <a:off x="3771900" y="1676400"/>
            <a:ext cx="373380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9C8B4-3FAB-4263-8D48-C0183DF6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9B101-2C19-45DB-9D26-C9C64FA2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first coil set shows the inverse problem before regularization.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FDD17-BCB3-4C64-A311-52F8A6CF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059376c62d499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5C43E-E545-4167-A874-CDE92771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Initial coils define the first mismatch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1DB768-2814-4CE8-BF25-30C678E4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51B15-7205-4BED-9057-3B570993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EA025-81F0-498E-9AC2-111B2047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26E00F-F735-4D2C-849A-E20AA6CC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1DE99-9342-4FB0-B94B-14C2BBBA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1CA30-5195-4BD4-BC23-0C1AB183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95972983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BD04C9-43B3-48A0-AB5B-32F19EF0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42CB9-B4DD-4070-9068-5AB0942D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12a0a6341450c"/>
          <a:stretch xmlns:a="http://schemas.openxmlformats.org/drawingml/2006/main"/>
        </p:blipFill>
        <p:spPr>
          <a:xfrm xmlns:a="http://schemas.openxmlformats.org/drawingml/2006/main">
            <a:off x="3771900" y="1676400"/>
            <a:ext cx="373380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A8FB5-3189-4B99-984E-568CC106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C024B-BF23-4075-91F6-9C981A15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better coil picture is still not a manufacturability proof.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7268D-081C-4743-8975-696A5B64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53e28af1444b8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5C2C1-9F0E-4E59-B872-FA641129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Final coils reduce the obvious mismatch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4169D-C202-4830-8039-A9171BA8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7B20A-7EFC-49F8-9D66-23272648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C0B1F-4784-42E6-82A3-47F56EE3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1540B7-C415-4C42-97CD-6DCE2B68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5C312A-CA8B-4838-824E-9349CA05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0EE73-9182-4499-A4D5-06AD773B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CDF897-2708-4160-9077-E2C20D91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SIMSOPT, Landreman et al., JOSS 6, 3525 (2021).</a:t>
            </a:r>
          </a:p>
        </p:txBody>
      </p:sp>
    </p:spTree>
    <p:extLst>
      <p:ext uri="{BB962C8B-B14F-4D97-AF65-F5344CB8AC3E}">
        <p14:creationId xmlns:p14="http://schemas.microsoft.com/office/powerpoint/2010/main" val="18034171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7D63A6-3FBA-4F42-989F-06886F72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FB3F8-ABD7-4D7B-BA07-A876BFA8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3145c6ac4479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6AE1F-9097-47A8-AC00-33CF78B1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does B dot n measure?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E1C6A-B74C-4CCB-8C3C-B6187C65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9A428-9955-42A9-8BFB-F9BFE70D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9BCC5-5D68-47F4-9A41-571A823D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68B94-944B-46EE-8690-1AF7F434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Normal-field error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2ACB4-AA30-482A-919F-F38C28DA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component of the coil-produced magnetic field that crosses the target plasma boundary.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AAC80-F0F1-4658-A33E-6E8F475C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9E3018-9A8B-45C4-9D20-A794D767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B · n = 0 on the target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5CA1EF-2F7F-4ACA-BA41-DC24ACD7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DCEE0-8E41-49EC-8FFE-94BE62D2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BB2D2-0E14-4F0C-84C8-4F30E6D8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B8A93-D583-4869-9AC5-7669ACA8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If B dot n is large, field lines pierce the intended boundary instead of staying tangent to 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4BC9F2-A6D7-4A4F-A345-B94BCD5F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70700B-F248-4367-A489-0EF11E6C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D2125-F805-4895-A57A-F6BD5CE9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8D6AE7-7FC1-4459-86F6-1537E446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Stage-2 optimization drives the normal-field error down while respecting coil complexity.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A5621-1F42-428C-A8A6-021F82D0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D39F54-ECE1-408D-ADBB-3FE3A4BA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C1D4C-FF6E-40CE-807D-0B52E442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6EAEDC-7B4F-41B9-8F0A-090BDD3D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small B dot n can still hide current, clearance, tolerance, or maintenance problems.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693633-3D40-4E58-8175-14EB59E6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B293B8-FBCC-47FB-B8AD-0A436FE3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 dot n is the first coil score; it is not the last engineering score.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613561-DD32-4E4C-8E6E-AE989033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985A3B-867D-4FBB-A05B-84470E65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F55A1D-4280-4DB9-B691-56A47170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A313E2-0162-4773-8E18-EAB9B352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6578D7-C0CF-49DA-BD45-E2DD4A25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11B920-FDC3-4B2F-8AA9-531DDA5A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SIMSOPT stage-two coil optimization workflow.</a:t>
            </a:r>
          </a:p>
        </p:txBody>
      </p:sp>
    </p:spTree>
    <p:extLst>
      <p:ext uri="{BB962C8B-B14F-4D97-AF65-F5344CB8AC3E}">
        <p14:creationId xmlns:p14="http://schemas.microsoft.com/office/powerpoint/2010/main" val="14156508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D0553E-3FFF-4BF4-91D7-B8ACE5F2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900A2-F058-44CD-A092-64621A66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25b218ab5c4da3"/>
          <a:stretch xmlns:a="http://schemas.openxmlformats.org/drawingml/2006/main"/>
        </p:blipFill>
        <p:spPr>
          <a:xfrm xmlns:a="http://schemas.openxmlformats.org/drawingml/2006/main">
            <a:off x="666750" y="2162837"/>
            <a:ext cx="7048500" cy="279902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3063D-4F4E-406E-88C8-C0F64589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C74AA-9996-4F57-A381-DEC2AABB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47978E-27D3-43C4-9E09-9A4E7E8A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Blue/red patches show normal-field error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D29DD-D626-40F7-ABCC-0AD5AADF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BD3D2-52FA-431F-B5D8-B18343DB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target surface is damaged when patches remain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0132D-74E9-4BBF-BF26-54A9AE66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E2AC2-41CF-4BA5-A6D1-86AA5C5D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Quadratic flux measures whether coils reproduce the requested boundary.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2F004-71A5-4945-8333-6EA84E72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fd971d09647d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3C66C0-A56B-4178-ABC9-A463A56B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 dot n is the basic stage-2 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9EFC1B-6DA8-40CA-9CD5-1CFD19FE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A31B5-83FE-4345-BA56-4C3CDB38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0894E-7B38-48CB-80CB-DA969EFB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DDA68B-1C54-4B5F-A8D4-78FD037D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C6068-C506-4C6A-91A7-B43A66D8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5285D-8E6B-46ED-B152-2110814E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E6C013-D607-4133-87D1-53A56271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SIMSOPT docs stage-two coil optimization example.</a:t>
            </a:r>
          </a:p>
        </p:txBody>
      </p:sp>
    </p:spTree>
    <p:extLst>
      <p:ext uri="{BB962C8B-B14F-4D97-AF65-F5344CB8AC3E}">
        <p14:creationId xmlns:p14="http://schemas.microsoft.com/office/powerpoint/2010/main" val="13645275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8016B-C967-4EFE-B43A-B7413D26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27716-6A99-4BA6-A421-D9177336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6a056f474546a7"/>
          <a:stretch xmlns:a="http://schemas.openxmlformats.org/drawingml/2006/main"/>
        </p:blipFill>
        <p:spPr>
          <a:xfrm xmlns:a="http://schemas.openxmlformats.org/drawingml/2006/main">
            <a:off x="1111827" y="1695450"/>
            <a:ext cx="6158345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C1F01-2C16-4191-836F-EEF4D261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A5C7C-3472-4FFB-965C-DBE20F92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4733C-9550-4F13-90A9-1D6EBD3A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Shorter coils can make B dot n worse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696178-6452-44BF-8622-048E09B3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520EB-8159-4D91-AA25-DAB6D32A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single optimum hides the engineering choice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EA5B7-26C1-4441-B976-F09B1B16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6520E-8090-4989-AEAA-6AA19870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annotation marks what gets worse when coils are pushed too hard.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C79EE-1C71-49D5-941F-E7B256FE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330f5f693417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129D9B-44C3-4EBA-A058-4612C993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Regularization trades field quality for hardware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77DEA-1F35-4716-9393-C365A8C9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D07E89-EBE0-4C7F-91C4-3E08C2F1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156DD-8D81-4667-970C-B82DAAAB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41BBE-3FA0-43D0-98E6-8B013715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FCD4E-69A2-421C-840F-0856F9BF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72E2FF-EBE4-4DE4-B460-547A683F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20454913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F2608A-2143-47E9-8E71-F7D292E6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207EF-6951-4883-83AD-4B2B8134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b2fa248df4e9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7F35D-275B-4C94-AB20-7C76020B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complexity has multiple dimensions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9DFAB-C5B4-45CC-AF14-BF6797D2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68A4F8-113E-4897-921D-22761F16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BCC96-5FCA-418C-A1A3-1EFEB103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664903-5245-40A8-82C7-8AC5F55A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8D6E51-8B66-46A2-A7A7-BA07838C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ED4959-E6A3-4245-95CB-E5DC8D90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6222C-4F4B-4BD4-A702-FBC5BEE5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0819F-9954-473B-A672-F41BAE69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25A4E-03DF-431F-B289-35EEFEA8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cost, maintenance, and access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E007AE-1AF0-48DD-865F-C2D2A705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05765-A1C9-46CE-979E-0B9A23A2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6BAC68-930B-49F9-A0F6-8E928CE8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Curvature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0342A-461D-4D21-B3A5-3E8A45A6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force and strain 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3CBE33-BAB9-4E63-B74E-A0476AE8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7D02B9-1F1C-4C9A-8C1B-A567B616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4CD789-7D01-43CA-9257-46A13106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Separation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989E4-A271-4170-A4F0-7D593A7B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ports and assembly constraints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199AC2-4C35-4ECE-8C92-63250E7F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31456E-4F8E-460A-B740-CF427410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BB3B6-B271-48A7-92C3-46B74A1A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15F563-F789-4B1D-B0D3-99CE6184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ECE514-8A8D-4BCC-8265-247F7FF9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141990043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89EDFF-DF74-41EB-88E5-20261D05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1CA96-4320-4A76-A4E6-1C0D24CC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5886B-0BE2-4946-9A8B-20CAED85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705610-6A9B-4F73-BEA8-B6E79F3F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5E3F8-FABB-4EC7-92A0-709BE359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866915-9472-4507-BB82-26F4422F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Access can invalidate attractive coil sets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E8421-5911-4EDB-A12D-16D49861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25B46-4D1E-41EE-9369-F4F8B142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engineering constraints as penalties or hard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C85A75-18BB-47C4-B5C7-B9A2B373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110A0-291F-4F4D-BD02-EAB10C23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07788-2883-4BA7-8E92-BFCEB310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08a0256f142c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ECAE53-1B56-46AF-AB3C-3E6B5AEC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Ports and maintenance enter early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0575E9-419B-4A81-B6E5-BD94857B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EEB4A-F8C1-4B6D-B0F1-BF6E9129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4D6FE-D1B9-4636-A3AF-47548FBA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47968F-0C06-4CDF-B5D4-21804046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93370-6D67-4845-89E8-1F17571C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4DA8D5-E894-478D-9D5F-5A186947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50097242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183B6F-986E-4F9C-858A-F7DB779D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029828-FD83-47A4-8152-E7DDA75E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3227674cb48a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0633E-2A1D-498C-B997-9A28158E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SIMSOPT stage-2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7C5C6-0A36-41F0-8C91-05B51E1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490F4-62E4-4A96-AE2A-5D21194D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EBA21-96DE-4F35-ACE1-74C70972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D8972-1DD1-45E0-B1CB-5E020136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89B34-E6CF-448E-A614-2DD87A85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Notebook: Simsopt Stage2 Coils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26D238-9FE7-49AD-B563-39ED685F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6577A-22CF-4AC9-B12E-3D6BEED5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initial and final coils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83B2C7-AF04-4005-B381-E34273C3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98DAF-9D02-44F1-86A8-038108D4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B dot n maps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123E93-536D-47A8-A5A9-F995BE35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3D7BE4-D9DC-434E-9733-13DC61ED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Name the tradeoff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c8e8d8a9d94110"/>
          <a:stretch xmlns:a="http://schemas.openxmlformats.org/drawingml/2006/main"/>
        </p:blipFill>
        <p:spPr>
          <a:xfrm xmlns:a="http://schemas.openxmlformats.org/drawingml/2006/main">
            <a:off x="5619750" y="2169884"/>
            <a:ext cx="5334000" cy="2118182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EB1D51-2EDA-4704-8676-7C7E6D03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43F311-1DD6-422D-AA0B-1008A508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Notebook path: notebooks/04_simsopt_stage2_coils.ipynb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0CC50-C41F-4D0A-A6F9-0972B29D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983AAC-45DE-4EB8-8908-3CFAB345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6A1578-60C1-4AED-99B7-E6EDA675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B9CD8-A962-4F44-AD7C-F64C0044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9201FB-CE81-4F35-B000-36375357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78086727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9CC70D-1503-4912-A739-F6B990EC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179FF1-8FA7-4452-A099-5199B7D9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cda03d1834b7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2BB96-8A04-49D4-8AF7-F731D500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33FCA-0A17-433D-B8FB-2A4A6B30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85C65-F232-49C2-8AE6-AACA898A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Direct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63125-81BB-49A7-ACB1-F2747A16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683B3-B7AC-4E7C-ABC9-EAB23D0A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7912E-66D9-4743-9B16-402E2F22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field, particles, and coils in the same loop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DE318-CAFA-4C50-819B-940B2EF2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E66E4-258D-487F-B234-6A4BF002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differentiable codes where the gradient is meaningful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78ECF-0EBA-4CF9-A1A6-5C863013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7DC4C9-0FF8-4F83-BE29-C7459044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22FD3-DAD5-4404-9C48-5B49F835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0A0AFD-878B-4811-89E1-91B51ADC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00802-6883-4964-850E-06E883A6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40359458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C3E836-C7DE-4B04-BC5B-6F80DDC3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68AE8-1280-410F-B6A5-B5F1F118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dde8d4509415d"/>
          <a:stretch xmlns:a="http://schemas.openxmlformats.org/drawingml/2006/main"/>
        </p:blipFill>
        <p:spPr>
          <a:xfrm xmlns:a="http://schemas.openxmlformats.org/drawingml/2006/main">
            <a:off x="3771900" y="1676400"/>
            <a:ext cx="373380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6451E-59CB-49EA-BDD4-E00F8A9F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E985B-4B36-42C3-A307-5DC425C6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fieldline is a topology diagnostic; particle confinement needs a separate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A32E3-0F83-4B6A-B4FF-DA01C761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653de31f04c2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3ED85-3A6A-466C-B0E3-FD7E1E6D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Fieldlines diagnose topology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0DE432-DBF2-4D17-8452-29F098A4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196F0-AB69-4AD7-A2BD-D3C0135E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D94E7D-EB71-4D56-A00C-59C3EC61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A5C5A-32E5-4F1A-9874-C8FDA7C5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2CE35-B0DC-4C5E-A80D-45F4B0C8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8ECE9F-5A67-460B-8379-4B8EF2C2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50015291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A27843-16FA-41BA-A0E3-43FA5083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2DC5A-78AB-496C-9D06-B3500BAB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7ceacaff44aca"/>
          <a:stretch xmlns:a="http://schemas.openxmlformats.org/drawingml/2006/main"/>
        </p:blipFill>
        <p:spPr>
          <a:xfrm xmlns:a="http://schemas.openxmlformats.org/drawingml/2006/main">
            <a:off x="1011115" y="1695450"/>
            <a:ext cx="635976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B491E-3F4B-4146-8573-47158F4C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5FD44B-351F-4813-BFD5-61C09F8C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B50D08-5D00-43F4-8D3B-5F1A5D9E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Fieldlines do not guarantee confinement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4764B5-F93F-48B7-9B12-4A0B4417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55434-7DE6-48E0-9C26-8B1D6C73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Fast-particle gates matter for reactors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DF92D8-9BE4-4DA9-9062-18D5130C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79F7C-CE8F-4CCD-B8EB-EB12F048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Orbit cartoons teach why particle objectives can enter directly.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F773AF-74AB-40B5-B7C8-E0A99C7B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e4776b700456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880B7-B26A-4F1F-BB3C-B9103CF9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Particles answer a different question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F35232-CE08-4B48-9DC8-278F1A9B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46831-7BFE-4820-9C34-4175800D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33A080-40D2-4314-B869-72CB371F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1BD88-2DE4-4E5A-9DD1-D70CF1B6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82FD6-9D24-4070-844E-109A6A53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133657-D5BF-4149-B29B-CE4BCCAC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00606169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01185D-17B2-4550-9A21-CDF24061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6F6D1-F94D-4FB9-BBB4-917CABAD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ea4b5a80b414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3FA91-44AB-4DAD-8CF1-C50BE7C7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Animation storyboard: rotating surface and modular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F1932-EC01-4C18-A103-90297817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9009ca69c4222"/>
          <a:stretch xmlns:a="http://schemas.openxmlformats.org/drawingml/2006/main"/>
        </p:blipFill>
        <p:spPr>
          <a:xfrm xmlns:a="http://schemas.openxmlformats.org/drawingml/2006/main">
            <a:off x="819150" y="2843244"/>
            <a:ext cx="7239000" cy="145726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5FC80-D636-47BD-BA84-4BE7158F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05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09501-A869-4D12-BFC2-0A3090F2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002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the four views to explain modular-coil clearance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A6C31-C753-4E15-BAE3-E78E3CA0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2BEB8-4A6C-4CEB-8DFE-9C1AA012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051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Emphasize that coils and surface must be judged together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F5E68-4C41-4B64-B3B8-5DD02E11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762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FD0DA-4F49-452D-B858-5CABE6C5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Static storyboard for reliable projection; the movie file remains in the repo.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C192C2-7C6D-45C7-9242-5A92ACC9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53377C-26BD-4A7C-AC5A-A8F7D4B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4937EA-E91D-4D85-9B18-8B3F9995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D3A062-3DED-4A54-A5B2-8A566EDE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41051E-D47C-4A25-8A8D-9C511626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99260037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0AFD8A-8622-4A33-B237-8F9CDB6E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EF26F-7D61-4211-BEB2-1BA8C614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15a09704654f9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29210-40B6-4C2E-AD44-41F28975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design keeps coils in the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F5B26-B158-44C6-83DC-1BC5F3AE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610F3-5B9E-473C-B449-16B3D49B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DB8DD-1E91-4395-A579-8E257602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A39F8-1BB9-472C-8C90-87FB052A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9FEC8-C33D-4549-BEE5-8153BA16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223022-33F3-4832-B5C6-5801FDE9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C4EC8-F2AD-423A-AA7D-14E902D8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67D23-56C3-4DA5-8DCA-FDC7E527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9070A2-99D3-4117-B463-D62E804A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D5730-E054-4FB0-A048-0FDB196E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FD9B2C-AE4F-4129-9939-5C50D4D1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3B42BF-EEEC-44A4-B311-7F8F99D3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DCB87E-0EF0-4FB6-A275-AD89502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CF18A2-CA16-4C9D-8281-142D9B12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6E1B7-21E3-4590-BE54-46099977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4660E-1A77-49FE-8E8C-5BB75F7C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A75CEC-5067-4CF8-B563-6474A4C8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1AD77A-FC0F-4337-B196-E8EB4E5E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A7BF3-9737-45CE-9359-F35B04DA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074D0C-0FDA-4B46-8869-227370FC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C1C194-8CAE-4036-B10E-F83553AB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810EE5-3BAD-455B-8D2C-17F332D6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4766D1-12E0-42A4-AAF7-94C6B87A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Boundary variables and coil variables move together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9C2B2A-0936-4703-B199-3F806A66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590343-A7A8-4639-A5B4-2603ED10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objective includes plasma metrics, flux error, and coil metrics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299569-0B09-45F5-BAE3-BDE3601B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3BCA5F-7EA7-45A0-AA38-C62F0209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E20153-5BCB-4B51-B743-9ECBD709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34B166-9F65-4A8B-8FDC-7FF2BB93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14E5E-C96E-467C-BFBE-E494ABE4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C0ECE6-E2FC-47DE-BDD3-2A74E9B3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Jorge et al., PPCF 65, 074003 (2023), single-stage fixed-boundary/coils workflow.</a:t>
            </a:r>
          </a:p>
        </p:txBody>
      </p:sp>
    </p:spTree>
    <p:extLst>
      <p:ext uri="{BB962C8B-B14F-4D97-AF65-F5344CB8AC3E}">
        <p14:creationId xmlns:p14="http://schemas.microsoft.com/office/powerpoint/2010/main" val="91305201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CA7E48-6BAD-4DAD-9B2A-30EF8BE5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8EFB2-3582-4D43-8953-FC7FB4FC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639bc61a34386"/>
          <a:stretch xmlns:a="http://schemas.openxmlformats.org/drawingml/2006/main"/>
        </p:blipFill>
        <p:spPr>
          <a:xfrm xmlns:a="http://schemas.openxmlformats.org/drawingml/2006/main">
            <a:off x="666750" y="1748901"/>
            <a:ext cx="7048500" cy="362689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2756D-A2AE-4003-BCDD-F2537049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5F99C-756B-4883-85F6-E00C7207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1F128-DB53-4853-9809-A9C61B33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Watch objective terms decrease together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BEB49-3A37-4DE7-9321-763C10B0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C901A2-7F6F-46D7-B3D0-90CCFA00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Stop when one term dominates the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E245D-99AA-4E86-81BB-D6D32847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3633C-1E87-4E72-942C-B620127C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coupled objective is a trace, not just a final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1EDADF-4A8F-4C62-A3A7-544BC35B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0185318e7493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919FDA-6EBB-410D-A8A3-ADE65EA2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Continuation makes the negotiation visible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3347F-79C4-4B81-88F0-CB596C72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F77313-D710-4F79-91BF-18069D45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431CCF-7B53-4381-93F3-FAFBC6DB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B6469C-B8A3-43E1-B98E-8A424ACC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81E166-346E-4F59-B6DB-11DBC648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D587C-9899-48E1-8642-74570A22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119227662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26E609-B627-4BF0-8502-7A4D5F4D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7936AE-0163-4909-A198-8F9017AA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f4db5baa54688"/>
          <a:stretch xmlns:a="http://schemas.openxmlformats.org/drawingml/2006/main"/>
        </p:blipFill>
        <p:spPr>
          <a:xfrm xmlns:a="http://schemas.openxmlformats.org/drawingml/2006/main">
            <a:off x="1081635" y="1695450"/>
            <a:ext cx="621873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0E345-1C48-451D-9D33-DF05FB48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D3528-4FD9-4923-B0F0-03BB54D6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E1C9B-2D7E-4C34-BA17-A5646B1D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Increasing one weight can improve one metric and hurt another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8570D-48B2-4026-BA49-3CF433F5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59E2F-850B-4E41-941B-3A3A4571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is the classroom Pareto intuition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3AF93-1D1F-490C-B2BD-9109B3ED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B49FC8-E67C-45F9-B60A-9675AC89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Weight scans are design arguments.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D03D25-E057-43AA-8213-0999B3DA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c7fdda1a4452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C4912-443E-40C0-83F9-036330C6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Weights reveal which constraint is active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AA154-EB89-4DF3-B04E-5A32BEF0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29AF6-2577-4437-B5E8-6AD94F0E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5155B-35D4-46FA-9CBF-20A576CA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6035D7-B377-4E75-83F8-45CA06FF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AB8DF-1EDA-4CEC-AC3E-7E53D0F8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8B0408-C791-4D2F-8EAE-41EFF6DF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68408235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01782F-94FB-4D18-A7F9-EB386746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C97291-364E-40D2-8D85-172E42B2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8dde5fdd6d4b3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0672F-E4EF-4812-8A52-18B25A26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fieldlines and single-stage toy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B4722-6536-4611-9239-80719D40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AFFAC4-803B-44E8-B7D3-7D4B5A8F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10B33-1513-4718-9BEE-47525C1B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0856A0-E90E-4CA1-BD49-79E47F8F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115047-EC21-41F3-9E1B-7972B48B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Notebook: Essos Fieldlines Particles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B05EF-DDE4-479B-9BEE-39401B51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E5F2BB-9946-49C2-8982-DCC47E56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3774DE-ECBE-422C-B43F-E38BEA57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20A094-99DA-43E6-8C14-DAA1BA54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the reference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93467-66D8-45EF-968C-50F59C45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E0794-C982-4FCA-80DF-F33B8613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Defend the result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9ba31e12447ec"/>
          <a:stretch xmlns:a="http://schemas.openxmlformats.org/drawingml/2006/main"/>
        </p:blipFill>
        <p:spPr>
          <a:xfrm xmlns:a="http://schemas.openxmlformats.org/drawingml/2006/main">
            <a:off x="5669172" y="1657350"/>
            <a:ext cx="5235156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3A2284-1385-4325-9B05-F6CEF60B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3B4292-7A0B-4815-8C39-3B57239D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Notebook path: notebooks/05_single_stage_toy.ipynb + notebooks/06_essos_fieldlines_particles.ipynb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73B9FB-E43F-46FE-A3C0-4E3A8D6F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4F53A1-B3C2-4DD4-AC96-FBF0FAF7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6EC7F-FA85-48EF-AF0C-A19F1247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DA1EF-F0FF-4015-81E6-27756967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53AF05-5626-48A9-96C8-E343E5EA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38734066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580E83-1735-41D7-B950-DC11C7EE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C6C52-2AFE-4221-8294-CC955FEF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B5415-E16A-4DCF-830F-23D51F1E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70D97-8524-4FAD-A136-B55FC860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4390D-81D7-42AF-B47B-59C906FD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32166-3C64-4594-8D4D-B3CCED6F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gradient is a derivative of the implemented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E7532-B7E7-4B6C-B99F-8387539E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7DA71-1606-45A5-945D-3352E662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implemented model still has a validity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E0778-F131-4D91-A704-0D0DF1CA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03DC65-7A4A-4684-A3A7-14283859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Finite differences remain a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63D68-F28F-433E-AA32-626B0AE2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89096-EA2A-4230-AD4E-0BCFC68A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499E2C-87A3-4D1B-BD9E-C2C5B8DD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47305b4854c0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6F239B-B6E6-4CB5-A8B1-1E17BD9A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Autodiff still needs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92FC3-F317-48D0-85FB-CF39C29C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B466A6-6887-4AE5-AA6E-13404C9D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ECF8E-FEEC-4AE3-8FFE-8421D016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C4D70F-0FC5-452A-A3D6-3AA7D4A7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A21F0-7F1B-4736-AAA3-0E263D27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38104A-0E20-4645-A2A8-E4AA7B69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16333631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FAA668-1A18-4B24-97CD-188B2926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F7760-0466-460E-971F-29937E3B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90abd9734458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62BC9-C866-4972-B1F5-244C5574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Robustness is a stage-2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E597B-504B-47B6-BF4F-A1EEA1B3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74BBD-0D59-42DF-95BF-BB84ABC2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954A6-9F92-451A-B452-C45B0ED3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9F27EB-FE7B-4EBF-A9A0-52E7B75E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FC77C-53BD-4172-B8D8-68C46D48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D2A9B-20B0-453D-8414-7FA1B15C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E2045-589F-45EE-9C21-8C35B2FA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A0BE4-AEDD-40FA-9E45-AF2D01C1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Manufacturing errors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96572-AD2C-43C8-AFAA-98728390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to shape perturbations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D2E98-8162-4012-BFC5-D91BACC5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D543A-52D1-4134-9B46-1036501A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70D3E-ACE4-42C2-8A75-CC340A24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perturbations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EFFCDC-3ACE-457B-B5C1-9C481BBB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to power-supply changes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56C8C-BD8F-4216-8AFC-3DF10AA5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C8927A-A4F9-4103-8027-4FC9F782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27DF39-A307-44AF-ABCF-29494171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tolerance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EBC196-275C-4A79-BE03-1C9913D3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clearance, curvature, and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BE5CFB-7C37-4B73-8456-F7D85970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BC3BC1-1330-48CE-86A1-22CBC0A6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1F3FC9-4076-4159-8A1C-4A003DCE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D9D0CF-686E-46C2-B634-ABEDE86F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37A751-D1C3-4B74-B610-162279BA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5524102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E1C199-0EA9-44F2-B2DF-95FF5112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88325-40D3-4900-A71A-CE1DEB83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241c507da46e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AED5F-A218-46CF-B9EE-86E78780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2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74BEE-EDE4-4ED3-B4BE-C29155EC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EF759-FE27-4464-8041-AA098C49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7344F-BE06-447F-90F6-5825A555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Stage 2 turns a field design into hardware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F6A533-FE10-43DE-8607-36EA7A75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A9504-2BF1-4890-93A1-B0ECB878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 regularization is part of the objective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BCD30-EB70-4A4E-AD37-747075C5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30C2DF-D167-420A-9D1A-1DF77EB7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Single-stage optimization changes the tradeoff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7B1D3E-ACB6-4F6B-8B2E-CA359825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9EEE1-F17B-4733-9E69-F727D806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Test engineering as a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5B7508-B492-4E14-A398-ABA865DD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342895-99CA-4106-82DF-B03AB0B3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C0B4CC-3C70-47BB-BAA3-2BBC59FF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3B106-ECC1-47CA-9CA3-23F72E11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F80911-AD8A-4BB9-BBF8-EABDCD76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B9C841-E415-46B7-A1EE-103FC8AB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667640-0856-4D44-9301-E4B550B7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107203939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5B60EB-5240-4150-A547-30E434F7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A8C24-B753-489F-B82C-FF840C12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b82e2fb57418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BF0CB-E0BF-455A-AD11-F077243C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Simple coils far away from the plasma are difficult to find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D23A2-759A-4A9D-B6A1-03181444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20E3B-D52A-4E9E-B4D5-4CB3F271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FE124-4D34-403E-930F-DA3B200B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That sentence is an optimization problem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096F4-8601-40D2-B858-CC6BECB0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37BB03-32DF-4151-8E56-336770FE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DE06A-63B7-4049-BEB7-44560D2E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52D8B-C830-4D5E-AF93-5A920F58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CF5F18-516C-4088-8612-744BE04F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146128045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B16694-C2DD-40D5-9610-39D49392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65AFA-2890-4A14-B1E9-40966565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67b7f736c440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557D2-53C5-4387-8FDA-C7082614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DA510-1DE0-4441-BBD5-AF88683F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79156-6D7E-47E6-B920-819AD472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2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A7D80-5734-42F7-A338-FB2B803D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65FF7-6FB1-4883-880F-9056A1FB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C5BDE2-613A-467E-864E-C33D1941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SIMSOPT or ESSOS is available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962CA2-6EF0-43BD-816D-A191817B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C5F530-DD55-4E43-BAF0-B2614E5A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reference figures for lecture timing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68F69-C6FE-46F5-9E5A-B4564A05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85B94-5498-485E-8F04-9A0B2681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402C6-5068-4121-9B2F-004B3DE3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64606-0BDA-4002-9B97-DD7791C5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060D0-66BC-4216-9F69-235DD0D0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6972563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2689A9-9CAA-4676-9F4B-3A6FC729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AA2AAD-B9DF-48BB-8ED2-BF9DF22A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0ec14fc2f441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948A1-FA51-41FD-887D-890B7AEC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Stage-2 objective terms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D75E5-B040-4F7E-8919-2146AE4A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03D9D-9623-4C40-AD50-5B925EE7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3FE03-6C6C-48A6-BF60-530444E0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56E9A-5B9F-41D4-9B3E-B424FB47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86846-7638-43B1-ABFF-75CE4625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67B11E-FE12-4E21-80BA-2503CA86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C2D0F7-10F7-426C-AAB2-6D09BAEF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571AF1-EA07-4953-927F-6CAB3CE4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Normal-field error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27766-3C23-4C00-915C-2CD7424B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coil set reproduce the target?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11A42-629F-4590-A91A-B017A9B3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124A97-016B-45B0-985F-930455F0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AD7DB8-2009-479F-BDA3-440B87F3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Length and curvature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01EE78-46B8-41EC-9474-39D20191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coil be built and maintained?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1FF5F6-7A78-4CA3-8DEA-416CEE28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8E12EB-68CC-45C3-A267-C36D3AB9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9E4F11-71F9-42B1-B1CD-2D718CAE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Separation and access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F1B216-DBA4-48B9-BCDD-9ABDDF1E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device be assembled and diagnosed?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0B3983-3760-4252-9AA4-3D183FC5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02D956-4C72-45D8-A800-83BBBAAD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0D787-0670-4071-8EA5-708A20D0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3860F-B1AA-4FCA-B76D-E4478CBB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03798-5ADC-4DD0-B2D2-3E1D5F38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149424871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13835A-A955-4213-BF9B-FA5E62D0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3836C3-13EB-4266-8730-16CDC9A9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dd8b4ad974f6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DD471-4974-4ABE-AEA1-3EA87B1A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SIMSOPT research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A5478-02FE-4CB7-8A12-781CD5FA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B104A-C310-4268-A061-CC555B9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C1881-10C0-4922-9F0B-B4FE519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3E50E-7568-4DCA-AA17-EEF606D6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A3CE0-D36E-490E-8767-300B682C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0E9A0-E7A8-4F3C-8664-48863E9E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7A568-D2DA-4CF0-9192-F451FA1C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the public QA target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CDC0C3-75B1-410E-B7C7-AEC49032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DE4F01-7D41-4942-A952-9B1D5335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Build curves and Biot-Savart fields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B5DF31-27BF-4FA1-A6DA-A1588679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D81418-E2DA-4311-A025-2762A743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 short optimization before class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B723D-897A-4E95-B1D9-C76609E7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C43EB1-5FA9-414F-BD90-9E63D63B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9C14EF-59B3-4403-AE66-F18B213A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931DC-82DF-46DB-81D0-DD116AD4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F3778B-AD8B-4104-ABBA-5A3A12DF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36831906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96B2FE-7CDD-4D64-A63B-D263C7F0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2C7DE-065A-4544-B5AE-D7400B33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d8a77791f9435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ADA52-0B52-44FA-8B23-2E7D6565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Fieldlines and particles answer different questions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8F48BF-FA1E-4A5B-A53D-40DE5B89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D755E-C6F3-4344-8B73-EF1A9736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A8C7E3-4A1A-48B4-BD75-5B0FE143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13C7F-889D-478F-ABB9-4B5015C9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DF714-BDD6-4CA0-A580-4C456183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60CFF9-04E3-4332-BEEE-803B4900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5911C-004D-41DE-96C0-44064C44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9A1BF-0F32-443B-A858-5630C85E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Fieldlines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41613-0A51-4A9E-961A-82FFB445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topology and stochasticity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A4E32-D372-40FF-9F98-7ED905EF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06D7A1-EBBD-49DC-8823-C871807F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9E7623-61B9-438D-B60B-4568DF03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Particles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1ECCB-E78E-41CA-B810-4C4CD5E8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alpha-loss and orbit width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490ADF-53A4-488B-8435-A45C3D04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290EE2-B057-4423-9133-FA798564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ACED4F-2599-4335-B35A-CA552F5A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Both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5ED03-6006-4FE8-AC5E-08004EF9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 after coil changes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FBC574-9895-45EE-ADEE-945B2FD1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25A6B3-6CBC-4562-962B-B2CE66A4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4A1AA4-01A8-4CEF-B5BC-ECACAC80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89F7C0-69DA-43E2-B4A8-2B09BFE3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EA7586-4671-40F2-8849-601F6EA3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724686815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32BA9D-A27F-4D40-B51A-DE793927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5D41A-2941-4E19-A91B-742F663E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008E0-D9BA-4256-A3E2-5A0DF9DC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0FEEE-0A11-42FA-802F-EA307BDF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7770B-E269-484E-9050-617DD483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BED69E-0E30-463B-9753-DBFD52AA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plasma metric improves without hiding coil complexity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4627EA-7840-4EC5-A00A-AA10A0C0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756D86-1C55-4FD6-906D-6D3C585F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coil metric improves without destroying confinement metrics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BCD4FC-31B7-485C-9205-6E3512C5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00D896-5AF0-46CE-9D4D-10CC518C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combined gradient passes a finite-difference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6722A-BE0F-4352-BA13-F7093AD0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3FF85B-3E83-412D-8914-39610FEC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1CE914-326E-415E-ADFE-8AE221EC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4760b987b4a6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E7D0A7-77D0-476F-AB7F-8C6421D9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Single-stage acceptance checks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198299-27BC-4406-909A-C1175137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3BFAFE-BBFF-4F39-AE9A-D729E83F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653BDC-16EB-4133-9254-F413438B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01A3E-40F0-42B1-A444-C3F361DB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ACAFE7-F6D7-499B-BAFE-A59E6F79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5B70FA-3FAE-444E-8324-F2E39D22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256504908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5336DA-CF3C-4E07-8801-725E0675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34463-FAA0-407C-801D-2286A210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34ce9f687442a9"/>
          <a:stretch xmlns:a="http://schemas.openxmlformats.org/drawingml/2006/main"/>
        </p:blipFill>
        <p:spPr>
          <a:xfrm xmlns:a="http://schemas.openxmlformats.org/drawingml/2006/main">
            <a:off x="3771900" y="1676400"/>
            <a:ext cx="373380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DA745-51E2-4279-9B99-0745B20C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8f30124879417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ABD51-69A0-4B13-82B8-1C004BE3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Reference figure: initial coils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91591-9B11-4004-B54A-2667DA62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66D12B-D14D-498D-AF78-5784A689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88D8C-3414-4733-9DF7-6154E6DB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534D3-C8A2-4E02-9535-D04E8E96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3A770-A2F3-430F-87CC-DA1BFEC9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653D6-5C93-4CF1-9236-54B7E547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764584345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D49410-778B-4309-A07A-AD3A1EB0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05AAA2-DC0F-4538-AF8B-F688A2C8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99060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7384ee7764a7f"/>
          <a:stretch xmlns:a="http://schemas.openxmlformats.org/drawingml/2006/main"/>
        </p:blipFill>
        <p:spPr>
          <a:xfrm xmlns:a="http://schemas.openxmlformats.org/drawingml/2006/main">
            <a:off x="3771900" y="1676400"/>
            <a:ext cx="3733800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3A77F2-BCD0-4748-B3DE-8E93B684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3d1cf8160482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355BFF-1E78-41A1-8047-4FF7CCF7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Reference figure: final coils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4B313-4343-4660-9797-F1FF99F0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46A9A-5ED0-41E7-A1D3-1D3A9724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24F82-7DE2-47C8-B2B8-FD4785B8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EC886-CD71-485F-8C54-4559A9B5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9D074-ECA6-493A-9E7E-3410C6CC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35204-4AD9-468B-AAF8-3EAEFA23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582578569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DDD17B-1D4F-4F1F-A0EF-C71E698F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8F346-8D65-4E6A-84B8-08350FD1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026e79f4446db"/>
          <a:stretch xmlns:a="http://schemas.openxmlformats.org/drawingml/2006/main"/>
        </p:blipFill>
        <p:spPr>
          <a:xfrm xmlns:a="http://schemas.openxmlformats.org/drawingml/2006/main">
            <a:off x="1011115" y="1695450"/>
            <a:ext cx="635976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CC8727-7F94-4459-A6AE-AF30FE8D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A45101-0E40-4C69-A018-5E61D235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A546B-63B7-4ED0-B17D-AB766759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a particle trace is unavailable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795FDC-157A-4DA9-877A-499C489B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A15FC-C369-4071-9DB8-C119BAC5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orbit loss to reactor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72E02-4682-4850-8505-BF107B7B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3AA33-1C1A-4700-91A9-C20762E4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5A8243-5775-4B8D-BA97-C9E70833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f35bc4c81467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D30008-9790-4A00-8058-051FFDDD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Reference figure: particle orbit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CF5874-1F9A-4566-B43A-B4B45526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0FEAD-A1BD-463B-BC87-A9FE72C7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189F8A-5875-435D-991B-C902A8F8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06D7B-CC93-400C-ABD7-32F08E6F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71E0-EF5D-41C5-8EFA-1FCCE3F2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819F21-E477-4B64-8522-1E210A05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820839158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EF7327-FE25-4595-90C3-F49D6626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97AEF-FB7C-43DC-B704-D7B5AE58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6bdaf122a445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2F496-529B-4C06-919C-B7BCDDEE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robustness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61651-3CDF-40E8-B794-7D288E7B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A836C0-FB89-4BF8-9594-99623821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68C1F-D3ED-4E70-AC6C-D659D8A9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BC888-CF0A-47B7-955D-6829CB17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EFEE6-B9FB-4A2B-9558-2D60C57C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180C4-5AAD-43F2-8664-EA43AA50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94ED2A-529D-4380-A516-FD6D1848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0CC7C9-3076-43F4-A509-DAD3EBE1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Shape perturbations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357F35-8D85-4CC6-981C-710F1D87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of B dot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5E188A-162B-4FDE-B693-4C4D0101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107EF-8852-4C43-9DBF-1FF0D4CC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E4A89-816F-48E4-86D1-0318778C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errors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196E6C-D4FE-4450-8B57-FD163014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sensitivity of flux surfaces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0EFB15-43CF-4284-8107-5E074EA1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D4A493-3226-4366-99B0-E92F233B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23F1B7-CB1B-4F34-AE9C-54FDFFF9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Mechanical tolerance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AD1F4D-100C-449D-8B5B-36D8408B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clearance, curvature,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200521-1B1A-4EE2-B717-543BC7C1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4209AF-ADBB-47B6-94E3-A97DC713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1B6CA-9C07-4654-BFDC-B02AFDCC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D22478-DF37-4755-AB6E-47F0DDCF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321A6B-2CE3-48C8-9FE2-336487BD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269241348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E83D47-9F60-46B9-8709-B314142D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FB092-9B68-4EC7-BB06-CF5CBAA2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f5db762da484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B1CE9-7B1B-491C-AA37-321E0D0F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can a coil set win with the wrong metric?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DAB68-E236-4035-9114-7F4D8EA1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B1183-49AD-4AEA-8336-DF34EF3C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44CA7-F088-4DA2-ABA7-1160AB82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8D9EB-27B3-4320-8C81-5EA10A6D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C7501-A96F-475D-B787-5ABF8643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96F561-12E3-4A88-89CD-3E1C5A32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C6899-13AB-4EF2-B133-038706B5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C62FA2-62EA-4C69-8991-C3ECEDBA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Lower B dot 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56100-A645-49E9-B1B3-2212A4B7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come with high curvature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D2D3CA-521D-4669-AB4A-3BBB456E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A7AAFB-0A74-46E3-A40E-781E5722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77DB87-70CC-4042-B12F-9E7A533D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Smoother 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8BBDF-9974-4C6A-ACF2-39ACCD21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miss the target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3E4ED6-A684-489B-905F-EA79A5BF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C98DFA-2A8C-4940-B972-CEBE200E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91BE2D-6CB4-4283-B3B3-BA4FC380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First experiment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E728DD-FA74-4A7C-9E07-254FE4DB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needs both magnetic accuracy and engineering margin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7112FE-F9DA-4267-8244-CB20E6D6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3794E0-ABEA-4782-98BB-B0EFCA09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92DB80-1648-4BA4-BFBC-31ACE97D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CA2D90-ACF9-4909-AE15-8922DA6D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A868B0-A9ED-445F-9F0F-397A8451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1128480198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EF003A-2284-4400-90BF-7618E357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CB1F4-90CE-486E-B3D1-986DBFD1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5C699-90F5-4C7C-ADF4-8BEFB44C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a1821bdd8c477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5D3B4-DFE7-47DD-9A35-A4E32339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81A80-942D-406C-BAF5-4EDC3808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76C5E-BA61-471E-B983-46D1C9C4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65CB1-8774-4C2E-8B17-05B66F4C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DBD08-8061-4B78-B147-693C531E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66D36-EBAF-43D4-81D2-467706DD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5174A0-0281-4899-90AD-311C86E1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6138D9-245F-4484-8C0E-D383BE2C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E7BD9-C662-48B0-AA4B-6C1BEB2D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EC7DA-BF39-422E-A39B-261D82AA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CC7A75-BEDD-4272-9692-4B85619A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6E547B-C525-4A52-A59D-77CC6935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A31BF-08C7-4CF3-A4DB-71BDFA63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7108341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2026-05-24T12:47:43.7010000Z</dcterms:created>
  <dcterms:modified xsi:type="dcterms:W3CDTF">2026-05-24T12:47:43.7010000Z</dcterms:modified>
</coreProperties>
</file>