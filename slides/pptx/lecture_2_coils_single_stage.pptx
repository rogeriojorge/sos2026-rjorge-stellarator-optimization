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67beaf7091d4ad1" /><Relationship Type="http://schemas.openxmlformats.org/officeDocument/2006/relationships/extended-properties" Target="/docProps/app.xml" Id="R6e21a4b049d745c1" /><Relationship Type="http://schemas.openxmlformats.org/officeDocument/2006/relationships/officeDocument" Target="/ppt/presentation.xml" Id="R9cf0fd7d59d946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e1132705bf4bd7"/>
  </p:sldMasterIdLst>
  <p:notesMasterIdLst>
    <p:notesMasterId xmlns:r="http://schemas.openxmlformats.org/officeDocument/2006/relationships" r:id="Rf45062c390374740"/>
  </p:notesMasterIdLst>
  <p:sldIdLst>
    <p:sldId xmlns:r="http://schemas.openxmlformats.org/officeDocument/2006/relationships" id="256" r:id="Rfd6e483d8bb443e7"/>
    <p:sldId xmlns:r="http://schemas.openxmlformats.org/officeDocument/2006/relationships" id="257" r:id="R24b2ca4e6b1e45bc"/>
    <p:sldId xmlns:r="http://schemas.openxmlformats.org/officeDocument/2006/relationships" id="258" r:id="Ra82d034fbc234f61"/>
    <p:sldId xmlns:r="http://schemas.openxmlformats.org/officeDocument/2006/relationships" id="259" r:id="R21709f1ced774f29"/>
    <p:sldId xmlns:r="http://schemas.openxmlformats.org/officeDocument/2006/relationships" id="260" r:id="R7b5d05762702411e"/>
    <p:sldId xmlns:r="http://schemas.openxmlformats.org/officeDocument/2006/relationships" id="261" r:id="Ra2c0f1325d024978"/>
    <p:sldId xmlns:r="http://schemas.openxmlformats.org/officeDocument/2006/relationships" id="262" r:id="R57a27ea16b2f47b0"/>
    <p:sldId xmlns:r="http://schemas.openxmlformats.org/officeDocument/2006/relationships" id="263" r:id="R706a64c90fbb423d"/>
    <p:sldId xmlns:r="http://schemas.openxmlformats.org/officeDocument/2006/relationships" id="264" r:id="R24a838a1028842d5"/>
    <p:sldId xmlns:r="http://schemas.openxmlformats.org/officeDocument/2006/relationships" id="265" r:id="R08c9c02a68f54013"/>
    <p:sldId xmlns:r="http://schemas.openxmlformats.org/officeDocument/2006/relationships" id="266" r:id="R6716239d250c4e05"/>
    <p:sldId xmlns:r="http://schemas.openxmlformats.org/officeDocument/2006/relationships" id="267" r:id="R85e0c643367c4408"/>
    <p:sldId xmlns:r="http://schemas.openxmlformats.org/officeDocument/2006/relationships" id="268" r:id="Re88a395d46c648ef"/>
    <p:sldId xmlns:r="http://schemas.openxmlformats.org/officeDocument/2006/relationships" id="269" r:id="R5e0b518123434eb5"/>
    <p:sldId xmlns:r="http://schemas.openxmlformats.org/officeDocument/2006/relationships" id="270" r:id="Rd324c09f95e745fa"/>
    <p:sldId xmlns:r="http://schemas.openxmlformats.org/officeDocument/2006/relationships" id="271" r:id="Rb777dce2122b4ff5"/>
    <p:sldId xmlns:r="http://schemas.openxmlformats.org/officeDocument/2006/relationships" id="272" r:id="R43d9974717424e66"/>
    <p:sldId xmlns:r="http://schemas.openxmlformats.org/officeDocument/2006/relationships" id="273" r:id="R9f21a2211c374a1e"/>
    <p:sldId xmlns:r="http://schemas.openxmlformats.org/officeDocument/2006/relationships" id="274" r:id="R91b14527cb0c4589"/>
    <p:sldId xmlns:r="http://schemas.openxmlformats.org/officeDocument/2006/relationships" id="275" r:id="R8949fdbda9894b74"/>
    <p:sldId xmlns:r="http://schemas.openxmlformats.org/officeDocument/2006/relationships" id="276" r:id="R8df1fefaeec84fca"/>
    <p:sldId xmlns:r="http://schemas.openxmlformats.org/officeDocument/2006/relationships" id="277" r:id="Re7935f2a3a2d4ccb"/>
    <p:sldId xmlns:r="http://schemas.openxmlformats.org/officeDocument/2006/relationships" id="278" r:id="R92281cc2092a4b83"/>
    <p:sldId xmlns:r="http://schemas.openxmlformats.org/officeDocument/2006/relationships" id="279" r:id="R7f3d8eac9d694bcb"/>
    <p:sldId xmlns:r="http://schemas.openxmlformats.org/officeDocument/2006/relationships" id="280" r:id="Rc869c7d4a3674858"/>
    <p:sldId xmlns:r="http://schemas.openxmlformats.org/officeDocument/2006/relationships" id="281" r:id="R39f0fca02fdd43f1"/>
    <p:sldId xmlns:r="http://schemas.openxmlformats.org/officeDocument/2006/relationships" id="282" r:id="Ree63a4591cb74663"/>
    <p:sldId xmlns:r="http://schemas.openxmlformats.org/officeDocument/2006/relationships" id="283" r:id="R88feb202890e473c"/>
    <p:sldId xmlns:r="http://schemas.openxmlformats.org/officeDocument/2006/relationships" id="284" r:id="R0a0e3bf0e0fe4add"/>
    <p:sldId xmlns:r="http://schemas.openxmlformats.org/officeDocument/2006/relationships" id="285" r:id="Rd91549ce592640d2"/>
    <p:sldId xmlns:r="http://schemas.openxmlformats.org/officeDocument/2006/relationships" id="286" r:id="Rc41dc04fd705460c"/>
    <p:sldId xmlns:r="http://schemas.openxmlformats.org/officeDocument/2006/relationships" id="287" r:id="Rb15b4eecf1c84ef7"/>
    <p:sldId xmlns:r="http://schemas.openxmlformats.org/officeDocument/2006/relationships" id="288" r:id="Rd37a3474e2584270"/>
    <p:sldId xmlns:r="http://schemas.openxmlformats.org/officeDocument/2006/relationships" id="289" r:id="Rdbfdc00821ff4dc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e1132705bf4bd7" /><Relationship Type="http://schemas.openxmlformats.org/officeDocument/2006/relationships/theme" Target="/ppt/theme/theme1.xml" Id="R2ffed2adb9e84eaa" /><Relationship Type="http://schemas.openxmlformats.org/officeDocument/2006/relationships/notesMaster" Target="/ppt/notesMasters/notesMaster1.xml" Id="Rf45062c390374740" /><Relationship Type="http://schemas.openxmlformats.org/officeDocument/2006/relationships/presProps" Target="/ppt/presProps.xml" Id="Rb6bd23afed8b4eb2" /><Relationship Type="http://schemas.openxmlformats.org/officeDocument/2006/relationships/viewProps" Target="/ppt/viewProps.xml" Id="Rc3062ab8abb747ef" /><Relationship Type="http://schemas.openxmlformats.org/officeDocument/2006/relationships/tableStyles" Target="/ppt/tableStyles.xml" Id="Rea6cc525ebe1460d" /><Relationship Type="http://schemas.openxmlformats.org/officeDocument/2006/relationships/slide" Target="/ppt/slides/slide1.xml" Id="Rfd6e483d8bb443e7" /><Relationship Type="http://schemas.openxmlformats.org/officeDocument/2006/relationships/slide" Target="/ppt/slides/slide2.xml" Id="R24b2ca4e6b1e45bc" /><Relationship Type="http://schemas.openxmlformats.org/officeDocument/2006/relationships/slide" Target="/ppt/slides/slide3.xml" Id="Ra82d034fbc234f61" /><Relationship Type="http://schemas.openxmlformats.org/officeDocument/2006/relationships/slide" Target="/ppt/slides/slide4.xml" Id="R21709f1ced774f29" /><Relationship Type="http://schemas.openxmlformats.org/officeDocument/2006/relationships/slide" Target="/ppt/slides/slide5.xml" Id="R7b5d05762702411e" /><Relationship Type="http://schemas.openxmlformats.org/officeDocument/2006/relationships/slide" Target="/ppt/slides/slide6.xml" Id="Ra2c0f1325d024978" /><Relationship Type="http://schemas.openxmlformats.org/officeDocument/2006/relationships/slide" Target="/ppt/slides/slide7.xml" Id="R57a27ea16b2f47b0" /><Relationship Type="http://schemas.openxmlformats.org/officeDocument/2006/relationships/slide" Target="/ppt/slides/slide8.xml" Id="R706a64c90fbb423d" /><Relationship Type="http://schemas.openxmlformats.org/officeDocument/2006/relationships/slide" Target="/ppt/slides/slide9.xml" Id="R24a838a1028842d5" /><Relationship Type="http://schemas.openxmlformats.org/officeDocument/2006/relationships/slide" Target="/ppt/slides/slide10.xml" Id="R08c9c02a68f54013" /><Relationship Type="http://schemas.openxmlformats.org/officeDocument/2006/relationships/slide" Target="/ppt/slides/slide11.xml" Id="R6716239d250c4e05" /><Relationship Type="http://schemas.openxmlformats.org/officeDocument/2006/relationships/slide" Target="/ppt/slides/slide12.xml" Id="R85e0c643367c4408" /><Relationship Type="http://schemas.openxmlformats.org/officeDocument/2006/relationships/slide" Target="/ppt/slides/slide13.xml" Id="Re88a395d46c648ef" /><Relationship Type="http://schemas.openxmlformats.org/officeDocument/2006/relationships/slide" Target="/ppt/slides/slide14.xml" Id="R5e0b518123434eb5" /><Relationship Type="http://schemas.openxmlformats.org/officeDocument/2006/relationships/slide" Target="/ppt/slides/slide15.xml" Id="Rd324c09f95e745fa" /><Relationship Type="http://schemas.openxmlformats.org/officeDocument/2006/relationships/slide" Target="/ppt/slides/slide16.xml" Id="Rb777dce2122b4ff5" /><Relationship Type="http://schemas.openxmlformats.org/officeDocument/2006/relationships/slide" Target="/ppt/slides/slide17.xml" Id="R43d9974717424e66" /><Relationship Type="http://schemas.openxmlformats.org/officeDocument/2006/relationships/slide" Target="/ppt/slides/slide18.xml" Id="R9f21a2211c374a1e" /><Relationship Type="http://schemas.openxmlformats.org/officeDocument/2006/relationships/slide" Target="/ppt/slides/slide19.xml" Id="R91b14527cb0c4589" /><Relationship Type="http://schemas.openxmlformats.org/officeDocument/2006/relationships/slide" Target="/ppt/slides/slide20.xml" Id="R8949fdbda9894b74" /><Relationship Type="http://schemas.openxmlformats.org/officeDocument/2006/relationships/slide" Target="/ppt/slides/slide21.xml" Id="R8df1fefaeec84fca" /><Relationship Type="http://schemas.openxmlformats.org/officeDocument/2006/relationships/slide" Target="/ppt/slides/slide22.xml" Id="Re7935f2a3a2d4ccb" /><Relationship Type="http://schemas.openxmlformats.org/officeDocument/2006/relationships/slide" Target="/ppt/slides/slide23.xml" Id="R92281cc2092a4b83" /><Relationship Type="http://schemas.openxmlformats.org/officeDocument/2006/relationships/slide" Target="/ppt/slides/slide24.xml" Id="R7f3d8eac9d694bcb" /><Relationship Type="http://schemas.openxmlformats.org/officeDocument/2006/relationships/slide" Target="/ppt/slides/slide25.xml" Id="Rc869c7d4a3674858" /><Relationship Type="http://schemas.openxmlformats.org/officeDocument/2006/relationships/slide" Target="/ppt/slides/slide26.xml" Id="R39f0fca02fdd43f1" /><Relationship Type="http://schemas.openxmlformats.org/officeDocument/2006/relationships/slide" Target="/ppt/slides/slide27.xml" Id="Ree63a4591cb74663" /><Relationship Type="http://schemas.openxmlformats.org/officeDocument/2006/relationships/slide" Target="/ppt/slides/slide28.xml" Id="R88feb202890e473c" /><Relationship Type="http://schemas.openxmlformats.org/officeDocument/2006/relationships/slide" Target="/ppt/slides/slide29.xml" Id="R0a0e3bf0e0fe4add" /><Relationship Type="http://schemas.openxmlformats.org/officeDocument/2006/relationships/slide" Target="/ppt/slides/slide30.xml" Id="Rd91549ce592640d2" /><Relationship Type="http://schemas.openxmlformats.org/officeDocument/2006/relationships/slide" Target="/ppt/slides/slide31.xml" Id="Rc41dc04fd705460c" /><Relationship Type="http://schemas.openxmlformats.org/officeDocument/2006/relationships/slide" Target="/ppt/slides/slide32.xml" Id="Rb15b4eecf1c84ef7" /><Relationship Type="http://schemas.openxmlformats.org/officeDocument/2006/relationships/slide" Target="/ppt/slides/slide33.xml" Id="Rd37a3474e2584270" /><Relationship Type="http://schemas.openxmlformats.org/officeDocument/2006/relationships/slide" Target="/ppt/slides/slide34.xml" Id="Rdbfdc00821ff4dc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986ba077aae43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cf5bd9aacca42e5" /><Relationship Type="http://schemas.openxmlformats.org/officeDocument/2006/relationships/notesMaster" Target="/ppt/notesMasters/notesMaster1.xml" Id="Ra7acb98df54844d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cfffc0a20494888" /><Relationship Type="http://schemas.openxmlformats.org/officeDocument/2006/relationships/notesMaster" Target="/ppt/notesMasters/notesMaster1.xml" Id="R87246140d79f44d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701ab6c835b4cac" /><Relationship Type="http://schemas.openxmlformats.org/officeDocument/2006/relationships/notesMaster" Target="/ppt/notesMasters/notesMaster1.xml" Id="Rbac6f63f4ac94d7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962b2223b814774" /><Relationship Type="http://schemas.openxmlformats.org/officeDocument/2006/relationships/notesMaster" Target="/ppt/notesMasters/notesMaster1.xml" Id="Rfbb08188975b4b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ec3bfaff7354d3d" /><Relationship Type="http://schemas.openxmlformats.org/officeDocument/2006/relationships/notesMaster" Target="/ppt/notesMasters/notesMaster1.xml" Id="Ra8aae76de41b446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13ae24727674d6d" /><Relationship Type="http://schemas.openxmlformats.org/officeDocument/2006/relationships/notesMaster" Target="/ppt/notesMasters/notesMaster1.xml" Id="R13a7c9633c9f469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a563776c28947c0" /><Relationship Type="http://schemas.openxmlformats.org/officeDocument/2006/relationships/notesMaster" Target="/ppt/notesMasters/notesMaster1.xml" Id="Rfb519277b758451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029bfffed404a80" /><Relationship Type="http://schemas.openxmlformats.org/officeDocument/2006/relationships/notesMaster" Target="/ppt/notesMasters/notesMaster1.xml" Id="R430600c4ba3e4fa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4033dbf76694e0e" /><Relationship Type="http://schemas.openxmlformats.org/officeDocument/2006/relationships/notesMaster" Target="/ppt/notesMasters/notesMaster1.xml" Id="Ra1f0a7dc025c47c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626deaef94c4487" /><Relationship Type="http://schemas.openxmlformats.org/officeDocument/2006/relationships/notesMaster" Target="/ppt/notesMasters/notesMaster1.xml" Id="Ra6cbe8f26b6d482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2284f9c957843ac" /><Relationship Type="http://schemas.openxmlformats.org/officeDocument/2006/relationships/notesMaster" Target="/ppt/notesMasters/notesMaster1.xml" Id="R1198718d845f401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01e84d51558458d" /><Relationship Type="http://schemas.openxmlformats.org/officeDocument/2006/relationships/notesMaster" Target="/ppt/notesMasters/notesMaster1.xml" Id="R1a54c94295754bf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542d9bebed14687" /><Relationship Type="http://schemas.openxmlformats.org/officeDocument/2006/relationships/notesMaster" Target="/ppt/notesMasters/notesMaster1.xml" Id="R5edaa261fca8461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351fb61452b4609" /><Relationship Type="http://schemas.openxmlformats.org/officeDocument/2006/relationships/notesMaster" Target="/ppt/notesMasters/notesMaster1.xml" Id="R12f0518c129242c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fd7038b3ff54a4c" /><Relationship Type="http://schemas.openxmlformats.org/officeDocument/2006/relationships/notesMaster" Target="/ppt/notesMasters/notesMaster1.xml" Id="Raae2678783ba4d1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1b6ea417403401c" /><Relationship Type="http://schemas.openxmlformats.org/officeDocument/2006/relationships/notesMaster" Target="/ppt/notesMasters/notesMaster1.xml" Id="R0ac6d2f3a7094de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e1a9b57c0724f92" /><Relationship Type="http://schemas.openxmlformats.org/officeDocument/2006/relationships/notesMaster" Target="/ppt/notesMasters/notesMaster1.xml" Id="Rd52cd34c4ea34a7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74c3723509045e6" /><Relationship Type="http://schemas.openxmlformats.org/officeDocument/2006/relationships/notesMaster" Target="/ppt/notesMasters/notesMaster1.xml" Id="Rd77e1e3c28544a7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294478b9e1c47db" /><Relationship Type="http://schemas.openxmlformats.org/officeDocument/2006/relationships/notesMaster" Target="/ppt/notesMasters/notesMaster1.xml" Id="R26e1cbf6e139471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c2f7690611348f3" /><Relationship Type="http://schemas.openxmlformats.org/officeDocument/2006/relationships/notesMaster" Target="/ppt/notesMasters/notesMaster1.xml" Id="R97db3e9ec601430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a4e75893f284aa1" /><Relationship Type="http://schemas.openxmlformats.org/officeDocument/2006/relationships/notesMaster" Target="/ppt/notesMasters/notesMaster1.xml" Id="R867c91d5e6034f6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3c1e080bc554f87" /><Relationship Type="http://schemas.openxmlformats.org/officeDocument/2006/relationships/notesMaster" Target="/ppt/notesMasters/notesMaster1.xml" Id="R50d506cd586e434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7df184c00214b67" /><Relationship Type="http://schemas.openxmlformats.org/officeDocument/2006/relationships/notesMaster" Target="/ppt/notesMasters/notesMaster1.xml" Id="Rb7155fa5f59d483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0016d75b586481b" /><Relationship Type="http://schemas.openxmlformats.org/officeDocument/2006/relationships/notesMaster" Target="/ppt/notesMasters/notesMaster1.xml" Id="R7a5e199c28a8418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6c3be1522e14cf6" /><Relationship Type="http://schemas.openxmlformats.org/officeDocument/2006/relationships/notesMaster" Target="/ppt/notesMasters/notesMaster1.xml" Id="Rb50e8f45005544b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76ebedc53b843a6" /><Relationship Type="http://schemas.openxmlformats.org/officeDocument/2006/relationships/notesMaster" Target="/ppt/notesMasters/notesMaster1.xml" Id="Rb004f332f0b74f2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cdb1818585d4078" /><Relationship Type="http://schemas.openxmlformats.org/officeDocument/2006/relationships/notesMaster" Target="/ppt/notesMasters/notesMaster1.xml" Id="R1820dd9c1a5e4c3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e40d7d6c80e4799" /><Relationship Type="http://schemas.openxmlformats.org/officeDocument/2006/relationships/notesMaster" Target="/ppt/notesMasters/notesMaster1.xml" Id="Rdde9aa40365f485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74b69b2558041a6" /><Relationship Type="http://schemas.openxmlformats.org/officeDocument/2006/relationships/notesMaster" Target="/ppt/notesMasters/notesMaster1.xml" Id="Rf1949c9094ae4d9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3701bce06cc4453" /><Relationship Type="http://schemas.openxmlformats.org/officeDocument/2006/relationships/notesMaster" Target="/ppt/notesMasters/notesMaster1.xml" Id="R92e585fec0bd4f0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6aa0ef705924f74" /><Relationship Type="http://schemas.openxmlformats.org/officeDocument/2006/relationships/notesMaster" Target="/ppt/notesMasters/notesMaster1.xml" Id="Ra2068f75c79946a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3e4818e4f5145ca" /><Relationship Type="http://schemas.openxmlformats.org/officeDocument/2006/relationships/notesMaster" Target="/ppt/notesMasters/notesMaster1.xml" Id="Ra4ce68f8ddc847f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b23bbf187116492d" /><Relationship Type="http://schemas.openxmlformats.org/officeDocument/2006/relationships/notesMaster" Target="/ppt/notesMasters/notesMaster1.xml" Id="Ra6b1d48687724c02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344211598c84c14" /><Relationship Type="http://schemas.openxmlformats.org/officeDocument/2006/relationships/notesMaster" Target="/ppt/notesMasters/notesMaster1.xml" Id="R97ca65a6c22643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4e94327fd444e6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041b38c42ca14428" /><Relationship Type="http://schemas.openxmlformats.org/officeDocument/2006/relationships/slideLayout" Target="/ppt/slideLayouts/slideLayout2.xml" Id="Rfe3861a15f5f4d6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e3861a15f5f4d6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729f4a657c4cc0" /><Relationship Type="http://schemas.openxmlformats.org/officeDocument/2006/relationships/image" Target="/ppt/media/image.png" Id="R8334d0f351644476" /><Relationship Type="http://schemas.openxmlformats.org/officeDocument/2006/relationships/image" Target="/ppt/media/image2.png" Id="R10348fc4db6a4436" /><Relationship Type="http://schemas.openxmlformats.org/officeDocument/2006/relationships/notesSlide" Target="/ppt/notesSlides/notesSlide1.xml" Id="R7c6eae30705c4f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bf95b1657a4b4b" /><Relationship Type="http://schemas.openxmlformats.org/officeDocument/2006/relationships/image" Target="/ppt/media/image3.png" Id="Rbb422dcb82b448c9" /><Relationship Type="http://schemas.openxmlformats.org/officeDocument/2006/relationships/notesSlide" Target="/ppt/notesSlides/notesSlide2.xml" Id="Re47dd6f4d15a4ec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b7b872801040ee" /><Relationship Type="http://schemas.openxmlformats.org/officeDocument/2006/relationships/image" Target="/ppt/media/image4.png" Id="R60d037c94c8c44fb" /><Relationship Type="http://schemas.openxmlformats.org/officeDocument/2006/relationships/notesSlide" Target="/ppt/notesSlides/notesSlide3.xml" Id="Rdfde9170e035441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ead7d5b49143fc" /><Relationship Type="http://schemas.openxmlformats.org/officeDocument/2006/relationships/image" Target="/ppt/media/image5.png" Id="R5aec9516f5a4490d" /><Relationship Type="http://schemas.openxmlformats.org/officeDocument/2006/relationships/notesSlide" Target="/ppt/notesSlides/notesSlide4.xml" Id="R6b579f71a85c4da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72cb90c3fe4279" /><Relationship Type="http://schemas.openxmlformats.org/officeDocument/2006/relationships/image" Target="/ppt/media/image6.png" Id="R46e0dc944b7149c1" /><Relationship Type="http://schemas.openxmlformats.org/officeDocument/2006/relationships/image" Target="/ppt/media/image7.png" Id="R2d672fca65514f2b" /><Relationship Type="http://schemas.openxmlformats.org/officeDocument/2006/relationships/notesSlide" Target="/ppt/notesSlides/notesSlide5.xml" Id="Rf30f99b152734a6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14e8f3326e45f0" /><Relationship Type="http://schemas.openxmlformats.org/officeDocument/2006/relationships/image" Target="/ppt/media/image8.png" Id="Raf2d83fd36914c9e" /><Relationship Type="http://schemas.openxmlformats.org/officeDocument/2006/relationships/image" Target="/ppt/media/image9.png" Id="R71be58abd9a544cf" /><Relationship Type="http://schemas.openxmlformats.org/officeDocument/2006/relationships/notesSlide" Target="/ppt/notesSlides/notesSlide6.xml" Id="Rcec45745f3b641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4b1cbd81c84fa0" /><Relationship Type="http://schemas.openxmlformats.org/officeDocument/2006/relationships/image" Target="/ppt/media/image10.png" Id="R53c3483c7ae34c1f" /><Relationship Type="http://schemas.openxmlformats.org/officeDocument/2006/relationships/image" Target="/ppt/media/image11.png" Id="R0cc19772b8484242" /><Relationship Type="http://schemas.openxmlformats.org/officeDocument/2006/relationships/notesSlide" Target="/ppt/notesSlides/notesSlide7.xml" Id="R7a7d0b15df4e42d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2f714435f044fe" /><Relationship Type="http://schemas.openxmlformats.org/officeDocument/2006/relationships/image" Target="/ppt/media/image12.png" Id="Rd9bc312741c94cd0" /><Relationship Type="http://schemas.openxmlformats.org/officeDocument/2006/relationships/image" Target="/ppt/media/image13.png" Id="R0e1c080609f34474" /><Relationship Type="http://schemas.openxmlformats.org/officeDocument/2006/relationships/notesSlide" Target="/ppt/notesSlides/notesSlide8.xml" Id="R924caa3eedc2497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59652a4ccc4f61" /><Relationship Type="http://schemas.openxmlformats.org/officeDocument/2006/relationships/image" Target="/ppt/media/image14.png" Id="R684719069cea486b" /><Relationship Type="http://schemas.openxmlformats.org/officeDocument/2006/relationships/notesSlide" Target="/ppt/notesSlides/notesSlide9.xml" Id="Re7f2e1fdb2d9489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7df5644c38460a" /><Relationship Type="http://schemas.openxmlformats.org/officeDocument/2006/relationships/image" Target="/ppt/media/image15.png" Id="R7ca04c9201854969" /><Relationship Type="http://schemas.openxmlformats.org/officeDocument/2006/relationships/notesSlide" Target="/ppt/notesSlides/notesSlide10.xml" Id="Rea2a4cc27d50417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7c65a27adf45a3" /><Relationship Type="http://schemas.openxmlformats.org/officeDocument/2006/relationships/image" Target="/ppt/media/image16.png" Id="R72adc5045e4d426c" /><Relationship Type="http://schemas.openxmlformats.org/officeDocument/2006/relationships/image" Target="/ppt/media/image17.png" Id="Rb9a40343faa043d8" /><Relationship Type="http://schemas.openxmlformats.org/officeDocument/2006/relationships/notesSlide" Target="/ppt/notesSlides/notesSlide11.xml" Id="R5bd25d01e3f340a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c32ad0f54f4073" /><Relationship Type="http://schemas.openxmlformats.org/officeDocument/2006/relationships/image" Target="/ppt/media/image18.png" Id="R84decb8101024b74" /><Relationship Type="http://schemas.openxmlformats.org/officeDocument/2006/relationships/notesSlide" Target="/ppt/notesSlides/notesSlide12.xml" Id="R05799de390ea458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9725492bff443c" /><Relationship Type="http://schemas.openxmlformats.org/officeDocument/2006/relationships/image" Target="/ppt/media/image19.png" Id="Raa1a603293f94bb3" /><Relationship Type="http://schemas.openxmlformats.org/officeDocument/2006/relationships/image" Target="/ppt/media/image20.png" Id="R9d7f4ea7f3ca46f8" /><Relationship Type="http://schemas.openxmlformats.org/officeDocument/2006/relationships/notesSlide" Target="/ppt/notesSlides/notesSlide13.xml" Id="R0baeb5bd898940c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a75e5b56764911" /><Relationship Type="http://schemas.openxmlformats.org/officeDocument/2006/relationships/image" Target="/ppt/media/image21.png" Id="Rdab103cf706d4d63" /><Relationship Type="http://schemas.openxmlformats.org/officeDocument/2006/relationships/image" Target="/ppt/media/image22.png" Id="R2e519483155449de" /><Relationship Type="http://schemas.openxmlformats.org/officeDocument/2006/relationships/notesSlide" Target="/ppt/notesSlides/notesSlide14.xml" Id="R3d78d7fcf119472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e1205e7e5c4e11" /><Relationship Type="http://schemas.openxmlformats.org/officeDocument/2006/relationships/image" Target="/ppt/media/image23.png" Id="R1e6ed91b12e048a2" /><Relationship Type="http://schemas.openxmlformats.org/officeDocument/2006/relationships/image" Target="/ppt/media/image24.png" Id="Reb6e86e95d5e4fbf" /><Relationship Type="http://schemas.openxmlformats.org/officeDocument/2006/relationships/notesSlide" Target="/ppt/notesSlides/notesSlide15.xml" Id="R0007cead48ce4b7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51b3758a104434" /><Relationship Type="http://schemas.openxmlformats.org/officeDocument/2006/relationships/image" Target="/ppt/media/image25.png" Id="R8d1aec88a3b94cdf" /><Relationship Type="http://schemas.openxmlformats.org/officeDocument/2006/relationships/notesSlide" Target="/ppt/notesSlides/notesSlide16.xml" Id="R8eac834c03104e9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1dad29fe734168" /><Relationship Type="http://schemas.openxmlformats.org/officeDocument/2006/relationships/image" Target="/ppt/media/image26.png" Id="R4a4cf951ed774321" /><Relationship Type="http://schemas.openxmlformats.org/officeDocument/2006/relationships/image" Target="/ppt/media/image27.png" Id="R83dfcb13fada450e" /><Relationship Type="http://schemas.openxmlformats.org/officeDocument/2006/relationships/notesSlide" Target="/ppt/notesSlides/notesSlide17.xml" Id="R87ec2ab7d3f746b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3da1277d104994" /><Relationship Type="http://schemas.openxmlformats.org/officeDocument/2006/relationships/image" Target="/ppt/media/image28.png" Id="R8f68c8c04da442b1" /><Relationship Type="http://schemas.openxmlformats.org/officeDocument/2006/relationships/image" Target="/ppt/media/image29.png" Id="R1f6069155a43483f" /><Relationship Type="http://schemas.openxmlformats.org/officeDocument/2006/relationships/notesSlide" Target="/ppt/notesSlides/notesSlide18.xml" Id="R5dac7c0fd1814ec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900b734e4f4de9" /><Relationship Type="http://schemas.openxmlformats.org/officeDocument/2006/relationships/image" Target="/ppt/media/image30.png" Id="R8ef6bc51bc6b4bdc" /><Relationship Type="http://schemas.openxmlformats.org/officeDocument/2006/relationships/image" Target="/ppt/media/image31.png" Id="R7b8a838096b1406d" /><Relationship Type="http://schemas.openxmlformats.org/officeDocument/2006/relationships/notesSlide" Target="/ppt/notesSlides/notesSlide19.xml" Id="Rd274832bf181440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a6999679e545cc" /><Relationship Type="http://schemas.openxmlformats.org/officeDocument/2006/relationships/image" Target="/ppt/media/image32.png" Id="Rea15108ebb34456b" /><Relationship Type="http://schemas.openxmlformats.org/officeDocument/2006/relationships/notesSlide" Target="/ppt/notesSlides/notesSlide20.xml" Id="R3146f3f13f194b3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f6482c30144162" /><Relationship Type="http://schemas.openxmlformats.org/officeDocument/2006/relationships/image" Target="/ppt/media/image33.png" Id="R03e71df03481405a" /><Relationship Type="http://schemas.openxmlformats.org/officeDocument/2006/relationships/notesSlide" Target="/ppt/notesSlides/notesSlide21.xml" Id="Rca9950cd79d4491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d8f0bbdf8c4b01" /><Relationship Type="http://schemas.openxmlformats.org/officeDocument/2006/relationships/image" Target="/ppt/media/image34.png" Id="R44e8e26e912b4340" /><Relationship Type="http://schemas.openxmlformats.org/officeDocument/2006/relationships/notesSlide" Target="/ppt/notesSlides/notesSlide22.xml" Id="R9c1c0da92ffd4fa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c4b17e83a6452a" /><Relationship Type="http://schemas.openxmlformats.org/officeDocument/2006/relationships/image" Target="/ppt/media/image35.png" Id="R550af840359f4501" /><Relationship Type="http://schemas.openxmlformats.org/officeDocument/2006/relationships/notesSlide" Target="/ppt/notesSlides/notesSlide23.xml" Id="R4e05eba6914b4a0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2b2604a8a1444e" /><Relationship Type="http://schemas.openxmlformats.org/officeDocument/2006/relationships/image" Target="/ppt/media/image36.png" Id="R8cabcfb88fee4fed" /><Relationship Type="http://schemas.openxmlformats.org/officeDocument/2006/relationships/notesSlide" Target="/ppt/notesSlides/notesSlide24.xml" Id="R3a4e5c465afc4db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a09cfe1bf7484f" /><Relationship Type="http://schemas.openxmlformats.org/officeDocument/2006/relationships/image" Target="/ppt/media/image37.png" Id="R99f8215751fa429b" /><Relationship Type="http://schemas.openxmlformats.org/officeDocument/2006/relationships/notesSlide" Target="/ppt/notesSlides/notesSlide25.xml" Id="R44b36f21c6274fa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63449a94364eea" /><Relationship Type="http://schemas.openxmlformats.org/officeDocument/2006/relationships/image" Target="/ppt/media/image38.png" Id="R85bc7348099e45ec" /><Relationship Type="http://schemas.openxmlformats.org/officeDocument/2006/relationships/notesSlide" Target="/ppt/notesSlides/notesSlide26.xml" Id="R6fc760e9791d4fe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3271bb49a54916" /><Relationship Type="http://schemas.openxmlformats.org/officeDocument/2006/relationships/image" Target="/ppt/media/image39.png" Id="R0cbf59d2dade49f8" /><Relationship Type="http://schemas.openxmlformats.org/officeDocument/2006/relationships/notesSlide" Target="/ppt/notesSlides/notesSlide27.xml" Id="Rb2b9110347604de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645ea54c004940" /><Relationship Type="http://schemas.openxmlformats.org/officeDocument/2006/relationships/image" Target="/ppt/media/image40.png" Id="Raecb985992e849ec" /><Relationship Type="http://schemas.openxmlformats.org/officeDocument/2006/relationships/notesSlide" Target="/ppt/notesSlides/notesSlide28.xml" Id="R59ac1b9ca4304c0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ad23e2b1454773" /><Relationship Type="http://schemas.openxmlformats.org/officeDocument/2006/relationships/image" Target="/ppt/media/image41.png" Id="Rc4496d5735564e8d" /><Relationship Type="http://schemas.openxmlformats.org/officeDocument/2006/relationships/image" Target="/ppt/media/image42.png" Id="R54491d6d3fcb4ee2" /><Relationship Type="http://schemas.openxmlformats.org/officeDocument/2006/relationships/notesSlide" Target="/ppt/notesSlides/notesSlide29.xml" Id="Raa33bf4cde9e46f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91ee1ef25548dd" /><Relationship Type="http://schemas.openxmlformats.org/officeDocument/2006/relationships/image" Target="/ppt/media/image43.png" Id="R6e3348b404c14742" /><Relationship Type="http://schemas.openxmlformats.org/officeDocument/2006/relationships/image" Target="/ppt/media/image44.png" Id="Ra9e5f028c356426e" /><Relationship Type="http://schemas.openxmlformats.org/officeDocument/2006/relationships/notesSlide" Target="/ppt/notesSlides/notesSlide30.xml" Id="Rf7e8bf6c2e074b9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2113c5991145a8" /><Relationship Type="http://schemas.openxmlformats.org/officeDocument/2006/relationships/image" Target="/ppt/media/image45.png" Id="R8bab84dbc1954d21" /><Relationship Type="http://schemas.openxmlformats.org/officeDocument/2006/relationships/image" Target="/ppt/media/image46.png" Id="R0a0a16a402fe4985" /><Relationship Type="http://schemas.openxmlformats.org/officeDocument/2006/relationships/notesSlide" Target="/ppt/notesSlides/notesSlide31.xml" Id="Raea6203b186d43de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17641ba17b4dc0" /><Relationship Type="http://schemas.openxmlformats.org/officeDocument/2006/relationships/image" Target="/ppt/media/image47.png" Id="R7a50b9c8b3f44e99" /><Relationship Type="http://schemas.openxmlformats.org/officeDocument/2006/relationships/notesSlide" Target="/ppt/notesSlides/notesSlide32.xml" Id="R83497c6ed85d4dd2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297c9c2ffe46e6" /><Relationship Type="http://schemas.openxmlformats.org/officeDocument/2006/relationships/image" Target="/ppt/media/image48.png" Id="R95ccf216c5c245ff" /><Relationship Type="http://schemas.openxmlformats.org/officeDocument/2006/relationships/notesSlide" Target="/ppt/notesSlides/notesSlide33.xml" Id="R5cc8ad1028814c4d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de5e3c78244bcc" /><Relationship Type="http://schemas.openxmlformats.org/officeDocument/2006/relationships/image" Target="/ppt/media/image49.png" Id="Rf833cbbfd3184528" /><Relationship Type="http://schemas.openxmlformats.org/officeDocument/2006/relationships/notesSlide" Target="/ppt/notesSlides/notesSlide34.xml" Id="R6973d88f7daf4cc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48517D-51BA-49E8-87AC-A38CE2EB9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5D5C71-54C7-4EFE-AC05-7E1C9945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34d0f35164447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B0BAEB-73ED-404F-9665-E52388E5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68580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Can we build the field that we optimized?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8F2445-5110-4B25-A450-B2B838C8E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527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28B5F2-ED2E-45DA-8DDD-A37A4D7B7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81940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Lecture 2: coils, quadratic flux, and single-stage design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23FF6B-287A-4621-AC71-AD6090FA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3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55940A-ED0A-444E-877D-F3940E0D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plasma boundary is a wish; coils are the contract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BC7632-0BCA-4F68-BEE8-E2641F41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9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D75AF2-1742-4D70-BB7B-98BD1C327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Docs: https://sos2026-rjorge-stellarator-optimization.readthedocs.io/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99963E-F5B4-466B-B358-FD799EA9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66800"/>
            <a:ext cx="41719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348fc4db6a4436"/>
          <a:stretch xmlns:a="http://schemas.openxmlformats.org/drawingml/2006/main"/>
        </p:blipFill>
        <p:spPr>
          <a:xfrm xmlns:a="http://schemas.openxmlformats.org/drawingml/2006/main">
            <a:off x="7862045" y="1257300"/>
            <a:ext cx="2582959" cy="27241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D6388D-4A59-4EEC-A651-19D89A88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76900"/>
            <a:ext cx="12192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868B8B-7CF0-4D58-9FBE-20A1AA95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24550"/>
            <a:ext cx="542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CEA-IRFM / Renaissance Fusion School on Stellarators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35EEE9-69E1-4352-B7D2-0616AD50C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Aix-en-Provence,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3802E4-F608-4932-A693-21B4FDF6B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0388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Rogerio Jorge, University of Wisconsin-Madison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C656A9-708C-4975-8041-DB1C2F89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Repo: github.com/rogeriojorge/sos2026-rjorge-stellarator-optimization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F1B7D9-1912-49D4-85A3-8378CFC4C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286500"/>
            <a:ext cx="3714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Docs: 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EA3261-7870-4A81-8F0B-B22BE3A2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Slide 01</a:t>
            </a:r>
          </a:p>
        </p:txBody>
      </p:sp>
    </p:spTree>
    <p:extLst>
      <p:ext uri="{BB962C8B-B14F-4D97-AF65-F5344CB8AC3E}">
        <p14:creationId xmlns:p14="http://schemas.microsoft.com/office/powerpoint/2010/main" val="38089868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D9A7E8-C047-489B-B6DE-4833DE65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71F39F-AD8A-46D6-92C2-517EC719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422dcb82b448c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DEBCC3-C9D9-489D-9A33-CB770A01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5C8BEA-D44D-4907-BF77-9EC0D0BB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6EEC71-784B-4358-BBB4-161B21E90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1. The coil inverse 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1FFB92-76E9-4654-AECB-7FC8F04D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334258-D2C7-42EF-919D-5391E3EB0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22E0B7-1DBB-4689-A205-07CE1B3B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Stage 1 gives a target surface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E0675F-2D3F-4108-A028-7B573160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A289C2-7CA0-4091-AECA-8004E9E3D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Stage 2 asks hardware to reproduce 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9FF7BC-F857-41E7-AEFB-DC287359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1035E2-8596-432B-A744-C6E78A2BE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450BE0-1C6E-4F9F-81E0-928DDEE3F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4B9855-02EB-496D-AD42-ABC25AB5B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B770DF-EBDB-4111-8B25-5E00AAC1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02</a:t>
            </a:r>
          </a:p>
        </p:txBody>
      </p:sp>
    </p:spTree>
    <p:extLst>
      <p:ext uri="{BB962C8B-B14F-4D97-AF65-F5344CB8AC3E}">
        <p14:creationId xmlns:p14="http://schemas.microsoft.com/office/powerpoint/2010/main" val="113742836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EE303C-D655-4D9F-B249-75E2BE9A9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2B19C4-7078-425D-99EE-FB5049072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d037c94c8c44f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CFFF0B-43FC-4122-92C3-94F2F547D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Never show a beautiful plasma without its coils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173E9-E989-418C-9AD9-7AD42AD1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ABAE73-FDE7-4C09-80BD-253D3AEAF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36DA70-4A7E-4C35-9CC7-533E3D57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engineering contract starts at B dot 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B7EDA0-6870-4523-88EF-8A2768F33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8A7FC2-4ACF-4102-9CD0-43995E929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58FE70-2768-49E2-A799-E22DC949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F29C60-51E7-44CD-966D-B57F9C12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6FB77D-DCD2-43FC-B652-F34439C3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03</a:t>
            </a:r>
          </a:p>
        </p:txBody>
      </p:sp>
    </p:spTree>
    <p:extLst>
      <p:ext uri="{BB962C8B-B14F-4D97-AF65-F5344CB8AC3E}">
        <p14:creationId xmlns:p14="http://schemas.microsoft.com/office/powerpoint/2010/main" val="115260035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48FFAA-B9F6-4062-ABA5-69F697314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B6CC34-B764-4D07-A8B3-4FC1D12E4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ec9516f5a4490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CAA25B-3002-4E9E-874B-C64387EB8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Stage 1, stage 2, single stage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D4C8F1-9102-4B55-B991-FCEA1D942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07363E-F53F-45D6-A809-E597D4159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128FF7-47AC-4317-9CC4-C2CDE7E86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CBCC45-1D8F-4000-A517-3852C32F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DEE099-AA40-49BF-9879-CA5E8A96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0D3599-8E4D-491C-8E66-F9AFEE1A7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7EEFF4-47C8-4C60-9426-125335CC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37A5AD-0F07-434E-A815-37207CAF1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Stage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D21253-53A7-4840-A993-39354EE8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optimize the plasma 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5DEA7A-535B-4945-9D87-9200E8F8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9A9195-E528-42B0-AFB2-3E7B33E7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13B51D-1C9D-4EEC-9777-E8641E1B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Stage 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681D7F-7F7A-4B75-9A4C-88616B9C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fit coils to that target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2D4DED-E3AC-45BD-84F0-81E12C476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3E36FE-A8BC-4B91-80AF-64439E26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F2765A-9F18-44FC-AEBD-F09A0777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Single stage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72EE19-AA54-40E7-BDF5-65428E7DB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move plasma and coils together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02D258-A50D-4BD0-850F-442B1A8E8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480028-5FB4-4CBE-B22D-E6CB1E6C1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AC8854-5E30-4956-A0A5-4DA20E8A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320D39-FE9E-401E-85FA-17CF55B9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723883-8B3B-47DF-9B4E-F2426C714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04</a:t>
            </a:r>
          </a:p>
        </p:txBody>
      </p:sp>
    </p:spTree>
    <p:extLst>
      <p:ext uri="{BB962C8B-B14F-4D97-AF65-F5344CB8AC3E}">
        <p14:creationId xmlns:p14="http://schemas.microsoft.com/office/powerpoint/2010/main" val="52782135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D53C46-413D-4BB3-9970-76306BAB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74A31C-7A2F-456D-B1B8-8FE9B542F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e0dc944b7149c1"/>
          <a:stretch xmlns:a="http://schemas.openxmlformats.org/drawingml/2006/main"/>
        </p:blipFill>
        <p:spPr>
          <a:xfrm xmlns:a="http://schemas.openxmlformats.org/drawingml/2006/main">
            <a:off x="2420860" y="1695450"/>
            <a:ext cx="3540280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F5F99C-CC2B-41B9-8680-1868372D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D3DA76-EF10-48E7-8D77-F4490D7AB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74BDB-0FC6-498A-B2EB-E3FA94A1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Look for scale, symmetry, and crowding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7409C4-B0E8-44EC-805F-F507EB94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A098DB-D3CB-459E-8974-8566790C9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curves are synthetic teaching coils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28CC8A-A4CD-4515-9122-76EC0A7F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C7210C-B4E1-42D7-B6AC-E1600A6C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first coil set shows the inverse problem before regularization.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D11474-0ECF-4682-8DFD-B7D4DF68C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672fca65514f2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906DFB-677F-45D4-8E50-9808BFFF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Initial coils are a diagnostic, not an answer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7DA0E7-4E8E-42DC-8F5D-46780D1D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408657-7BB1-4A99-B49F-DA57CD983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20C794-7216-4166-BF67-1806E5A65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F471A6-3E09-4BD9-9ADC-88B6FE47E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9766F1-A3F5-45EC-B4F2-F5C6B95FB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8E2FED-4A47-49A1-AE53-648EAE3AD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05</a:t>
            </a:r>
          </a:p>
        </p:txBody>
      </p:sp>
    </p:spTree>
    <p:extLst>
      <p:ext uri="{BB962C8B-B14F-4D97-AF65-F5344CB8AC3E}">
        <p14:creationId xmlns:p14="http://schemas.microsoft.com/office/powerpoint/2010/main" val="119885829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52BDC5-BB8D-444F-AD4F-EB8D615BE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646C48-258D-4BA3-985A-D0E9B4249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2d83fd36914c9e"/>
          <a:stretch xmlns:a="http://schemas.openxmlformats.org/drawingml/2006/main"/>
        </p:blipFill>
        <p:spPr>
          <a:xfrm xmlns:a="http://schemas.openxmlformats.org/drawingml/2006/main">
            <a:off x="2420860" y="1695450"/>
            <a:ext cx="3540280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9164DF-4D8D-4755-BF3B-4F807A686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DA4916-C706-468C-AA57-DDE3ABED6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9B45AF-89E2-426D-BEEC-8D5C866DD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Compare shape and smoothness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01F1C8-694D-4EAF-95CF-0DB1E0D5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12939B-A5F1-43D2-8F26-32122B42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Then ask whether access and curvature remain acceptable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030820-8E98-40BD-B081-5F01B64B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87D10B-CDA0-49AC-9128-F693B034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A better coil picture is still not a manufacturability proof.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29EFAB-89D5-411D-9B09-9619D8B6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be58abd9a544c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28B895-EEA3-4EE0-A5C6-2548EF48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Final coils reduce the obvious mismatch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1E1EA3-BBBF-42A4-B88A-CFED0635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ED0B4D-ABBA-45B6-8680-C8D9194D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C4D643-4C9D-4C05-BB6D-3361C932F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B724DB-945F-49E1-B740-E8AB51D8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0DA00-D352-4ABF-93BD-57482564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EF85EF-72E9-4124-A474-549BEB42C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06</a:t>
            </a:r>
          </a:p>
        </p:txBody>
      </p:sp>
    </p:spTree>
    <p:extLst>
      <p:ext uri="{BB962C8B-B14F-4D97-AF65-F5344CB8AC3E}">
        <p14:creationId xmlns:p14="http://schemas.microsoft.com/office/powerpoint/2010/main" val="103377658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69D82C-290F-414D-8199-F28C61B91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198BA1-5F52-4145-91C5-D26752DC4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c3483c7ae34c1f"/>
          <a:stretch xmlns:a="http://schemas.openxmlformats.org/drawingml/2006/main"/>
        </p:blipFill>
        <p:spPr>
          <a:xfrm xmlns:a="http://schemas.openxmlformats.org/drawingml/2006/main">
            <a:off x="666750" y="1858477"/>
            <a:ext cx="7048500" cy="3407746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ECBFF3-2FC3-425D-B6B3-FAD18DD98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A88436-F742-4E2D-8CBA-2AA0A4957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61E810-D4A3-4C78-93B4-4EAEEC32D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Blue/red patches show normal-field error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99C96B-C44D-4E07-BF4C-6DD95AB7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E8912F-BBEB-4D75-8345-1BE6C6254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target surface is damaged when patches remain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BAEE58-20B6-4A9D-B1ED-8B02BD62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48F3DB-C7ED-4685-9682-29248629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Quadratic flux measures whether coils reproduce the requested boundary.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F968DF-A3DA-419E-B42B-70EB46796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c19772b848424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0A2A12-9D32-48BC-BF75-D92D8EAE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 dot n is the basic stage-2 score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0EE30E-6038-4536-BEAE-928B56A67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3CDC59-015B-48BE-A477-A160E79D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1C794A-D645-4257-8E33-01DC5A56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F18C8D-09A3-404E-A785-9D0B3619A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BFA17B-6CAC-423D-9434-E420B38D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DF5572-394F-48B5-BA05-6CF1BAF0A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07</a:t>
            </a:r>
          </a:p>
        </p:txBody>
      </p:sp>
    </p:spTree>
    <p:extLst>
      <p:ext uri="{BB962C8B-B14F-4D97-AF65-F5344CB8AC3E}">
        <p14:creationId xmlns:p14="http://schemas.microsoft.com/office/powerpoint/2010/main" val="201972582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2FC0F4-38CF-482D-83BA-D61798375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8F5096-545F-44F1-BEBF-15923331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bc312741c94cd0"/>
          <a:stretch xmlns:a="http://schemas.openxmlformats.org/drawingml/2006/main"/>
        </p:blipFill>
        <p:spPr>
          <a:xfrm xmlns:a="http://schemas.openxmlformats.org/drawingml/2006/main">
            <a:off x="1118803" y="1695450"/>
            <a:ext cx="6144394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3E4D98-D17D-4340-B795-5EEFA7377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C1D0DE-7BCF-4DE4-A29F-E3CA313C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B30B90-204C-41A9-8997-BAB91364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Shorter coils can make B dot n worse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AAFA5D-8B23-4295-A4C9-0C6AC3A8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28921C-B812-4135-9CC9-69D77B23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single optimum hides the engineering choice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7FC0F8-B44B-484C-B813-4A698F309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881D5-D405-493E-B740-77D5C268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annotation marks what gets worse when coils are pushed too hard.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857AA4-A334-4A35-91DC-940F620D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1c080609f3447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7B8A85-8937-4F2D-B68B-A634C71B9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Regularization trades field quality for hardware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512735-77E5-496D-82A6-3535F993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FC19FA-CCAA-4D3E-BAE0-0896E06F6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57A375-8AE8-44F7-B78F-0619536E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D64E76-A6E4-44DF-9227-8EEAD39AA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083EAD-E899-4C40-B652-0CD1928D2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17726D-A613-4D02-A668-CDA8E561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08</a:t>
            </a:r>
          </a:p>
        </p:txBody>
      </p:sp>
    </p:spTree>
    <p:extLst>
      <p:ext uri="{BB962C8B-B14F-4D97-AF65-F5344CB8AC3E}">
        <p14:creationId xmlns:p14="http://schemas.microsoft.com/office/powerpoint/2010/main" val="3126020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14D7C5-09DC-4049-AC9F-6E797243E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1B63D6-319B-4EB1-9AF2-24C09F60D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4719069cea486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FF1FD5-BB5E-445C-A8DC-8EE509459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Coil complexity has multiple dimensions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14D29A-C62B-42D7-9868-DEA68FAA3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509CE4-0952-4776-B4B6-D9D04EFBB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68AB2E-9214-48A6-ADFA-6810837BC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BD9647-D616-4892-8907-0B07B870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8E5038-A1AB-41C4-9E29-CF54F3F30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020EB0-E327-4C33-95ED-10AA186BA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05B39A-C984-4F8B-B2E6-64A9E0C0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92B8FA-F26D-4561-81BE-1F10BFC1D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Length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262750-098B-484D-BEAA-9AA671DB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cost, maintenance, and access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58BE80-68FD-4A3E-A00B-C6ED4569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D7FA06-FB0B-44E6-B9A6-5ECFE7A8B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1695AE-72B7-4065-BAA4-014821B8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Curvature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B330E4-08D4-4637-8DCE-50A32F97E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force and strain risk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DDDE74-A2DF-4F93-BB09-9CB008234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093E7E-FCB2-4437-A689-9B3AABF11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49AE47-167B-4FDC-A3AF-9281534D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Separation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8181AC-0FBA-4C9B-B4FC-5E43004B0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ports and assembly constraints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B9B924-AEEA-42CF-9FEB-45EC944F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AF0309-A8D9-4445-86AB-96F0A02EF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840597-2F72-4402-88D9-05187B6A9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F80CE9-D26D-4210-A3FD-1217301FF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070DEB-C1C1-4E8B-AC43-EB990EA3F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09</a:t>
            </a:r>
          </a:p>
        </p:txBody>
      </p:sp>
    </p:spTree>
    <p:extLst>
      <p:ext uri="{BB962C8B-B14F-4D97-AF65-F5344CB8AC3E}">
        <p14:creationId xmlns:p14="http://schemas.microsoft.com/office/powerpoint/2010/main" val="8962633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D523C0-C3CB-4BA5-AD9F-33C543C98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828804-CB8E-4ED0-BE10-7D27E02F0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4A058E-3625-445A-93CF-1959554B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E52767-B1CF-464C-890B-CE52E97A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27E171-1A44-4737-BECD-468BF2BA3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190725-2AFF-46EE-A9E9-F5D248BC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Access can invalidate attractive coil sets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1BD0A5-D089-4437-920A-F6DF3740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43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38F3A3-64D3-4E7C-9FCA-C65DDD232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385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engineering constraints as penalties or hard gates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2D5DE9-1671-4760-AEE0-251C0F6C1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16C66D-326B-4A7C-9995-89FBBC0E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8DD607-1EA9-4215-ACA6-4BE88EBB1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a04c920185496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2EDA2B-05E6-41EF-835F-3A1EBDF9D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Ports and maintenance enter early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04BE98-BF9F-4A94-89E9-D3D0184E6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6E8B7A-4CF5-4ADF-B90F-6E492627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9E6858-9C04-48C9-8544-6A76BF36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35591D-6977-453A-AAD8-EAA7D7643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6CC457-129C-46DD-96C1-A7909FEEE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93B446-3B72-4BC1-A8F2-7DB8904A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10</a:t>
            </a:r>
          </a:p>
        </p:txBody>
      </p:sp>
    </p:spTree>
    <p:extLst>
      <p:ext uri="{BB962C8B-B14F-4D97-AF65-F5344CB8AC3E}">
        <p14:creationId xmlns:p14="http://schemas.microsoft.com/office/powerpoint/2010/main" val="14281427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F7B6F5-97BA-480E-80ED-5EDC9D34D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980F80-E52E-42CA-A6C0-6BF51BA1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adc5045e4d426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3C3D46-433B-44F1-8490-BB0CCC97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Demo break: SIMSOPT stage-2 coils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5412D4-6826-45DF-A191-C12D1BD38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BEA3A1-B072-41EF-8FFD-505FE5734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C9D024-6EA4-46A8-968D-897E204AA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7C0AC7-B443-45A2-8CE6-ED1DBB01F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6F9232-4D14-4900-9069-75EF9D93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notebooks/04_simsopt_stage2_coils.ipynb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028FAC-F30C-4C45-8465-D5FAFEBD4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BF4FD3-83AE-41D1-BA3E-F8A6FF01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Compare initial and final coils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17CB06-E682-438C-9584-8B35C4AD3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DF62D4-C853-4F39-BE03-DA324383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B dot n maps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FAD9E4-4A40-49BA-A884-5A0C3F3B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9BDCF4-7067-4084-9BD4-DBC27464C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Name the tradeoff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a40343faa043d8"/>
          <a:stretch xmlns:a="http://schemas.openxmlformats.org/drawingml/2006/main"/>
        </p:blipFill>
        <p:spPr>
          <a:xfrm xmlns:a="http://schemas.openxmlformats.org/drawingml/2006/main">
            <a:off x="5619750" y="1939558"/>
            <a:ext cx="5334000" cy="2578835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FD783E-D92A-4D60-B214-7C6EB700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4FDAA6-EBEF-496E-A8D6-2F8BD8EB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Cached mode first. Repo: https://github.com/rogeriojorge/sos2026-rjorge-stellarator-optimization | Docs: https://sos2026-rjorge-stellarator-optimization.readthedocs.io/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0F3663-1F31-46F4-AD9A-A080DE86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80759A-6910-4CBC-9730-F33FAD5A0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4D79D-C01A-4F8B-BCDF-DB862726B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85DACA-482C-4D0D-939A-7652CC8C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C1AED2-58ED-48B9-9E75-E134266B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11</a:t>
            </a:r>
          </a:p>
        </p:txBody>
      </p:sp>
    </p:spTree>
    <p:extLst>
      <p:ext uri="{BB962C8B-B14F-4D97-AF65-F5344CB8AC3E}">
        <p14:creationId xmlns:p14="http://schemas.microsoft.com/office/powerpoint/2010/main" val="78968301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2C5BB7-E508-496E-BD8D-E89F2927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CF08E3-A927-4DC7-AD0B-E81EED7A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decb8101024b7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62985C-BFD1-49F6-93FB-3061A0AF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A93F38-43D9-4A2C-B856-81D93E37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1E08E6-9185-4ADC-A26C-F2A71355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2. Direct optimization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375695-5C13-46E4-BD7C-DD9EA8F2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C1AB7E-9EC5-44B4-8A87-B59FD246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3D097A-43E1-4D9F-9AF1-BFA820015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Move field, particles, and coils in the same loop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268B3-B210-4173-9BDB-483693025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E95033-FF0E-4D4C-9D54-893F4436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differentiable codes where the gradient is meaningful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8222E0-F80A-4ACE-B72C-A9994F47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A952A7-D3AF-429F-B2FD-582C4CC7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DFB042-301B-4FA4-8A45-7C2178E0C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3743DE-18AA-4200-92B0-538BFDA0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445B8F-1EEB-481A-B6F1-EC15FEE7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12</a:t>
            </a:r>
          </a:p>
        </p:txBody>
      </p:sp>
    </p:spTree>
    <p:extLst>
      <p:ext uri="{BB962C8B-B14F-4D97-AF65-F5344CB8AC3E}">
        <p14:creationId xmlns:p14="http://schemas.microsoft.com/office/powerpoint/2010/main" val="22604245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ABEDA0-DF02-40B1-8CDA-AD30FCF7D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3615B2-C492-4AAD-AA64-4B164F199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1a603293f94bb3"/>
          <a:stretch xmlns:a="http://schemas.openxmlformats.org/drawingml/2006/main"/>
        </p:blipFill>
        <p:spPr>
          <a:xfrm xmlns:a="http://schemas.openxmlformats.org/drawingml/2006/main">
            <a:off x="2420860" y="1695450"/>
            <a:ext cx="3540280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D5A451-1F97-4F22-BFCD-1705F1235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A2A0DB-9012-4C77-9C2D-92396954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6E6582-69F5-487C-86F6-186DEEF7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Good surfaces support the coil story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6CCB4B-3B14-4A5D-A3C7-178F59B7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B6902F-B742-4D70-9114-967F9488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Bad topology catches failures a scalar may miss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EEF485-5658-4E3E-8855-6960C247F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5B37D1-91D5-4304-A7D0-E2779DBCA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This cached fieldline is a qualitative diagnostic, not a live ESSOS run.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5A7EAB-259D-4F70-8074-D845E2A7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7f4ea7f3ca46f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6BD3A5-2629-4E38-80FB-FEA6E6892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Fieldlines diagnose topology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E6F6F9-00C1-45C0-BB68-98D15FF9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4A1A64-F1A2-4650-8D57-59EC91C8E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2A143D-9DD6-44B2-B72C-919AA3E8E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98F1E2-F467-4B33-80CC-05E82F7F8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D183E0-7AF7-4C3C-BCA3-AB4FAF3A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1934A6-5232-4682-9DB7-D93C53ECF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13</a:t>
            </a:r>
          </a:p>
        </p:txBody>
      </p:sp>
    </p:spTree>
    <p:extLst>
      <p:ext uri="{BB962C8B-B14F-4D97-AF65-F5344CB8AC3E}">
        <p14:creationId xmlns:p14="http://schemas.microsoft.com/office/powerpoint/2010/main" val="77951080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10705C-CF28-4291-BA1B-BCDB2794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8B4E3F-EA66-42E7-B086-310171575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b103cf706d4d63"/>
          <a:stretch xmlns:a="http://schemas.openxmlformats.org/drawingml/2006/main"/>
        </p:blipFill>
        <p:spPr>
          <a:xfrm xmlns:a="http://schemas.openxmlformats.org/drawingml/2006/main">
            <a:off x="1804538" y="1695450"/>
            <a:ext cx="4772924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47E640-41C0-4695-B537-2E13C9FA5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1BCA5E-AD61-44B5-BF64-C6643417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A899F3-82B8-4A7B-87B9-0CC1B609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Fieldlines do not guarantee confinement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6EF41B-6579-471E-A919-8E52D9AC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7868B4-CBBE-42BD-8D6F-E61483A4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Fast-particle gates matter for reactors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AC5E7B-00F7-4046-BCED-F6DF60E45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2C564B-5246-4664-96B5-F384EC66A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Orbit cartoons teach why particle objectives can enter directly.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668D56-60B8-48C1-882A-7A80A040B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519483155449d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461465-038D-4848-9764-39C8B8FF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Particles answer a different question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A13980-419D-4DEF-95D5-D74AB323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E960F3-3547-4799-836C-FD4E7B77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2A0574-F108-40A5-94CE-93A7F92B6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23D7E4-FDE4-431F-9957-62EEE5270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7C8718-47FE-47DF-BA13-294074FC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C2FF28-1D06-46FC-A992-8D7B9304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14</a:t>
            </a:r>
          </a:p>
        </p:txBody>
      </p:sp>
    </p:spTree>
    <p:extLst>
      <p:ext uri="{BB962C8B-B14F-4D97-AF65-F5344CB8AC3E}">
        <p14:creationId xmlns:p14="http://schemas.microsoft.com/office/powerpoint/2010/main" val="134812515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5AC55B-91E3-414E-8FE1-8FFADCD0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EDA1AF-2A4F-48F1-944F-E3B57C52E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6ed91b12e048a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7A47B9-7C47-4C8B-9E90-9AE0D2F83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Movie: rotating surface and coils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4E44D1-6409-45A8-A6DC-E0DC5CBE2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6e86e95d5e4fbf"/>
          <a:stretch xmlns:a="http://schemas.openxmlformats.org/drawingml/2006/main"/>
        </p:blipFill>
        <p:spPr>
          <a:xfrm xmlns:a="http://schemas.openxmlformats.org/drawingml/2006/main">
            <a:off x="1776413" y="1524000"/>
            <a:ext cx="5324475" cy="4095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57A8C3-69BC-4D50-B045-9572071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05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48D214-152A-418F-A0D4-CFA14FE0E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002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Play rotating_surface.gif during class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01D316-136D-4C2F-A33F-2BFFA1F5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09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D9143F-EEB1-4FF4-986E-828F69C71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051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the first frame in static slides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3DDA7D-1A88-4C4C-AC97-BD54E2AC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686300"/>
            <a:ext cx="2762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ACE2EC-1F02-47D1-9044-8FF9C2672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819650"/>
            <a:ext cx="2457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Use the GIF live; use this first-frame PNG when PowerPoint is static.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D80626-606D-455F-9FFD-597104A0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D7FB4F-B9DA-4A24-BB71-661BC78E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119052-53FB-49A2-A435-D8255690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5E1DB2-904C-4CD4-B0E6-A3BCFFC1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33EBDA-32B4-48C4-ABF5-18B18AF1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15</a:t>
            </a:r>
          </a:p>
        </p:txBody>
      </p:sp>
    </p:spTree>
    <p:extLst>
      <p:ext uri="{BB962C8B-B14F-4D97-AF65-F5344CB8AC3E}">
        <p14:creationId xmlns:p14="http://schemas.microsoft.com/office/powerpoint/2010/main" val="19303012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BD2674-C17B-42C9-BB67-A4E9B1E2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78703B-D674-430B-94B6-08FA6323B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aec88a3b94cd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73BAB4-718E-4365-8038-5B02AC29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Single-stage design keeps coils in the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D8BDC4-B89A-4301-9080-E3D26DCF6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A2284D-4D22-4CB5-BF66-6F0A41B71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9525">
            <a:solidFill>
              <a:srgbClr val="C5050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955E55-94F8-446D-8662-53A22BDEC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845456-FDAA-4609-B8A6-48417A3D0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02276E-BBA4-4C0D-8422-6E444A8D4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1A4751-922B-4B87-882F-D6370ACE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0A8501-8F05-4675-BE1A-A9BF2513D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534B6C-9AB2-4A0A-9A30-1D029691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6FB107-435C-4A3D-A617-EC43A42E0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5941B0-CB94-497F-A3A2-6C84E6299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A7322C-8BC0-491D-BEFE-8288D30A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9525">
            <a:solidFill>
              <a:srgbClr val="C5050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B3EF70-5B25-408E-90D7-1F8FC6B8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865817-B4E6-4066-A405-672B33643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348F95-A28B-4C75-AD33-962335D3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984A29-40D0-4CDF-97A9-3C9CFFBA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2FA064-1A5B-4B0B-A260-A0569FA2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0DFFD5-B84B-4023-8633-025C476A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4D1B5E-5B02-4550-A28E-05B359CB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95533B-6034-4988-AF76-8E8EDE995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95EE1C-B527-4A9F-AE4D-7250E24F5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DD7C73-CAAB-4999-87EB-A176115D0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352B7E-6020-40D0-B4DD-3C07C6FF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597ABD-0C90-4C04-8D78-15D74ACA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3865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Boundary variables and coil variables move together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BBDF39-A27A-4A8F-834E-BA53AF374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149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34399A-8E15-4C91-A3D2-5328B0B4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objective includes plasma metrics, flux error, and coil metrics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7429C6-263F-43D8-A61A-562825AFE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4E4392-849A-49F9-AFD0-FBA501468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B92EAF-A203-415A-85F8-584F35882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F6CF34-6C9C-4307-8656-8CB3C11D8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0265259-AE02-47D6-8F63-21A8CC2C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16</a:t>
            </a:r>
          </a:p>
        </p:txBody>
      </p:sp>
    </p:spTree>
    <p:extLst>
      <p:ext uri="{BB962C8B-B14F-4D97-AF65-F5344CB8AC3E}">
        <p14:creationId xmlns:p14="http://schemas.microsoft.com/office/powerpoint/2010/main" val="38351375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12641D-9EB5-4FB3-A070-2E05F98B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117009-EF89-48F3-952C-5E6D6D647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4cf951ed774321"/>
          <a:stretch xmlns:a="http://schemas.openxmlformats.org/drawingml/2006/main"/>
        </p:blipFill>
        <p:spPr>
          <a:xfrm xmlns:a="http://schemas.openxmlformats.org/drawingml/2006/main">
            <a:off x="1109184" y="1695450"/>
            <a:ext cx="6163632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D54412-851E-428C-8490-F91127C4E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2A7587-45E3-4EF3-81C5-78482498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CD87E4-F302-4F17-9ADC-C147A841F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Watch objective terms decrease together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1A5401-4458-46C8-AD10-2EA52E13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96072D-EB1E-4706-8361-FBCB3997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Stop when one term dominates the story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555D0C-96E6-4455-A573-49704D122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4828D7-375A-4CC9-A2AC-7EA410B9B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A coupled objective is a trace, not just a final number.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7710B5-58AF-403A-ADEF-B55E60A9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dfcb13fada450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4FE1E0-7F68-4DB6-94A4-281E7822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Continuation makes the negotiation visible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35D154-04ED-4750-B4CA-322BA63D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200EFF-56E7-4ACC-BC3A-C66744E5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B9E8BE-1CC6-444D-A92E-D01706FA4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2C6995-5798-416E-8447-2C03199B7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3A6C57-591D-4074-AAA0-7E194F93D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845596-41F4-401C-9EF8-798E3C6A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17</a:t>
            </a:r>
          </a:p>
        </p:txBody>
      </p:sp>
    </p:spTree>
    <p:extLst>
      <p:ext uri="{BB962C8B-B14F-4D97-AF65-F5344CB8AC3E}">
        <p14:creationId xmlns:p14="http://schemas.microsoft.com/office/powerpoint/2010/main" val="100507425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003F2C-B865-4D48-BE32-60A8111E3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14831A-950A-4B29-B435-09E55C7C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68c8c04da442b1"/>
          <a:stretch xmlns:a="http://schemas.openxmlformats.org/drawingml/2006/main"/>
        </p:blipFill>
        <p:spPr>
          <a:xfrm xmlns:a="http://schemas.openxmlformats.org/drawingml/2006/main">
            <a:off x="1099643" y="1695450"/>
            <a:ext cx="6182715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52A5A5-9291-49A1-B910-4D7C47DA2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FF985B-7CC9-44B0-8372-30E99A7C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D44BF8-F2F3-4013-AD73-2EA5AAB1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Increasing one weight can improve one metric and hurt another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DD3EC2-B350-438D-B322-5418E519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13DFFE-F82F-408E-972E-3E7FAD01D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This is the classroom Pareto intuition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D0F9B9-2E03-4A8B-BC6D-6EA9463A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0229BB-74D7-4CB5-A900-525C53E6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Weight scans are design arguments.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A9C1CE-49EB-4756-8A3A-914EC813F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6069155a43483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A58E5D-BDC0-4D1A-85D9-C9674E5CF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Weights reveal which constraint is active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358C46-BC7D-4E91-952C-A3304ABEA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AF5F85-C3D8-429A-90C9-4F7B3D1FF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10C38B-7556-4D47-B7D8-FEE78C04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87F1E5-5DEB-4552-8F17-4B4135D0B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B518E6-DAFA-4406-917A-FE97A43D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257DE1-1167-42D6-A792-E03772156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18</a:t>
            </a:r>
          </a:p>
        </p:txBody>
      </p:sp>
    </p:spTree>
    <p:extLst>
      <p:ext uri="{BB962C8B-B14F-4D97-AF65-F5344CB8AC3E}">
        <p14:creationId xmlns:p14="http://schemas.microsoft.com/office/powerpoint/2010/main" val="24524376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2E1BA1-FAC0-4CB1-9C22-F2EB31D6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D2BD53-8402-4F8B-B9F1-9927E7F8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f6bc51bc6b4bd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7CF4D8-51A0-47DC-B412-49165DF2A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Demo break: fieldlines and single-stage toy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0FAF24-ABC2-41B5-BFDA-83164518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539CD5-D030-4D8C-9B64-AE3FC988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57D122-EAC5-483B-B09F-1C0315005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1BDFC4-4FE8-4338-9A43-81B4915ED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C2E51D-DFC3-4BD7-83DA-BA273DD3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notebooks/05_single_stage_toy.ipynb + notebooks/06_essos_fieldlines_particles.ipynb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CBE84B-E17C-47B9-8719-250807997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3A6D24-2BA4-46F7-BB47-346774DF2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weight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A45EE1-F587-41B9-A914-8FA2E09CF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3B28CB-AD07-4A77-A98F-A3D24B20B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Run cached diagnostics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E97972-ACA1-44A6-83FA-3DCFEC5C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E079E2-577D-488F-A3EF-49F6F838E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Defend the result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8a838096b1406d"/>
          <a:stretch xmlns:a="http://schemas.openxmlformats.org/drawingml/2006/main"/>
        </p:blipFill>
        <p:spPr>
          <a:xfrm xmlns:a="http://schemas.openxmlformats.org/drawingml/2006/main">
            <a:off x="5684332" y="1657350"/>
            <a:ext cx="5204836" cy="31432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894C58-9678-412C-961C-893EC8824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84B037-CA24-4B14-BE1D-E02E6DF0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Cached mode first. Repo: https://github.com/rogeriojorge/sos2026-rjorge-stellarator-optimization | Docs: https://sos2026-rjorge-stellarator-optimization.readthedocs.io/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E803B3-5652-4570-A784-2945963A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7A0931-7E5A-44FA-ABA5-0ED735E09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69550B-30B9-4271-B2F0-91F1AE39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6CC7FE-BC57-4C92-B571-B302FDA7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D0B865-FFE6-4B10-BD30-476B8D2DF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19</a:t>
            </a:r>
          </a:p>
        </p:txBody>
      </p:sp>
    </p:spTree>
    <p:extLst>
      <p:ext uri="{BB962C8B-B14F-4D97-AF65-F5344CB8AC3E}">
        <p14:creationId xmlns:p14="http://schemas.microsoft.com/office/powerpoint/2010/main" val="1676805554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977963-B1C4-4052-AF40-4A9A1888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85232C-BE69-4CC1-BA8C-81E53BFCD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DD72FD-05D8-42EC-BCBC-653AEEBD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C4933F-BC9E-4FA8-9480-159EF9CB7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9D2DA3-A913-4F4C-BE42-3539AD91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14DD14-5858-43AE-9A2C-72F082E74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gradient is a derivative of the implemented 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FD28BB-BA40-424B-B7EF-4B881D798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B8732A-07ED-4523-A52F-B17CD5AC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implemented model still has a validity domain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ECDE5D-39EE-4AE1-966E-2AAAB6CD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EAD4A3-DC29-4840-BAEA-7FF060623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Finite differences remain a check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4E28F1-3A5E-4D07-A02E-710835095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F2B7B8-29C8-45DE-A835-6A9FF01C7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03F643-27C0-4D99-B034-CB45A6C0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15108ebb34456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FE18A5-0705-4F06-BBD0-FEB24FD66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Autodiff still needs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E98811-8E9A-4645-9A0E-1DB0D1AC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49A1CC-8B6B-46EA-A25D-4FF045B2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A4B6DD-AF62-42D9-AA43-E71E95F0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DF4BED-EC8D-4C2F-B97C-C69A0EA90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85DE89-B202-4A95-BC04-63099717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4707E5-5E3C-423C-942B-16D23D39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20</a:t>
            </a:r>
          </a:p>
        </p:txBody>
      </p:sp>
    </p:spTree>
    <p:extLst>
      <p:ext uri="{BB962C8B-B14F-4D97-AF65-F5344CB8AC3E}">
        <p14:creationId xmlns:p14="http://schemas.microsoft.com/office/powerpoint/2010/main" val="20912252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17894F-7C54-4A93-9637-5C581958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CA97CB-0668-4465-ACAC-09BBD8850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e71df03481405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7924BE-130B-4507-A83B-912A18B7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Robustness is a stage-2 metric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3E244D-526C-4461-B2A8-41085D2A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87AAD1-2335-4160-8FE1-D4617857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5D2B40-7809-4DB4-A56E-A5C5DE6D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5FDAB1-FEE4-4430-A337-3DD69DA08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FB3580-835E-4C61-BE55-885959D48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797F62-9045-4F7B-B2DF-0B838D4B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60AE75-1253-4F72-904C-8F3BEB912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1B27F2-1598-46E0-9635-CA463984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Manufacturing errors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189AFF-1783-4CB7-B0EE-C7AB031F8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sensitivity to shape perturbations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329221-17D1-43CB-8651-D1B9BD10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EF6C56-70E0-4CB8-B7EE-60A6CB0E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5D5564-3076-4F44-8C3A-483D712A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Current perturbations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7B7F5D-BE9A-4E38-AA18-E08639F7A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sensitivity to power-supply changes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42E558-9D10-4EEB-8D7C-62223AD9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CCB0C1-2AB9-4198-8452-382486418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88B95A-2967-4DF8-84DB-0CA122519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Maintenance tolerance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1B3212-9B09-4506-AFBC-0947A0C61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clearance, curvature, and access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E32BDC-BE26-4160-87F6-FD36ADF9C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1A94B4-FF44-409B-A0E2-D45D48BA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C9F0EF-A498-4CA8-8B2B-55F3664A7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23EF04-1424-4789-83BD-8FB9FDE9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5745E1-8686-4384-B973-C280A005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21</a:t>
            </a:r>
          </a:p>
        </p:txBody>
      </p:sp>
    </p:spTree>
    <p:extLst>
      <p:ext uri="{BB962C8B-B14F-4D97-AF65-F5344CB8AC3E}">
        <p14:creationId xmlns:p14="http://schemas.microsoft.com/office/powerpoint/2010/main" val="2139806751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00C827-ED78-437F-B433-7F69C04B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3A1F83-49D9-40CD-98D5-E560F3A2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e8e26e912b434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C6F0CA-16CC-4225-AC89-E5F92839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Lecture 2 what to remember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7C20FF-4595-4A88-8B51-14A2EB06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3E4809-978E-41CE-AFFF-4F180545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01E9CF-C0F6-4044-80B5-056D37838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Stage 2 turns a field design into hardware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8181FE-8C5D-414C-9044-6E9FC078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95563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0DF955-D18D-4368-AB19-CA299D7F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90788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 regularization is part of the objective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F012EF-3D02-4E7B-9FEF-1096FC6D4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76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A0A098-037C-452A-B555-2DF84C4DF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71825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Single-stage optimization changes the tradeoff surface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C23F36-544C-433A-A5D7-31688193F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57638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EF2680-F669-4768-9290-5B66BDD92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52863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Test engineering as a gate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D17C63-148C-432E-BEE2-1D0B4160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D32337-AAF6-4DEC-AE72-D25F13E00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BACB12-9415-4876-AD12-4288CDB61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94AF43-5F17-4A98-971E-CCC8B679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BEACBC-5FC9-4515-833A-9D38325C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B1E7C6-95D6-469A-8529-CDB5E7E30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E96F2C-62A0-4153-93C9-302BDE1DC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22</a:t>
            </a:r>
          </a:p>
        </p:txBody>
      </p:sp>
    </p:spTree>
    <p:extLst>
      <p:ext uri="{BB962C8B-B14F-4D97-AF65-F5344CB8AC3E}">
        <p14:creationId xmlns:p14="http://schemas.microsoft.com/office/powerpoint/2010/main" val="1275216255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5B6376-E232-4F38-B538-28578444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7E6197-C9D1-49FD-A75E-DB836CD53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0af840359f450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E8B168-4418-456E-BE73-2DB94889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Simple coils far away from the plasma are difficult to find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3A8699-5A5D-4084-9EB4-3E56A607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A990EA-6BAE-44B7-82CE-11D294044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432E74-C6A2-4F14-B55D-2550BB79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That sentence is an optimization problem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E1D381-B0AC-4048-AA43-4856F61B6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7E1E6F-3F49-4577-BC76-F0A8841F1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3AE7EF-D864-45FA-B436-6F38EC769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10B4A0-8033-4703-9E88-E892C1E96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669E54-6FAF-4348-AB73-E4CEC9B9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23</a:t>
            </a:r>
          </a:p>
        </p:txBody>
      </p:sp>
    </p:spTree>
    <p:extLst>
      <p:ext uri="{BB962C8B-B14F-4D97-AF65-F5344CB8AC3E}">
        <p14:creationId xmlns:p14="http://schemas.microsoft.com/office/powerpoint/2010/main" val="45507682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4011E5-1F0F-47D7-9BF0-F7D8B89E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39731B-82BB-4D54-81C5-E7E22862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abcfb88fee4fe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C95951-50DA-406F-9216-77508EEE6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6DEBEC-AB53-4778-8A5A-ECA6B20D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C069F2-90FF-4F63-88FF-729CED4D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APPENDIX. Lecture 2 checks and replacements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29C972-305E-4FFB-BAC0-CF018B260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507074-396D-4544-973A-97C2B5CB6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CCFA0E-964C-484D-A2B4-E6EC48B7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this section when SIMSOPT or ESSOS is available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6485E6-D6C3-42A1-B5C6-F216A5390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95D748-B5BF-492E-8D10-41A0D12C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cached images for lecture timing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EADEDF-4511-42B8-8AE7-309E3B5E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DA337D-A8BD-417E-9398-0D193D87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192D8D-A573-42FF-B078-C555316C5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F205CC-1C15-4ECB-AA77-1312B80B9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36997D-3283-4DE9-8911-3E8C38CA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24</a:t>
            </a:r>
          </a:p>
        </p:txBody>
      </p:sp>
    </p:spTree>
    <p:extLst>
      <p:ext uri="{BB962C8B-B14F-4D97-AF65-F5344CB8AC3E}">
        <p14:creationId xmlns:p14="http://schemas.microsoft.com/office/powerpoint/2010/main" val="170274697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78714D-80BA-470A-BB9C-AA5DB0CA7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791781-106C-4526-BA82-29DDD724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f8215751fa429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8311A0-E768-40DB-A075-C6D5FA36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Stage-2 objective terms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807FFD-F1B9-4E86-887C-3303BF80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5C2970-167F-45D1-9812-CF85352B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361E1C-4692-4A07-A485-F492F78B2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0A31D3-6E4F-4E74-9BFD-C6820C51E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80C7B-93C7-4DCD-B4A2-024686307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B742BC-B34C-462B-BCB2-C010DB4F5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C621EB-570A-47A9-8BC4-9D985D92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105D64-F36B-4A61-ADF1-5AA33A7B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Normal-field error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3B14D7-DB05-464A-B510-A0F32583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does the coil set reproduce the target?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361646-090C-4DAD-9CC2-06C3AD895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601F0B-9402-44CC-861B-165C6E419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19A5A3-721D-46FF-8883-7A52127D6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Length and curvature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314E6D-287C-4158-BD90-8AB331CA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the coil be built and maintained?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DB074A-95D4-4F4B-83EA-CD403FFE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2E20D1-F01A-4068-A2B1-17AC8C6F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944069-0DA6-4A79-903A-CA7420CF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Separation and access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85CF6C-5EFC-46EF-9592-517DD750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the device be assembled and diagnosed?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37F5D9-5D9D-47F1-A165-D948BEB5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43E6FD-15B5-406C-B63B-5C6399524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7725B6-B21E-4849-87AD-4DDD1ECC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1847A1-7B08-4EBB-A4A8-78683505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41B196-53E2-4B65-B8D0-AA92E78D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25</a:t>
            </a:r>
          </a:p>
        </p:txBody>
      </p:sp>
    </p:spTree>
    <p:extLst>
      <p:ext uri="{BB962C8B-B14F-4D97-AF65-F5344CB8AC3E}">
        <p14:creationId xmlns:p14="http://schemas.microsoft.com/office/powerpoint/2010/main" val="20832640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B09FEB-66A0-40A0-AFA7-099F6528E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4E5D0D-9959-4043-BE31-92E092C9B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bc7348099e45e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984E21-95AD-453F-97BA-561D8520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SIMSOPT research path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FE995F-65D1-488B-BA87-7556845CC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DBF205-EAA1-4FC5-941B-BC5A7357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F18D6D-38D0-4266-8F74-2C7BA7FD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BE341C-68A8-4236-B48A-12525ACC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100D36-BAEE-4562-A4D2-270DA4A77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1E0DEA-4860-4FAC-BCA3-ACE0B91F0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DC6D35-505E-42AA-BA21-C5BAD7954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Load the public QA target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DEFA64-3C44-4D8F-BB2C-87A168E0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4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4CC99F-001B-4F96-B055-C02F8DE1B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7970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Build curves and Biot-Savart fields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0CF4AA-DE0A-4DD8-A725-CA4BE5EC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78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3712A6-7617-4E5B-8C7E-32E6C4489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34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Run a short optimization before class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154469-B773-409B-830F-FCF124287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B87A55-AEF8-422E-878E-15790A4B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D413C7-7CE3-4BB7-8BFD-2E98D4A9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CEE1C4-964F-43CD-BAD8-6D8841BC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2CC1AC-779F-4D77-8BC3-D43C6BD0A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26</a:t>
            </a:r>
          </a:p>
        </p:txBody>
      </p:sp>
    </p:spTree>
    <p:extLst>
      <p:ext uri="{BB962C8B-B14F-4D97-AF65-F5344CB8AC3E}">
        <p14:creationId xmlns:p14="http://schemas.microsoft.com/office/powerpoint/2010/main" val="541883979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F484E4-4E57-48CE-8FD3-FC4B9CA39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56C046-673D-4763-AAC3-257330A90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bf59d2dade49f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3A8A6D-AC99-477C-A70D-C9CEFFEE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Fieldlines and particles answer different questions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BB675A-5934-45DC-8ACC-DD83571B0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5AA2A2-99E0-4200-9811-F201FD564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470837-F701-40FB-B051-628BDAB28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B7B24B-3100-43B2-B9EE-E9D64E5C7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5C83FC-85B4-4537-B501-7405C65BF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A9F186-F577-4105-AB47-45BDE26C8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1E830E-E1F0-4208-A818-66C936D13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9998C3-E2E8-4354-A1A2-E635B717C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Fieldlines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7CD5CF-F01D-4E46-A39D-083F22D9C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topology and stochasticity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551CE8-0A46-4297-8A3C-ABACBB9A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2E99A0-AC16-43BF-B37C-3963CA506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20050-F09B-4D70-B576-5C3312529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Particles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FB3976-374E-4F71-BC1D-634F92D4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alpha-loss and orbit width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2956D9-3BA2-4473-9575-A9F835B3E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6FBF62-77EE-4570-92AF-9E78D6718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76909C-9219-4BDF-B1C2-D76E2AE64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Both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6C713B-76A9-4575-9351-A0DBD643E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rerun after coil changes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FF6EF6-3FB8-42DE-85E7-BFD73843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EBFD10-40A2-4E4D-A133-E2F22B165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AFA5AF-F059-43A1-93F4-97ECF91B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0AE2A7-B4A3-4245-8F90-4E71DD223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D729E9-2D5D-4778-BB3A-9164D058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27</a:t>
            </a:r>
          </a:p>
        </p:txBody>
      </p:sp>
    </p:spTree>
    <p:extLst>
      <p:ext uri="{BB962C8B-B14F-4D97-AF65-F5344CB8AC3E}">
        <p14:creationId xmlns:p14="http://schemas.microsoft.com/office/powerpoint/2010/main" val="301023867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7B7C00-6A2B-4B61-A18B-17750419B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080159-FC60-4C26-B50E-8519384F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B27B29-E763-4250-B6EC-85BC64B7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4234F7-B1EE-4801-A1CE-A386915E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9AC720-4048-4C5B-ABFD-E60B0931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392337-7054-44D4-B253-07F298C0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plasma metric improves without hiding coil complexity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58CDD4-E396-4C82-8131-42D7C23AF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17C8DC-F7CD-4E26-AF02-6C636DE11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coil metric improves without destroying confinement metrics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98AA6B-5923-44C7-BBCC-FB84FFD9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946F50-AD05-4F97-A9EE-C43D97D1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combined gradient passes a finite-difference check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128FAF-3FE4-4717-90AA-93B899911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1FE96E-7154-4A92-9E23-1A8F15AC2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45E854-11EB-4E6E-9B70-3DA834FAE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cb985992e849e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595E69-09C8-4839-8261-6DD624DD8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Single-stage acceptance checks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0566BF-F81D-48B2-B432-C1E333F9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A0CCE7-71F7-4B9A-8F89-F73575B84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7A622E-ED86-4DCB-858F-E3E6E0F35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E2ACC9-0FBC-4137-9974-24033586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BA1A19-50C3-44DD-BD5D-7DB22893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066A02-B4A1-448D-A287-EC300C62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28</a:t>
            </a:r>
          </a:p>
        </p:txBody>
      </p:sp>
    </p:spTree>
    <p:extLst>
      <p:ext uri="{BB962C8B-B14F-4D97-AF65-F5344CB8AC3E}">
        <p14:creationId xmlns:p14="http://schemas.microsoft.com/office/powerpoint/2010/main" val="787312446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1FEED8-C5A6-4BCF-9D16-90F5E1B6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1788EC-D235-4B97-91B6-230FC9A61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496d5735564e8d"/>
          <a:stretch xmlns:a="http://schemas.openxmlformats.org/drawingml/2006/main"/>
        </p:blipFill>
        <p:spPr>
          <a:xfrm xmlns:a="http://schemas.openxmlformats.org/drawingml/2006/main">
            <a:off x="2420860" y="1695450"/>
            <a:ext cx="3540280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005F13-02FC-47FF-BD34-59BC14164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E24260-B7DF-42E1-BDBB-1EA94B80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4165E4-D2CC-42AD-90AB-40E46C37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to explain the starting point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F3ECE4-F437-42DE-A94C-668CCEAA6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D9630D-4DC5-40D8-B091-A0684DF2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Ask what makes the target hard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D2472C-85DA-4C6B-9059-2745DB95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025D76-7039-4D5E-A721-2A9D3A178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Read the plot as a diagnostic, not as a new validated result.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8A79E1-CEE1-458C-8052-280D26A8B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491d6d3fcb4ee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8EA009-FD48-48E1-911E-AA15955A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Backup figure: initial coils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14246B-198D-4391-8406-0AB76CB47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34A3FA-6F71-4F2E-8CF5-5A949EC3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F99815-2DBA-4995-B2EB-4FEEA89C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1C4BA7-55EF-466A-BB4E-3864CBA7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3747B6-C3A5-4E33-9B8F-40C6243E0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ED9CF0-6656-4AE2-8DDC-43CC4C494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29</a:t>
            </a:r>
          </a:p>
        </p:txBody>
      </p:sp>
    </p:spTree>
    <p:extLst>
      <p:ext uri="{BB962C8B-B14F-4D97-AF65-F5344CB8AC3E}">
        <p14:creationId xmlns:p14="http://schemas.microsoft.com/office/powerpoint/2010/main" val="1114751482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3C89FA-92BE-419C-AB8B-6875C81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AC7EA7-5E52-46EE-88DD-E4986955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3348b404c14742"/>
          <a:stretch xmlns:a="http://schemas.openxmlformats.org/drawingml/2006/main"/>
        </p:blipFill>
        <p:spPr>
          <a:xfrm xmlns:a="http://schemas.openxmlformats.org/drawingml/2006/main">
            <a:off x="2420860" y="1695450"/>
            <a:ext cx="3540280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B7D5BB-67A9-46EE-9629-E69DD8204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C9D1FB-F48F-42CA-B314-E990A08D6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DB6955-8913-43EF-93AC-574B837B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to explain the claimed improvement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599B34-6140-447C-AFFD-C76217A1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01C455-8FE0-42EF-B95E-EC7576C3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Ask what still needs engineering checks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B44DFC-0649-4213-9CDD-CCC28E6E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4403BF-0A91-44C3-81B2-D9BDB105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Read the plot as a diagnostic, not as a new validated result.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A452FC-F0AE-4271-BF95-5727BB59C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e5f028c356426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74303D-BBE9-4ABB-A551-60A02CFE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Backup figure: final coils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D3376E-07B4-4F26-B792-9871F4D32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B7D295-5145-463A-961D-5D6509E3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EAFF26-405B-409F-8C90-405EBD57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1A3049-16A0-439C-A196-C96C6DA80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968E85-6E10-4B21-87E7-94D24872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01BB59-A023-4DC4-A1A8-3B0B793E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30</a:t>
            </a:r>
          </a:p>
        </p:txBody>
      </p:sp>
    </p:spTree>
    <p:extLst>
      <p:ext uri="{BB962C8B-B14F-4D97-AF65-F5344CB8AC3E}">
        <p14:creationId xmlns:p14="http://schemas.microsoft.com/office/powerpoint/2010/main" val="53310231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328576-D38A-423C-AA9A-FB189052E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727E27-C23D-4630-8BFE-2993CDA8B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ab84dbc1954d21"/>
          <a:stretch xmlns:a="http://schemas.openxmlformats.org/drawingml/2006/main"/>
        </p:blipFill>
        <p:spPr>
          <a:xfrm xmlns:a="http://schemas.openxmlformats.org/drawingml/2006/main">
            <a:off x="1804538" y="1695450"/>
            <a:ext cx="4772924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F9DC6C-6830-4AD8-AC8D-85DBFC737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7FABEF-1CFA-48E6-9CCF-4073FF158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DBAAFD-C583-4F8C-A676-B51B1337B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if a particle trace is unavailable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13C69E-9802-4056-9B85-EEC2A9FE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049BD5-1799-478F-8EFD-1D098355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orbit loss to reactor gates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0C8433-65B9-4088-A79F-9DE15E82D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0369A2-4CD8-4166-AD70-45EBE1B4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Read the plot as a diagnostic, not as a new validated result.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0321F3-7A7B-447A-A7FE-AD3D6AB23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0a16a402fe498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0127F5-E079-412D-A14D-7E7105BA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Backup figure: particle orbit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C79BD2-827F-4431-9071-99BEC56F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9FDA2A-0A18-476A-A49E-DBD95AA4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B78309-CD2C-467E-A199-77D034FE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AEA8B9-9F44-4602-8754-AF3E43A49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24FC05-2879-43AC-B01C-109B01C13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AD81CA-EA04-4122-8605-3F8A23774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31</a:t>
            </a:r>
          </a:p>
        </p:txBody>
      </p:sp>
    </p:spTree>
    <p:extLst>
      <p:ext uri="{BB962C8B-B14F-4D97-AF65-F5344CB8AC3E}">
        <p14:creationId xmlns:p14="http://schemas.microsoft.com/office/powerpoint/2010/main" val="204956347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4C115E-B0F7-4250-9351-8CF5C4DFD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00DF8F-B6EC-4A02-898A-D9F3A143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50b9c8b3f44e9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B7AEE9-DE1C-4EA7-8DDB-0AF96A70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Coil robustness outputs to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1F824B-990D-4770-84F4-157ECE5C3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9FE2B3-7B05-41B9-A236-A8342C4D4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97CB71-2CB7-4EE0-8839-6856B062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CB08DF-831C-4337-A687-A79850C6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568C4A-2BDF-4EE1-9938-492C74235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C415D9-B459-428A-AD2C-23D9D4F5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9CA405-4C29-4998-B1B9-0EB3BCDCD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FBC72E-EC98-42F2-9152-E072E2AD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Shape perturbations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97F384-8AA4-40FC-94A5-140C8F8B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sensitivity of B dot 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B6704F-AE2F-476C-BFE5-34A1CD7F3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39D7B6-1B2E-4D2D-A1D1-CB51F9E4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75E989-DCFE-4130-8AD1-35C7A4946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Current errors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01697C-2BFE-4582-B369-3B23742FB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sensitivity of flux surfaces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F289E1-52F2-4198-BA97-6B90BC30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430604-C50D-4175-9F0C-ED3BB0E55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A51148-D79D-4550-A43C-97865DFD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Mechanical tolerance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58DBB7-177F-4203-AEE1-882E1236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clearance, curvature, access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11B534-DFA2-4122-830E-F2B5F0ABA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8559CB-A61A-400F-9781-330C0576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EFA2E3-066D-484D-B98B-421F335E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326DFD-F040-4530-8C74-8C7D8F61C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E3308F-E3CB-4263-97F6-AF700CED0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32</a:t>
            </a:r>
          </a:p>
        </p:txBody>
      </p:sp>
    </p:spTree>
    <p:extLst>
      <p:ext uri="{BB962C8B-B14F-4D97-AF65-F5344CB8AC3E}">
        <p14:creationId xmlns:p14="http://schemas.microsoft.com/office/powerpoint/2010/main" val="29906148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E93AE5-5A62-4548-8B3C-FD2F3F202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829D2A-CA31-43FE-AD6F-9FE85B7E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ccf216c5c245f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BAC226-4C8B-46B5-882D-4331DBE1E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Discussion: can a coil set win with the wrong metric?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910602-D6FF-4A3F-954F-24F44CABA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8BA4DF-A207-4CE5-AE18-2E28D020B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F1CBCD-4C82-4AF5-9310-DC2347B01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08BF59-F387-49F6-A5CA-9452EF4CC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3E04BF-A153-45EA-9678-71589471D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755076-66BD-4EB2-BD49-0B7247C1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6F11F4-54EA-408A-B18A-E351930F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342B5D-D049-41B7-9078-CC4A2390C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Lower B dot 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902E4C-4BD4-4A76-A909-45662CD7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come with high curvature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304C39-561F-4BD6-920B-15CE09BB8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9175CE-497D-48F3-AF51-8FED41C9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A0C950-5E1A-429C-86C6-E492DCE7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Smoother coils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EA760C-F2B2-4487-86B9-FCFA90DF5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miss the target boundary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BBCED6-43C5-49C3-B01A-B3B271C3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801DD8-9F4D-49F9-8430-E4023662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51E1B2-928B-4F37-8776-088E7F1A9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First experiment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55A7FD-B2D5-4CA6-B1EE-668E39AF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needs both magnetic accuracy and engineering margin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A3030B-5B6E-45A7-893D-7C1D9187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6142AB-1510-4E76-9A85-23F1EE65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CCE1BD-82F6-4895-8D11-9FFA545C3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6FD004-16FF-45CC-9FCD-8B7FCF914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F7AD82-714C-4ED4-BA2B-552CC474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33</a:t>
            </a:r>
          </a:p>
        </p:txBody>
      </p:sp>
    </p:spTree>
    <p:extLst>
      <p:ext uri="{BB962C8B-B14F-4D97-AF65-F5344CB8AC3E}">
        <p14:creationId xmlns:p14="http://schemas.microsoft.com/office/powerpoint/2010/main" val="343609086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5E31B6-B6A3-4B59-BE17-97870A30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52FBC6-33DB-453F-9D77-212CF1D9A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513C0F-996A-41E1-AF7B-C3E8BFEE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33cbbfd318452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958A5F-C068-482E-87C0-BDF6A19E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F3EB40-A08E-408E-8B88-501D93DF3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to remember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1A9265-9174-4F0B-8905-A5BD0E92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8D15DC-0DE7-4283-B3CF-C3976499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62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9801A0-B5F5-4D0D-A2E9-F332F9B1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575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scientific object and the computed artifact together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D23E19-A52A-4027-96CD-BF2414812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52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876091-9D56-4551-8CE7-CD8888B54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481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Rerun, perturb, compare, and explain before trusting the optimum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03A634-0A6B-42CD-8FE1-280ABD72E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F2C9F9-C3A7-450B-A6E7-4571A519F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Docs: https://sos2026-rjorge-stellarator-optimization.readthedocs.io/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03E3E1-C661-469E-ADF2-A4FB21DE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7734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A51AD3-EF98-4B79-96E8-6514FE0F5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C199DC-FC40-4EC2-8964-7939E4CE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81025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github.com/rogeriojorge/sos2026-rjorge-stellarator-optimization</a:t>
            </a:r>
          </a:p>
          <a:p xmlns:a="http://schemas.openxmlformats.org/drawingml/2006/main">
            <a:pPr algn="r">
              <a:defRPr sz="9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6BDC0D-1CD1-40DE-9132-2770DF1D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34</a:t>
            </a:r>
          </a:p>
        </p:txBody>
      </p:sp>
    </p:spTree>
    <p:extLst>
      <p:ext uri="{BB962C8B-B14F-4D97-AF65-F5344CB8AC3E}">
        <p14:creationId xmlns:p14="http://schemas.microsoft.com/office/powerpoint/2010/main" val="11551937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2026-05-23T18:32:09.1640000Z</dcterms:created>
  <dcterms:modified xsi:type="dcterms:W3CDTF">2026-05-23T18:32:09.1640000Z</dcterms:modified>
</coreProperties>
</file>