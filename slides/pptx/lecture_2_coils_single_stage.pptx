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9c4862539f4eea" /><Relationship Type="http://schemas.openxmlformats.org/officeDocument/2006/relationships/extended-properties" Target="/docProps/app.xml" Id="R74c514a4368543f0" /><Relationship Type="http://schemas.openxmlformats.org/officeDocument/2006/relationships/officeDocument" Target="/ppt/presentation.xml" Id="R5b7fad6fd64746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9bb90d3ec54f73"/>
  </p:sldMasterIdLst>
  <p:notesMasterIdLst>
    <p:notesMasterId xmlns:r="http://schemas.openxmlformats.org/officeDocument/2006/relationships" r:id="R7f293ce2cc2b46fc"/>
  </p:notesMasterIdLst>
  <p:sldIdLst>
    <p:sldId xmlns:r="http://schemas.openxmlformats.org/officeDocument/2006/relationships" id="256" r:id="R0e2ae3df06264e35"/>
    <p:sldId xmlns:r="http://schemas.openxmlformats.org/officeDocument/2006/relationships" id="257" r:id="Rfb2dd9dc7d84430a"/>
    <p:sldId xmlns:r="http://schemas.openxmlformats.org/officeDocument/2006/relationships" id="258" r:id="R848712ad97b84530"/>
    <p:sldId xmlns:r="http://schemas.openxmlformats.org/officeDocument/2006/relationships" id="259" r:id="R19c47d3610e44a7e"/>
    <p:sldId xmlns:r="http://schemas.openxmlformats.org/officeDocument/2006/relationships" id="260" r:id="Raf007bdfc3004fe4"/>
    <p:sldId xmlns:r="http://schemas.openxmlformats.org/officeDocument/2006/relationships" id="261" r:id="Rc8815bb28b504cec"/>
    <p:sldId xmlns:r="http://schemas.openxmlformats.org/officeDocument/2006/relationships" id="262" r:id="R2f88bf63cabb450c"/>
    <p:sldId xmlns:r="http://schemas.openxmlformats.org/officeDocument/2006/relationships" id="263" r:id="R4206c47772054c21"/>
    <p:sldId xmlns:r="http://schemas.openxmlformats.org/officeDocument/2006/relationships" id="264" r:id="R38ea839f5ebf4f26"/>
    <p:sldId xmlns:r="http://schemas.openxmlformats.org/officeDocument/2006/relationships" id="265" r:id="R891ebd4f61bb4554"/>
    <p:sldId xmlns:r="http://schemas.openxmlformats.org/officeDocument/2006/relationships" id="266" r:id="R2960b39aef31401a"/>
    <p:sldId xmlns:r="http://schemas.openxmlformats.org/officeDocument/2006/relationships" id="267" r:id="Re5d343256a234586"/>
    <p:sldId xmlns:r="http://schemas.openxmlformats.org/officeDocument/2006/relationships" id="268" r:id="R738d65b023994b36"/>
    <p:sldId xmlns:r="http://schemas.openxmlformats.org/officeDocument/2006/relationships" id="269" r:id="Ra48630bf8f5a482c"/>
    <p:sldId xmlns:r="http://schemas.openxmlformats.org/officeDocument/2006/relationships" id="270" r:id="R0c30e2279aa54d50"/>
    <p:sldId xmlns:r="http://schemas.openxmlformats.org/officeDocument/2006/relationships" id="271" r:id="R1c218c0a30014244"/>
    <p:sldId xmlns:r="http://schemas.openxmlformats.org/officeDocument/2006/relationships" id="272" r:id="R16b6763bb4564101"/>
    <p:sldId xmlns:r="http://schemas.openxmlformats.org/officeDocument/2006/relationships" id="273" r:id="R9050b1b6e7be481c"/>
    <p:sldId xmlns:r="http://schemas.openxmlformats.org/officeDocument/2006/relationships" id="274" r:id="R602916c820554e31"/>
    <p:sldId xmlns:r="http://schemas.openxmlformats.org/officeDocument/2006/relationships" id="275" r:id="R8ef7dcc97a974ede"/>
    <p:sldId xmlns:r="http://schemas.openxmlformats.org/officeDocument/2006/relationships" id="276" r:id="Rc77b774a84b4431c"/>
    <p:sldId xmlns:r="http://schemas.openxmlformats.org/officeDocument/2006/relationships" id="277" r:id="R70def1b3bb4f4de1"/>
    <p:sldId xmlns:r="http://schemas.openxmlformats.org/officeDocument/2006/relationships" id="278" r:id="R0f8d6b63d3c94c7f"/>
    <p:sldId xmlns:r="http://schemas.openxmlformats.org/officeDocument/2006/relationships" id="279" r:id="R1a447a0703774da4"/>
    <p:sldId xmlns:r="http://schemas.openxmlformats.org/officeDocument/2006/relationships" id="280" r:id="R4bae9597c7ac4d39"/>
    <p:sldId xmlns:r="http://schemas.openxmlformats.org/officeDocument/2006/relationships" id="281" r:id="Re8e3dc0ba6c44c59"/>
    <p:sldId xmlns:r="http://schemas.openxmlformats.org/officeDocument/2006/relationships" id="282" r:id="R26db422eb778404e"/>
    <p:sldId xmlns:r="http://schemas.openxmlformats.org/officeDocument/2006/relationships" id="283" r:id="Re2945f1e5ca6474a"/>
    <p:sldId xmlns:r="http://schemas.openxmlformats.org/officeDocument/2006/relationships" id="284" r:id="R02231827411d492b"/>
    <p:sldId xmlns:r="http://schemas.openxmlformats.org/officeDocument/2006/relationships" id="285" r:id="Rc70505348ac1445b"/>
    <p:sldId xmlns:r="http://schemas.openxmlformats.org/officeDocument/2006/relationships" id="286" r:id="R06e4fe9a82464bba"/>
    <p:sldId xmlns:r="http://schemas.openxmlformats.org/officeDocument/2006/relationships" id="287" r:id="R9e592bf70ad64cfe"/>
    <p:sldId xmlns:r="http://schemas.openxmlformats.org/officeDocument/2006/relationships" id="288" r:id="Rb24ebe447c234835"/>
    <p:sldId xmlns:r="http://schemas.openxmlformats.org/officeDocument/2006/relationships" id="289" r:id="R9d4b87406fac4b49"/>
    <p:sldId xmlns:r="http://schemas.openxmlformats.org/officeDocument/2006/relationships" id="290" r:id="Rfec67295f26c465f"/>
    <p:sldId xmlns:r="http://schemas.openxmlformats.org/officeDocument/2006/relationships" id="291" r:id="R00e9e62a1b8c4e76"/>
    <p:sldId xmlns:r="http://schemas.openxmlformats.org/officeDocument/2006/relationships" id="292" r:id="R19f617c9a9c04e23"/>
    <p:sldId xmlns:r="http://schemas.openxmlformats.org/officeDocument/2006/relationships" id="293" r:id="Reba90148cbf7446a"/>
    <p:sldId xmlns:r="http://schemas.openxmlformats.org/officeDocument/2006/relationships" id="294" r:id="Rd07fdc12f54547c5"/>
    <p:sldId xmlns:r="http://schemas.openxmlformats.org/officeDocument/2006/relationships" id="295" r:id="R2bc7f7e022be42f9"/>
    <p:sldId xmlns:r="http://schemas.openxmlformats.org/officeDocument/2006/relationships" id="296" r:id="Rea36fd6743144a7c"/>
    <p:sldId xmlns:r="http://schemas.openxmlformats.org/officeDocument/2006/relationships" id="297" r:id="Rff116e9f308c4120"/>
    <p:sldId xmlns:r="http://schemas.openxmlformats.org/officeDocument/2006/relationships" id="298" r:id="Rbbd599ab9c174bdf"/>
    <p:sldId xmlns:r="http://schemas.openxmlformats.org/officeDocument/2006/relationships" id="299" r:id="Rf01aede2326a4203"/>
    <p:sldId xmlns:r="http://schemas.openxmlformats.org/officeDocument/2006/relationships" id="300" r:id="R892c6e11fd5449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9bb90d3ec54f73" /><Relationship Type="http://schemas.openxmlformats.org/officeDocument/2006/relationships/theme" Target="/ppt/theme/theme1.xml" Id="R5b9ee7c4b5674a62" /><Relationship Type="http://schemas.openxmlformats.org/officeDocument/2006/relationships/notesMaster" Target="/ppt/notesMasters/notesMaster1.xml" Id="R7f293ce2cc2b46fc" /><Relationship Type="http://schemas.openxmlformats.org/officeDocument/2006/relationships/presProps" Target="/ppt/presProps.xml" Id="Rfffb4a3223574309" /><Relationship Type="http://schemas.openxmlformats.org/officeDocument/2006/relationships/viewProps" Target="/ppt/viewProps.xml" Id="R6072f4445ad844b9" /><Relationship Type="http://schemas.openxmlformats.org/officeDocument/2006/relationships/tableStyles" Target="/ppt/tableStyles.xml" Id="R9a8f66cf0a674f09" /><Relationship Type="http://schemas.openxmlformats.org/officeDocument/2006/relationships/slide" Target="/ppt/slides/slide1.xml" Id="R0e2ae3df06264e35" /><Relationship Type="http://schemas.openxmlformats.org/officeDocument/2006/relationships/slide" Target="/ppt/slides/slide2.xml" Id="Rfb2dd9dc7d84430a" /><Relationship Type="http://schemas.openxmlformats.org/officeDocument/2006/relationships/slide" Target="/ppt/slides/slide3.xml" Id="R848712ad97b84530" /><Relationship Type="http://schemas.openxmlformats.org/officeDocument/2006/relationships/slide" Target="/ppt/slides/slide4.xml" Id="R19c47d3610e44a7e" /><Relationship Type="http://schemas.openxmlformats.org/officeDocument/2006/relationships/slide" Target="/ppt/slides/slide5.xml" Id="Raf007bdfc3004fe4" /><Relationship Type="http://schemas.openxmlformats.org/officeDocument/2006/relationships/slide" Target="/ppt/slides/slide6.xml" Id="Rc8815bb28b504cec" /><Relationship Type="http://schemas.openxmlformats.org/officeDocument/2006/relationships/slide" Target="/ppt/slides/slide7.xml" Id="R2f88bf63cabb450c" /><Relationship Type="http://schemas.openxmlformats.org/officeDocument/2006/relationships/slide" Target="/ppt/slides/slide8.xml" Id="R4206c47772054c21" /><Relationship Type="http://schemas.openxmlformats.org/officeDocument/2006/relationships/slide" Target="/ppt/slides/slide9.xml" Id="R38ea839f5ebf4f26" /><Relationship Type="http://schemas.openxmlformats.org/officeDocument/2006/relationships/slide" Target="/ppt/slides/slide10.xml" Id="R891ebd4f61bb4554" /><Relationship Type="http://schemas.openxmlformats.org/officeDocument/2006/relationships/slide" Target="/ppt/slides/slide11.xml" Id="R2960b39aef31401a" /><Relationship Type="http://schemas.openxmlformats.org/officeDocument/2006/relationships/slide" Target="/ppt/slides/slide12.xml" Id="Re5d343256a234586" /><Relationship Type="http://schemas.openxmlformats.org/officeDocument/2006/relationships/slide" Target="/ppt/slides/slide13.xml" Id="R738d65b023994b36" /><Relationship Type="http://schemas.openxmlformats.org/officeDocument/2006/relationships/slide" Target="/ppt/slides/slide14.xml" Id="Ra48630bf8f5a482c" /><Relationship Type="http://schemas.openxmlformats.org/officeDocument/2006/relationships/slide" Target="/ppt/slides/slide15.xml" Id="R0c30e2279aa54d50" /><Relationship Type="http://schemas.openxmlformats.org/officeDocument/2006/relationships/slide" Target="/ppt/slides/slide16.xml" Id="R1c218c0a30014244" /><Relationship Type="http://schemas.openxmlformats.org/officeDocument/2006/relationships/slide" Target="/ppt/slides/slide17.xml" Id="R16b6763bb4564101" /><Relationship Type="http://schemas.openxmlformats.org/officeDocument/2006/relationships/slide" Target="/ppt/slides/slide18.xml" Id="R9050b1b6e7be481c" /><Relationship Type="http://schemas.openxmlformats.org/officeDocument/2006/relationships/slide" Target="/ppt/slides/slide19.xml" Id="R602916c820554e31" /><Relationship Type="http://schemas.openxmlformats.org/officeDocument/2006/relationships/slide" Target="/ppt/slides/slide20.xml" Id="R8ef7dcc97a974ede" /><Relationship Type="http://schemas.openxmlformats.org/officeDocument/2006/relationships/slide" Target="/ppt/slides/slide21.xml" Id="Rc77b774a84b4431c" /><Relationship Type="http://schemas.openxmlformats.org/officeDocument/2006/relationships/slide" Target="/ppt/slides/slide22.xml" Id="R70def1b3bb4f4de1" /><Relationship Type="http://schemas.openxmlformats.org/officeDocument/2006/relationships/slide" Target="/ppt/slides/slide23.xml" Id="R0f8d6b63d3c94c7f" /><Relationship Type="http://schemas.openxmlformats.org/officeDocument/2006/relationships/slide" Target="/ppt/slides/slide24.xml" Id="R1a447a0703774da4" /><Relationship Type="http://schemas.openxmlformats.org/officeDocument/2006/relationships/slide" Target="/ppt/slides/slide25.xml" Id="R4bae9597c7ac4d39" /><Relationship Type="http://schemas.openxmlformats.org/officeDocument/2006/relationships/slide" Target="/ppt/slides/slide26.xml" Id="Re8e3dc0ba6c44c59" /><Relationship Type="http://schemas.openxmlformats.org/officeDocument/2006/relationships/slide" Target="/ppt/slides/slide27.xml" Id="R26db422eb778404e" /><Relationship Type="http://schemas.openxmlformats.org/officeDocument/2006/relationships/slide" Target="/ppt/slides/slide28.xml" Id="Re2945f1e5ca6474a" /><Relationship Type="http://schemas.openxmlformats.org/officeDocument/2006/relationships/slide" Target="/ppt/slides/slide29.xml" Id="R02231827411d492b" /><Relationship Type="http://schemas.openxmlformats.org/officeDocument/2006/relationships/slide" Target="/ppt/slides/slide30.xml" Id="Rc70505348ac1445b" /><Relationship Type="http://schemas.openxmlformats.org/officeDocument/2006/relationships/slide" Target="/ppt/slides/slide31.xml" Id="R06e4fe9a82464bba" /><Relationship Type="http://schemas.openxmlformats.org/officeDocument/2006/relationships/slide" Target="/ppt/slides/slide32.xml" Id="R9e592bf70ad64cfe" /><Relationship Type="http://schemas.openxmlformats.org/officeDocument/2006/relationships/slide" Target="/ppt/slides/slide33.xml" Id="Rb24ebe447c234835" /><Relationship Type="http://schemas.openxmlformats.org/officeDocument/2006/relationships/slide" Target="/ppt/slides/slide34.xml" Id="R9d4b87406fac4b49" /><Relationship Type="http://schemas.openxmlformats.org/officeDocument/2006/relationships/slide" Target="/ppt/slides/slide35.xml" Id="Rfec67295f26c465f" /><Relationship Type="http://schemas.openxmlformats.org/officeDocument/2006/relationships/slide" Target="/ppt/slides/slide36.xml" Id="R00e9e62a1b8c4e76" /><Relationship Type="http://schemas.openxmlformats.org/officeDocument/2006/relationships/slide" Target="/ppt/slides/slide37.xml" Id="R19f617c9a9c04e23" /><Relationship Type="http://schemas.openxmlformats.org/officeDocument/2006/relationships/slide" Target="/ppt/slides/slide38.xml" Id="Reba90148cbf7446a" /><Relationship Type="http://schemas.openxmlformats.org/officeDocument/2006/relationships/slide" Target="/ppt/slides/slide39.xml" Id="Rd07fdc12f54547c5" /><Relationship Type="http://schemas.openxmlformats.org/officeDocument/2006/relationships/slide" Target="/ppt/slides/slide40.xml" Id="R2bc7f7e022be42f9" /><Relationship Type="http://schemas.openxmlformats.org/officeDocument/2006/relationships/slide" Target="/ppt/slides/slide41.xml" Id="Rea36fd6743144a7c" /><Relationship Type="http://schemas.openxmlformats.org/officeDocument/2006/relationships/slide" Target="/ppt/slides/slide42.xml" Id="Rff116e9f308c4120" /><Relationship Type="http://schemas.openxmlformats.org/officeDocument/2006/relationships/slide" Target="/ppt/slides/slide43.xml" Id="Rbbd599ab9c174bdf" /><Relationship Type="http://schemas.openxmlformats.org/officeDocument/2006/relationships/slide" Target="/ppt/slides/slide44.xml" Id="Rf01aede2326a4203" /><Relationship Type="http://schemas.openxmlformats.org/officeDocument/2006/relationships/slide" Target="/ppt/slides/slide45.xml" Id="R892c6e11fd5449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6e83925ff624d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3dda138fba4216" /><Relationship Type="http://schemas.openxmlformats.org/officeDocument/2006/relationships/notesMaster" Target="/ppt/notesMasters/notesMaster1.xml" Id="Rb276973cce9940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eabc8f702341cd" /><Relationship Type="http://schemas.openxmlformats.org/officeDocument/2006/relationships/notesMaster" Target="/ppt/notesMasters/notesMaster1.xml" Id="Rd6306881515b42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8a21111029491f" /><Relationship Type="http://schemas.openxmlformats.org/officeDocument/2006/relationships/notesMaster" Target="/ppt/notesMasters/notesMaster1.xml" Id="R127be3ed78c64c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4803de801741b3" /><Relationship Type="http://schemas.openxmlformats.org/officeDocument/2006/relationships/notesMaster" Target="/ppt/notesMasters/notesMaster1.xml" Id="R2c2faf9fd6ec43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c1d2a0298b4bd1" /><Relationship Type="http://schemas.openxmlformats.org/officeDocument/2006/relationships/notesMaster" Target="/ppt/notesMasters/notesMaster1.xml" Id="Rbebf5b62cb1448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c8b2ee79bc44a2" /><Relationship Type="http://schemas.openxmlformats.org/officeDocument/2006/relationships/notesMaster" Target="/ppt/notesMasters/notesMaster1.xml" Id="R7f28670fb0db4b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46ae015fd141b1" /><Relationship Type="http://schemas.openxmlformats.org/officeDocument/2006/relationships/notesMaster" Target="/ppt/notesMasters/notesMaster1.xml" Id="R518e6b8b15e64e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e1c40304784532" /><Relationship Type="http://schemas.openxmlformats.org/officeDocument/2006/relationships/notesMaster" Target="/ppt/notesMasters/notesMaster1.xml" Id="R0a045a96fcdf44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397d7e047c4ae7" /><Relationship Type="http://schemas.openxmlformats.org/officeDocument/2006/relationships/notesMaster" Target="/ppt/notesMasters/notesMaster1.xml" Id="R32cc3c9d706f46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75aa8766da40cb" /><Relationship Type="http://schemas.openxmlformats.org/officeDocument/2006/relationships/notesMaster" Target="/ppt/notesMasters/notesMaster1.xml" Id="R793d45bfcdd349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1da902cf49496d" /><Relationship Type="http://schemas.openxmlformats.org/officeDocument/2006/relationships/notesMaster" Target="/ppt/notesMasters/notesMaster1.xml" Id="R5ef53bbb94344f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68e01772ef4528" /><Relationship Type="http://schemas.openxmlformats.org/officeDocument/2006/relationships/notesMaster" Target="/ppt/notesMasters/notesMaster1.xml" Id="R6996733ea2b448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583f0574ed420e" /><Relationship Type="http://schemas.openxmlformats.org/officeDocument/2006/relationships/notesMaster" Target="/ppt/notesMasters/notesMaster1.xml" Id="Rc8169a70afed4f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b4a3ddb1164fa8" /><Relationship Type="http://schemas.openxmlformats.org/officeDocument/2006/relationships/notesMaster" Target="/ppt/notesMasters/notesMaster1.xml" Id="R619348ae09dd44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9597183da24924" /><Relationship Type="http://schemas.openxmlformats.org/officeDocument/2006/relationships/notesMaster" Target="/ppt/notesMasters/notesMaster1.xml" Id="R649f9002000248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3d72f9081cf474c" /><Relationship Type="http://schemas.openxmlformats.org/officeDocument/2006/relationships/notesMaster" Target="/ppt/notesMasters/notesMaster1.xml" Id="R017324cf82e44d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2692a5d4c5e4f98" /><Relationship Type="http://schemas.openxmlformats.org/officeDocument/2006/relationships/notesMaster" Target="/ppt/notesMasters/notesMaster1.xml" Id="Re5f4b4565bad4f6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68d04bbe4d41d5" /><Relationship Type="http://schemas.openxmlformats.org/officeDocument/2006/relationships/notesMaster" Target="/ppt/notesMasters/notesMaster1.xml" Id="Rc7cfdcb560da4b3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353c86bd414759" /><Relationship Type="http://schemas.openxmlformats.org/officeDocument/2006/relationships/notesMaster" Target="/ppt/notesMasters/notesMaster1.xml" Id="R0f5261687a0e417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a97caccce0b4fc5" /><Relationship Type="http://schemas.openxmlformats.org/officeDocument/2006/relationships/notesMaster" Target="/ppt/notesMasters/notesMaster1.xml" Id="Raa0898596f5e44a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95f2e4a8ca74945" /><Relationship Type="http://schemas.openxmlformats.org/officeDocument/2006/relationships/notesMaster" Target="/ppt/notesMasters/notesMaster1.xml" Id="Rf0064c601a3f4c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38d50705f574fab" /><Relationship Type="http://schemas.openxmlformats.org/officeDocument/2006/relationships/notesMaster" Target="/ppt/notesMasters/notesMaster1.xml" Id="R59106b1dfa924cd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d4f25c96c2e4bc3" /><Relationship Type="http://schemas.openxmlformats.org/officeDocument/2006/relationships/notesMaster" Target="/ppt/notesMasters/notesMaster1.xml" Id="R359fbd0d110b40e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2557e87dc474bb4" /><Relationship Type="http://schemas.openxmlformats.org/officeDocument/2006/relationships/notesMaster" Target="/ppt/notesMasters/notesMaster1.xml" Id="R0f002c513756412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4c9e2b3fe7d4e04" /><Relationship Type="http://schemas.openxmlformats.org/officeDocument/2006/relationships/notesMaster" Target="/ppt/notesMasters/notesMaster1.xml" Id="R58fa48d0b0e3475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bdcec56bb3a48af" /><Relationship Type="http://schemas.openxmlformats.org/officeDocument/2006/relationships/notesMaster" Target="/ppt/notesMasters/notesMaster1.xml" Id="R8b1986b63490462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b0d6bfab36e42fb" /><Relationship Type="http://schemas.openxmlformats.org/officeDocument/2006/relationships/notesMaster" Target="/ppt/notesMasters/notesMaster1.xml" Id="R32a5e2c34f0a405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d5b3f445d534458" /><Relationship Type="http://schemas.openxmlformats.org/officeDocument/2006/relationships/notesMaster" Target="/ppt/notesMasters/notesMaster1.xml" Id="Rc445652c07704f4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e7794b022e94765" /><Relationship Type="http://schemas.openxmlformats.org/officeDocument/2006/relationships/notesMaster" Target="/ppt/notesMasters/notesMaster1.xml" Id="Rf6648139d26d489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57397fe3d70480f" /><Relationship Type="http://schemas.openxmlformats.org/officeDocument/2006/relationships/notesMaster" Target="/ppt/notesMasters/notesMaster1.xml" Id="Rd1b8759b104d4bf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e78d4e6cd3f4185" /><Relationship Type="http://schemas.openxmlformats.org/officeDocument/2006/relationships/notesMaster" Target="/ppt/notesMasters/notesMaster1.xml" Id="Re07ca9f3257247c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186783dbcbc492a" /><Relationship Type="http://schemas.openxmlformats.org/officeDocument/2006/relationships/notesMaster" Target="/ppt/notesMasters/notesMaster1.xml" Id="R2c44c721a09c43d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f1b7ce07bd34333" /><Relationship Type="http://schemas.openxmlformats.org/officeDocument/2006/relationships/notesMaster" Target="/ppt/notesMasters/notesMaster1.xml" Id="Rf064ed41926d4cd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6617ebb17246da" /><Relationship Type="http://schemas.openxmlformats.org/officeDocument/2006/relationships/notesMaster" Target="/ppt/notesMasters/notesMaster1.xml" Id="R3d5ca711934e42b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655ca32c5b140b1" /><Relationship Type="http://schemas.openxmlformats.org/officeDocument/2006/relationships/notesMaster" Target="/ppt/notesMasters/notesMaster1.xml" Id="R46fdc3a1d013471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379cca4334d4943" /><Relationship Type="http://schemas.openxmlformats.org/officeDocument/2006/relationships/notesMaster" Target="/ppt/notesMasters/notesMaster1.xml" Id="R0b2c52a81c2d475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8a009425a4c46f6" /><Relationship Type="http://schemas.openxmlformats.org/officeDocument/2006/relationships/notesMaster" Target="/ppt/notesMasters/notesMaster1.xml" Id="R6cf31b014d144dc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9c3f1f57c344ea0" /><Relationship Type="http://schemas.openxmlformats.org/officeDocument/2006/relationships/notesMaster" Target="/ppt/notesMasters/notesMaster1.xml" Id="R479d1fdbe8994ff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e8c53d8925e4828" /><Relationship Type="http://schemas.openxmlformats.org/officeDocument/2006/relationships/notesMaster" Target="/ppt/notesMasters/notesMaster1.xml" Id="Re9941262bec64ab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2e7486633a24ce7" /><Relationship Type="http://schemas.openxmlformats.org/officeDocument/2006/relationships/notesMaster" Target="/ppt/notesMasters/notesMaster1.xml" Id="Re7d105721ca74c6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7acc7702ca94756" /><Relationship Type="http://schemas.openxmlformats.org/officeDocument/2006/relationships/notesMaster" Target="/ppt/notesMasters/notesMaster1.xml" Id="Rb600cd4c223f408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3bd1b4530e7488d" /><Relationship Type="http://schemas.openxmlformats.org/officeDocument/2006/relationships/notesMaster" Target="/ppt/notesMasters/notesMaster1.xml" Id="R2e4e38c6924f407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989ec41c9804e7e" /><Relationship Type="http://schemas.openxmlformats.org/officeDocument/2006/relationships/notesMaster" Target="/ppt/notesMasters/notesMaster1.xml" Id="Rb74ba397f71848a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2db426285a24ccb" /><Relationship Type="http://schemas.openxmlformats.org/officeDocument/2006/relationships/notesMaster" Target="/ppt/notesMasters/notesMaster1.xml" Id="Rd41f53ea0e2a485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7a0fd0f8ab84f75" /><Relationship Type="http://schemas.openxmlformats.org/officeDocument/2006/relationships/notesMaster" Target="/ppt/notesMasters/notesMaster1.xml" Id="Rcc08c06c57e548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0e42990024b2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8076f99a67d4868" /><Relationship Type="http://schemas.openxmlformats.org/officeDocument/2006/relationships/slideLayout" Target="/ppt/slideLayouts/slideLayout2.xml" Id="R8336449e86804f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36449e86804f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79bb8d0e3349a8" /><Relationship Type="http://schemas.openxmlformats.org/officeDocument/2006/relationships/image" Target="/ppt/media/image.png" Id="R33a750562d264a99" /><Relationship Type="http://schemas.openxmlformats.org/officeDocument/2006/relationships/notesSlide" Target="/ppt/notesSlides/notesSlide1.xml" Id="R53302f14a18d47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7dfd1945bd4de8" /><Relationship Type="http://schemas.openxmlformats.org/officeDocument/2006/relationships/notesSlide" Target="/ppt/notesSlides/notesSlide2.xml" Id="R3038c5f01ed241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eca4b22f95432a" /><Relationship Type="http://schemas.openxmlformats.org/officeDocument/2006/relationships/notesSlide" Target="/ppt/notesSlides/notesSlide3.xml" Id="R3646d24b713148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a30d401284a4d" /><Relationship Type="http://schemas.openxmlformats.org/officeDocument/2006/relationships/notesSlide" Target="/ppt/notesSlides/notesSlide4.xml" Id="Ree21d06e737d4e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63434c032b4aff" /><Relationship Type="http://schemas.openxmlformats.org/officeDocument/2006/relationships/notesSlide" Target="/ppt/notesSlides/notesSlide5.xml" Id="R46ca20d39d7b42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f05043b03f4857" /><Relationship Type="http://schemas.openxmlformats.org/officeDocument/2006/relationships/notesSlide" Target="/ppt/notesSlides/notesSlide6.xml" Id="Ra7af12a57e944a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682aa2b119484a" /><Relationship Type="http://schemas.openxmlformats.org/officeDocument/2006/relationships/notesSlide" Target="/ppt/notesSlides/notesSlide7.xml" Id="R9cd78e49bc2a40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4566c0152b452b" /><Relationship Type="http://schemas.openxmlformats.org/officeDocument/2006/relationships/notesSlide" Target="/ppt/notesSlides/notesSlide8.xml" Id="Rc79cf516258346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3343a5c3224691" /><Relationship Type="http://schemas.openxmlformats.org/officeDocument/2006/relationships/image" Target="/ppt/media/image2.png" Id="R4a49dd45e45249d0" /><Relationship Type="http://schemas.openxmlformats.org/officeDocument/2006/relationships/notesSlide" Target="/ppt/notesSlides/notesSlide9.xml" Id="R94ab474145ba4b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37c12a68894111" /><Relationship Type="http://schemas.openxmlformats.org/officeDocument/2006/relationships/image" Target="/ppt/media/image3.png" Id="R0cc71a9a915a4c4e" /><Relationship Type="http://schemas.openxmlformats.org/officeDocument/2006/relationships/notesSlide" Target="/ppt/notesSlides/notesSlide10.xml" Id="R4778938bac3846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672fa136784029" /><Relationship Type="http://schemas.openxmlformats.org/officeDocument/2006/relationships/image" Target="/ppt/media/image4.png" Id="Rd8253f8b9db04b93" /><Relationship Type="http://schemas.openxmlformats.org/officeDocument/2006/relationships/notesSlide" Target="/ppt/notesSlides/notesSlide11.xml" Id="R2fc9f6c85b7e49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4e2184634e4b18" /><Relationship Type="http://schemas.openxmlformats.org/officeDocument/2006/relationships/image" Target="/ppt/media/image5.png" Id="R322fc30653ad41f3" /><Relationship Type="http://schemas.openxmlformats.org/officeDocument/2006/relationships/notesSlide" Target="/ppt/notesSlides/notesSlide12.xml" Id="R05e11db1e8dd4a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b378845d65462a" /><Relationship Type="http://schemas.openxmlformats.org/officeDocument/2006/relationships/notesSlide" Target="/ppt/notesSlides/notesSlide13.xml" Id="R7f67c700d0574f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67aa60cbd44b32" /><Relationship Type="http://schemas.openxmlformats.org/officeDocument/2006/relationships/notesSlide" Target="/ppt/notesSlides/notesSlide14.xml" Id="Rbeb440adf84243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2d055866704864" /><Relationship Type="http://schemas.openxmlformats.org/officeDocument/2006/relationships/notesSlide" Target="/ppt/notesSlides/notesSlide15.xml" Id="Re77a650e605840e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37463652aa44fb" /><Relationship Type="http://schemas.openxmlformats.org/officeDocument/2006/relationships/notesSlide" Target="/ppt/notesSlides/notesSlide16.xml" Id="R670edd5049754fc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7d8faf08be4198" /><Relationship Type="http://schemas.openxmlformats.org/officeDocument/2006/relationships/notesSlide" Target="/ppt/notesSlides/notesSlide17.xml" Id="R90e78d11dfcc4da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f90d663bc549c6" /><Relationship Type="http://schemas.openxmlformats.org/officeDocument/2006/relationships/image" Target="/ppt/media/image6.png" Id="R98901484b404456e" /><Relationship Type="http://schemas.openxmlformats.org/officeDocument/2006/relationships/notesSlide" Target="/ppt/notesSlides/notesSlide18.xml" Id="R5c155dfae62142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c0f57eb8c47c2" /><Relationship Type="http://schemas.openxmlformats.org/officeDocument/2006/relationships/image" Target="/ppt/media/image7.png" Id="R52b9b1f34afc4fc9" /><Relationship Type="http://schemas.openxmlformats.org/officeDocument/2006/relationships/notesSlide" Target="/ppt/notesSlides/notesSlide19.xml" Id="Rd2b91abad073418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30f72d72ec4a61" /><Relationship Type="http://schemas.openxmlformats.org/officeDocument/2006/relationships/notesSlide" Target="/ppt/notesSlides/notesSlide20.xml" Id="R134efe797d65451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e30c6c4f344b55" /><Relationship Type="http://schemas.openxmlformats.org/officeDocument/2006/relationships/notesSlide" Target="/ppt/notesSlides/notesSlide21.xml" Id="R422e78e3992241e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f9a6fafef0460d" /><Relationship Type="http://schemas.openxmlformats.org/officeDocument/2006/relationships/notesSlide" Target="/ppt/notesSlides/notesSlide22.xml" Id="R739571930dab4ee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3cb85a53e4ad6" /><Relationship Type="http://schemas.openxmlformats.org/officeDocument/2006/relationships/image" Target="/ppt/media/image8.png" Id="Rfcf5bdf076ae4dce" /><Relationship Type="http://schemas.openxmlformats.org/officeDocument/2006/relationships/notesSlide" Target="/ppt/notesSlides/notesSlide23.xml" Id="Rf3c495908cca470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9e5b3735eb43de" /><Relationship Type="http://schemas.openxmlformats.org/officeDocument/2006/relationships/image" Target="/ppt/media/image9.png" Id="R1f8d128a59824478" /><Relationship Type="http://schemas.openxmlformats.org/officeDocument/2006/relationships/notesSlide" Target="/ppt/notesSlides/notesSlide24.xml" Id="Rafe2b18d5c47424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8297dc37644cd3" /><Relationship Type="http://schemas.openxmlformats.org/officeDocument/2006/relationships/notesSlide" Target="/ppt/notesSlides/notesSlide25.xml" Id="Rc0aca0e55c9c4b3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ea83add111461d" /><Relationship Type="http://schemas.openxmlformats.org/officeDocument/2006/relationships/notesSlide" Target="/ppt/notesSlides/notesSlide26.xml" Id="R2dfd0c466aaf42a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ea983ac33f4772" /><Relationship Type="http://schemas.openxmlformats.org/officeDocument/2006/relationships/notesSlide" Target="/ppt/notesSlides/notesSlide27.xml" Id="Re89de40f28e34d9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3d29c5b994121" /><Relationship Type="http://schemas.openxmlformats.org/officeDocument/2006/relationships/notesSlide" Target="/ppt/notesSlides/notesSlide28.xml" Id="Rc0b9f8dc812c45b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7c4f78275c487a" /><Relationship Type="http://schemas.openxmlformats.org/officeDocument/2006/relationships/notesSlide" Target="/ppt/notesSlides/notesSlide29.xml" Id="Rf9113185e34d484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3a80e95aad4bb8" /><Relationship Type="http://schemas.openxmlformats.org/officeDocument/2006/relationships/notesSlide" Target="/ppt/notesSlides/notesSlide30.xml" Id="Rf5671f078aee4ca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287306f9ab4520" /><Relationship Type="http://schemas.openxmlformats.org/officeDocument/2006/relationships/notesSlide" Target="/ppt/notesSlides/notesSlide31.xml" Id="R007cee4ee9154dc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37ed50003d4cd6" /><Relationship Type="http://schemas.openxmlformats.org/officeDocument/2006/relationships/notesSlide" Target="/ppt/notesSlides/notesSlide32.xml" Id="R13ecff743b1c4f6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f3ba236de046f2" /><Relationship Type="http://schemas.openxmlformats.org/officeDocument/2006/relationships/notesSlide" Target="/ppt/notesSlides/notesSlide33.xml" Id="R3d35dbe6eeb1433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8046dd16e74fc3" /><Relationship Type="http://schemas.openxmlformats.org/officeDocument/2006/relationships/notesSlide" Target="/ppt/notesSlides/notesSlide34.xml" Id="R70b5826b0b654e6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bbbc71cff54f3c" /><Relationship Type="http://schemas.openxmlformats.org/officeDocument/2006/relationships/notesSlide" Target="/ppt/notesSlides/notesSlide35.xml" Id="R509783c1e38c47b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25c452fe8943e1" /><Relationship Type="http://schemas.openxmlformats.org/officeDocument/2006/relationships/notesSlide" Target="/ppt/notesSlides/notesSlide36.xml" Id="Rf84b24b29c19414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2c59de49f64af2" /><Relationship Type="http://schemas.openxmlformats.org/officeDocument/2006/relationships/notesSlide" Target="/ppt/notesSlides/notesSlide37.xml" Id="Rc24ac13bab45460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434b3da32447e3" /><Relationship Type="http://schemas.openxmlformats.org/officeDocument/2006/relationships/notesSlide" Target="/ppt/notesSlides/notesSlide38.xml" Id="Rcd20e78facb04cc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3d202722f4f35" /><Relationship Type="http://schemas.openxmlformats.org/officeDocument/2006/relationships/notesSlide" Target="/ppt/notesSlides/notesSlide39.xml" Id="R7b57cda8e9e64cb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2535d1d5ef4b41" /><Relationship Type="http://schemas.openxmlformats.org/officeDocument/2006/relationships/notesSlide" Target="/ppt/notesSlides/notesSlide40.xml" Id="R26f33064cbbc4bc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466bc488124c6a" /><Relationship Type="http://schemas.openxmlformats.org/officeDocument/2006/relationships/notesSlide" Target="/ppt/notesSlides/notesSlide41.xml" Id="Rfa4ca2d6f2b44aa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9780f609334cee" /><Relationship Type="http://schemas.openxmlformats.org/officeDocument/2006/relationships/notesSlide" Target="/ppt/notesSlides/notesSlide42.xml" Id="R3d12d944dd6942b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dec5238d6e4ba0" /><Relationship Type="http://schemas.openxmlformats.org/officeDocument/2006/relationships/notesSlide" Target="/ppt/notesSlides/notesSlide43.xml" Id="R6edcd5fcd1cd4ac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e52960421447b5" /><Relationship Type="http://schemas.openxmlformats.org/officeDocument/2006/relationships/notesSlide" Target="/ppt/notesSlides/notesSlide44.xml" Id="Rcb535aeef9f049b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2a4a63d0b44387" /><Relationship Type="http://schemas.openxmlformats.org/officeDocument/2006/relationships/notesSlide" Target="/ppt/notesSlides/notesSlide45.xml" Id="Rde007cc6b8e8478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7C127F-61BC-4BF2-A0A5-533F0B95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9A7B3-B59E-443F-AC2E-D8CA364E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0"/>
            <a:ext cx="7286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A531CC-6091-4C4F-B2E2-DAFAFF7A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86E64-A352-4DA9-B459-9001600E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7A1FE-8A2B-4770-AF34-8C1C0954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39814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plasma boundary is a wish; coils are the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41BC7-2759-44CD-BA10-E196A249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3810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2: coils, stage-2 optimization, single-stage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58255E-0663-42C2-A2FD-6B58419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765D1-340B-462E-9E54-FD2C4105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2 turns target fields into buildable magnetic hardware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C3980-0BA7-4A9E-B900-40A9221D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155A0-78C5-4DAC-A62A-03FAE684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central metric is `B dot n`, but the constraints are engineering-heavy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CEA96-D220-4601-B9C8-1A82D150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81050"/>
            <a:ext cx="60579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a750562d264a99"/>
          <a:stretch xmlns:a="http://schemas.openxmlformats.org/drawingml/2006/main"/>
        </p:blipFill>
        <p:spPr>
          <a:xfrm xmlns:a="http://schemas.openxmlformats.org/drawingml/2006/main">
            <a:off x="6504773" y="952500"/>
            <a:ext cx="3906855" cy="41148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F26CD-3922-4854-B4BC-10DA8AD1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5435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Computational design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DACD3-41C3-4007-A6C8-28576143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DECFA-E9C4-4D95-85D8-79770E64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2CDA09-C299-4F63-97AC-DBD9EBE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E5E09-42B6-42DC-9329-59C82314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34F29-F8A2-415F-BE22-89302548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ABA7A-ACE0-4884-BBCD-F3154B41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6AC3DF-136B-4340-A786-39BAC1F5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5C87D-9FCB-4F0D-8F95-8B4D54F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B13A1B-03AD-4E89-9198-7DFB0DEB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FFD379-EC96-44EE-B578-19EC84A4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9132A1-BCCD-4F1A-931B-0DF75D77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83A9BD-5EF1-4107-9460-05010A61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3D0DB9-A1A3-480B-B45E-E55FC7D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1F6FDB-31F8-482E-B283-2B81DAE6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2A9DC7-FB17-481E-BF2B-B3DB6A19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CE6C78-484C-4A3E-8D75-A0CD01EC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6058EA-ED0A-456E-B9F5-0E83630A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EC96F-8192-4E08-80BD-0EC66E46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A263C3-E212-40BF-96EB-5B5AD8F0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905973-7F2E-4F4E-BA34-E5D1C5FF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6D8A49-B0C3-47E7-8BEA-33DF44CD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429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1/45</a:t>
            </a:r>
          </a:p>
        </p:txBody>
      </p:sp>
    </p:spTree>
    <p:extLst>
      <p:ext uri="{BB962C8B-B14F-4D97-AF65-F5344CB8AC3E}">
        <p14:creationId xmlns:p14="http://schemas.microsoft.com/office/powerpoint/2010/main" val="87271560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2308B9-20C7-4DB8-9385-68BCF2B6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FC979-35E8-40D2-BF61-BAB51281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ECAB2-C45B-41FB-883F-766E2275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11BB5-9705-4A95-B9B6-610621C8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Stage 1, stage 2, and single stage answer different questions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8465A-2B87-4F00-A049-C9B29400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C2E07-15D4-4149-A318-F078EE4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E9375-9959-4C96-9DC4-6782E2DF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BA04B-E4D9-4D6B-8174-D5116738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F9A95-51FB-46D9-B6F9-95BED768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DD4DF-76F5-44C7-97E6-D178DEFC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plasma boundary is attractive?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C3433-D773-4FA4-AB22-D83BFD4C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FEE5A-1ACD-4A68-80BC-9CE17FC9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3A0D7D-E7CD-4E0D-AF1F-D899C6E4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017B1D-94C8-4A49-AC8A-3E058B17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coils can make it?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F5B574-D339-413D-B812-CCF4F51F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60880-60B9-4D70-8A5E-E7042206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DDF61-BE9E-4402-9C02-E342414A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Single 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68346-F7E7-4205-850D-C2E759EF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can plasma and coils improve together?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49FAD2-4BD0-4869-8502-04F9A06F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rPr>
              <a:t>Boundary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794388-1276-4859-8AA8-333410B8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rPr>
              <a:t>Derivations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DDDF1E-E079-4707-B438-CABB5AC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Design loop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5B273-A000-4618-8E9B-B6E77D99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E3414-1358-4B03-BE23-9D27782E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0D8C97-24F5-40ED-9A87-17DAD959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2D0ED4-780D-4585-AFE7-17C30AC8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C3636C-002C-4C29-AE3B-E80D75C0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9A4F99-7A0F-4A54-AFCB-6A4FE116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0B2101-869E-4DF7-947F-9419D43D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49DE8F-9ED1-4500-91DE-69747CB7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6C5FE-C116-4664-8B74-C190E5BF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D2F5C5-BD06-42C0-BC1E-7F0FCCE2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845EBB-877A-4AE0-B5A6-8E580CBE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953E46-D6ED-4190-B9A6-18CC5C49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E1CAB5-1BB4-4C6A-AC63-354355E5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8D7050-F73A-457E-956D-A2F5BDB2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21B55E-B22E-4526-8156-649A3ED5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BFF01A-8D4A-4CDB-8096-B55EEE34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D4167D-8535-43F0-8DCF-A57DC649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E0D4F1-F5B3-4716-9028-774759C4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92790E-9A4C-4DC9-B915-C41A3F19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CF4C00-89A0-495D-BFD3-4889451D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4D786B-AAD5-40F9-8863-9EA8CAE5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0368C9-6D97-463F-B63A-0F1A827F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3925FE-B8F2-4866-A556-1722A493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BD8588-93FC-4519-8557-4A04B4CB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1F5C7-4C70-4A5F-BEEC-364617BA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61286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748DB7-744B-4F52-B7AC-435AB5E2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6E2FF-5B1E-40A7-AE91-0E1E1DE3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FBFA7-EEB2-4F99-ABE8-076F6109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FC13C-EFD9-486D-BE1C-5A3682CD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coil inverse problem is ill-posed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2AB64-22F2-4F8D-A554-4DD83A6D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0FD5D-E4D5-453F-80F3-194221F1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08026-FF2E-4983-A168-97C9260B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7BE4C-8EEB-4492-A672-71250181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9E936-6193-46C0-8F2A-A3545A22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7B8DE-C2E1-483B-9A74-845C4DF2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Many current distributions can approximate the same field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FFE27-30AA-4C4A-94B8-1C316B21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DB134-7B68-4C8B-AE44-2C3D95E6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B0C99-6E39-44BB-AC29-30D43163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EDC82-7A87-46CA-BF86-B3BC90B4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Regularization decides which solutions are buildable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FBE41-AFDD-4952-B2FC-E2276CED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0C122-C712-4C5E-BC62-FC7A61F6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171B5-C7B1-4174-B559-16AA90CD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0BE71-AA26-4F22-88AA-C769DD6E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0AAED5-7FFC-49F1-961B-BCE0F7AD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7972D-C8D2-4C63-B0CA-E980E6B0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0F372-6DB9-4BB1-BFDA-F4E03DBD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9FDB4E-3F58-41E4-B7FD-EA6533B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B6C84-8600-4E4F-92B9-43F67AAC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FFBC7F-5485-4712-B08A-D03FCFFC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8B20-7B92-4883-897A-269E7DAF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954ADE-7781-4405-A0EE-B3D000A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D6A51E-0062-462F-90EA-3C135FDA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6390FE-D8B6-40DB-88A9-5346162D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FDD18A-5AB1-46A9-AEC4-92765465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3D1F53-B62F-431F-9F8E-BFB0D0C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EA0671-A10A-4817-9CE5-54C88EAB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A52A0D-8D97-4620-B24F-C4251AFA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F9E882-3EC1-4B89-93EC-A59F4C88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44196F-16E5-45F9-A741-5B334085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9113A1-A235-44B4-B7BE-A46DF005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2B5705-24E5-445C-B7E1-89B200B5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77E658-88F2-406C-BD36-B4848CB3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598E41-AA8D-471C-B235-93B045BD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2DF727-3186-46F1-8DA1-A060CDF9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E0B782-CF6E-4B08-84EB-AE415CB3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D87650-E260-4AF1-9B34-94BF4CBC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CADD71-FCA7-4985-9EE3-4CC57CCD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723053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9C8DB6-F509-4E3B-B770-8E60CD75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9EAEA-437C-42CD-8C33-8E5056E2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E7A19-628C-44F8-825B-CC8C1C25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1DF82-DDDA-407D-901F-CCE8DBBD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Quadratic flux is the basic stage-2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1EC57-624F-4095-8B64-F109A177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CC222-4ED0-4BB5-B43E-7CE1D443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1E3E5-60AD-4C5D-94B1-8F6A6EE0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46C80-363A-4162-9614-1F46E790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6DD7C-8A8E-4B5A-8C8E-7B5E23B1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7FC98-11A4-4811-8468-8B13432A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Measure normal-field error on the target surface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F29EB-7371-4BAC-8791-F6A758B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2BDE16-4C00-46F3-ABD6-EE987510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3AF59-7453-4F7F-AD46-6114596F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B5B095-9E6C-4023-9B6B-EF8CE33E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Low `B dot n` means the field respects the requested boundary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D8EC3-29E7-4D1B-9FD3-FC66F24F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10C8B-D225-4803-8AD3-4094F175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E0162-4268-4855-A706-CE173379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00FFC-A422-4B35-9738-7BDD1B8F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942033-8615-4162-97D9-CF6ACC8B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7AF13A-0210-462D-B097-CC6A187D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63766-1EB4-4252-A7F4-E0B6B874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55A074-8214-4032-8B4E-E22F9029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16215-FC79-487F-B2DE-E1D0A517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FFA10E-9585-40C0-8FDE-BCCC587A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7499EF-3B04-40A0-988D-F42F454A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03AFFF-B102-420F-AE13-7D544605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C1B58B-E63A-47D9-9E50-7816DD4F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6CDCFD-B895-4F9F-BAA5-EF1FBD1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B423E2-29E2-43DA-A97C-7CE04484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F8377F-6C04-4702-8D59-CEB4DCEC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1519FA-232A-4F95-A57E-240F68B9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FC9F1A-696E-4C89-BA69-64443863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00A3F7-B853-453C-8D7B-11990F9A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F1E354-2088-43A0-8735-8827F792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C00DEB-951C-48C3-91C6-F9DFBE4A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DA2BFA-D667-4CC4-A9F8-DF922A99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18C2A3-1A80-42AF-A52B-4477D686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9F75A3-E5C0-4862-860F-E74B5FEE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23D6AC-CF8E-47C7-A600-F1B48767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4165CC-137D-4649-8B21-AE2D13E0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18B329F-7F17-490D-B972-320ED272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8D477F-3302-48FB-8065-824851A8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608211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E59D46-8098-409A-ACFC-3A7EDE37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E8DA8-59FB-4F22-8857-3E500AB9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C1094-106D-4625-A575-A5868C5E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2F7D3-DBDE-4DEE-A41F-49189DE1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Current-potential methods regularize a surface current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237F30-DE27-4FF6-BF7A-DD7D3D87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6D19F-60D4-4E14-B699-80BA1D48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36E70-FC25-45E1-B77A-61AB3426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ADFDD-80AD-4C68-B8CD-5A931B8A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7C52A-3A1C-4AFA-8F4C-6115D853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7D369-803C-484F-A039-7417EE52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8468EE-0771-45A0-880D-A5064027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3E5DDA-C0BB-49DC-A7A8-10BEBEA1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08485-895A-4E0E-8E51-69BFD227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43B3C-DD7F-4E92-A948-4CE7B7BD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056F89-CAF6-4EDC-B328-0EBC34E2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961A8-0B50-4AD4-8DA0-B053F594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3A1CE-6E7E-48B0-9DC1-4B9BC600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0022D-C929-4328-834B-825FDAD8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A56BD7-DFD6-4A92-9CEF-5C18E002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894EA-DED7-434E-B59A-F77A0060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ED8E6D-3CB6-4647-B039-978979B7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E6C27-644A-4438-9109-7AF2D41E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F78292-FE80-4692-87B3-26D633C5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55D86B-A661-427E-9C9B-4432009E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6424-0077-4307-953A-16476D3B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882105-6897-4842-897D-946D1B92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67E4C3-F1ED-4DA7-A340-E230A660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A7AD7E-3A9D-4D04-8CC6-E1EF82F2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NESCOIL and REGCOIL logic: solve for currents on a winding 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9F6B53-A42F-41BF-9A26-08B9CF18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30E306-D109-4D7D-9320-FE2FC9BF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Regularization trades field accuracy for smoother current patterns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752561-F80A-4A15-9CDD-37D0D31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81DC1C-FB97-4BFD-9C9B-296DF036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F30DB2-C440-4996-9181-542C0CC1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4ECBBB-CB1C-40AE-8D46-0A03B767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1090EF-793D-4C4C-AD7E-BC4BA48F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41356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BFCD1F-1140-4BD5-9027-BF300C64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B3CD9-1C8E-40E5-8B97-70BB354E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2BABD-4F6D-4FB2-8DFE-80461C19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E6B85-7AFA-4FAE-A547-8012EEA5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Filamentary coils convert fields into curves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58C68-453B-480A-B984-F88C2CC9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08619-1FB1-4A6C-B971-026A032D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ED070-8A80-42E8-AF73-5889C61B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C76E5-90A7-498B-B8B7-817BCE30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836CD-B17C-4F0A-B398-C7BD6CAF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AD7172-2235-492B-974F-57CEA89A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Curves have length, curvature, torsion, and separation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14838-A798-4FC9-A773-77F09D09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A1B2E8-135F-4A3F-A8DB-8416479A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4116C-663B-491F-A825-FF57A3C1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E53B0-5AD3-4064-82D6-59A07842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field target can be easy for a surface current and hard for discrete coils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E72BBA-CDBA-4E94-BCF2-BE167605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459F8-95E5-4A8E-A803-E5178BCD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F57AB-F233-4527-90DD-32455DE4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AFED6-4E16-41A9-A915-3AEA517C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EF4B31-D438-4EBF-89C8-DC7574B7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3DEBA-52D8-447A-A661-DBC58DC8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E94E28-8B39-49C7-B4C3-E81F13AF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AEC33-AB7C-44E5-8A07-EC0DEE74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507DB2-FC59-464D-8355-A27CCE52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66456E-511A-465B-A179-342EB2C3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C72D20-0553-4101-8F9D-95AE6D5E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F37291-AB80-4108-ADE5-FC32004B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18E4BB-1D18-4C4B-9692-23F23354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5AB2FB-9E4A-402D-A9B5-D386FB1F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66D50D-FED9-40AC-9F97-91428C80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B47FD5-40ED-45E2-B99E-2D128334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A077D6-5605-45D9-AD43-A0E9B66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BAD8CE-3C23-40F3-8BD4-3EE78106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058DF8-9F1C-4319-B5F7-242BA019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EA65AF-BA6D-4CED-8818-98ED8613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D073F6-01E5-4B96-A84F-C429B444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555C51-6464-463F-BA2B-B6C4FCFF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6FF600-56CE-48BC-9D10-D7F7FF85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61C5B5-22ED-46E3-8A4C-AFA80429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BE745-E303-4616-B980-98AA24BB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6F98B5-03FE-4F85-A152-65BA049D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654F50-870D-4B53-8CF5-6745BB06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B7E35A-F76F-453B-876B-9E57E99F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65363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B869FE-57E7-4D19-867F-C0FCC078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C4A5A-5734-42A8-B6D7-8ECC7AA0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63315-652E-4AE8-891A-A7A4018E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DBBE8-113E-43BB-A784-7A644C78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SIMSOPT is the mature stage-2 teaching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D09796-5286-4A99-A48C-3EF805A5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FAAE9F-12FA-47B1-9BFF-A5743137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3F990-10D0-4C7B-8134-38EFFB15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50C59-6B3B-41BD-9DDF-5290755D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F99AB-A64E-49A2-8A9B-A6973DAA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0F78F-3DAB-4154-85C3-3E72E70B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1EBEB-20B0-46D5-AF8C-D013086F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47E8B-3576-4848-9E1A-7BC44B5E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Geometry objects, curves, Biot-Savart fields, objectives, optimization loops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52A7D-FD43-4911-8462-D726C12B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9FEAD-FA90-4323-A8AA-F3A2927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Research mode should use the verified public QA input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117B0-6751-4999-BD79-7BD2B23E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EE988-FB63-47DF-80A5-A30A1DF7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45F46-1DE2-47C0-ACC6-E3CD964C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06AC3-4ED3-4E46-BFC1-047A3A81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4A325-E135-4C70-A3AD-FC811056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2E2CAC-30D7-4A6B-95DA-D03D5793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A912D-7084-4E72-9223-C31D3FC9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829E3D-8643-40B8-93F7-5074CA8A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F9E9A-EED9-481B-8882-E97E4D28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8CDD34-C003-451B-9D8B-0AD0290F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F66489-B564-4C29-A4DD-D6C8E688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FF81D2-8368-4F21-856E-39275845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9A3C1E-199E-4DAB-8A10-A32CDDE5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B47BC-F5DB-4A09-9537-E174E865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CFB124-4D5F-4D67-83CC-07EA8C0D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35678F-8A75-484C-8055-51B2407C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02A1D5-2ACD-46AB-B846-4F995702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825874-8DD7-4805-9088-6BC5CA3A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4EF067-62DA-4FEA-8839-0F3342DA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AEEE11-5167-4FF6-874B-8BF4D199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8377DC-E2FD-4F5D-8367-FE28A985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9AFBC1-410C-46D3-B224-71BE788F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954ECA-F273-48C3-B423-DBBBA14D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315400-EF9B-434F-B4B8-E1C64556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E3962E-44EC-4062-AA27-53A0644C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177834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C25B59-B0CB-4CAA-8D8C-120F6395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E87B3-BFD6-4DE7-9804-857079B6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F57D7-8446-41EB-A1C3-D12BFCBF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5703A-D427-45CB-AE32-0D4A824F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SIMSOPT stage-2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133B4-FB6D-4C05-BC24-730545DC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75414-9FA1-4EE4-9833-57EF67FE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A3C4A-7AED-4374-9DBF-DE75F975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B7376-16B5-4CE2-89A2-F59B5CAE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C23E5-E44F-4516-987A-31B24847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F4D17-1FE2-44C9-949E-F9052AB2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notebooks/04_simsopt_stage2_coils.ipynb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41442-1ECB-474B-B10F-05CB2257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6677D-983B-4333-A411-1C7B6AF9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Load public QA input or cached coil fallback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1FA9B4-77A9-4DB5-BED3-82C1EE4A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B08E0-D910-44AE-9159-361E3BC3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initial/final coils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FEA5E-7E4C-48B1-93E8-BDC36475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1D20B9-CF5A-4085-A51E-10168830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Compare normal-field error before and after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CC5BF9-B4D8-456A-98B7-74A9A0E2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87CF0-BFE5-43F2-B0DC-10334713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4A28D7-734E-4E73-98E5-41D1D89E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D2022F-0DAB-458F-8EB5-651E7CBD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E0938C-4BE7-476D-B047-1D940656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013DFA-0E12-48D2-8A4B-A7E64FFE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76C18-13DA-4A6E-B9C1-2D79F791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99C5F3-0DB6-4B25-B58B-2478128F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9B7F7-E338-4FF8-8528-EA6F7368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71FAE6-B04A-4EB6-B05B-0D1B2066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FBABFB-C1C2-4AEC-80FE-D0C1E296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3B0391-E6C2-4572-AB64-4636B27F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30776F-8D25-4F4D-8C9F-027F92B3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717BF8-F2E7-4B3A-AA61-3C9CD34D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69ADC6-9359-41BD-851A-99F05E9B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B42D1F-A8DF-400E-9323-C5D6E664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9A12E1-29A7-4FCC-A47C-25CBA4EC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2BE8C6-FA0A-4214-9092-E07B6917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FA1825-FCE5-4BD3-B15B-B4FCE74F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627347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D0C7B0-4160-4E12-AF55-3E4C206A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274B-ECDD-4627-BC22-8F47E98A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FC1DBD-6157-44A4-9F9E-E3972AAD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8BD7D-6101-4F2B-A9FE-2928576F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Initial coils show the geometry before optimization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6AFFB-7AFD-4A0A-98CB-D4569890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DB908-011B-455E-9D70-8E5A82EF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67511-3D47-4372-A89B-59BC72BE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9dd45e45249d0"/>
          <a:stretch xmlns:a="http://schemas.openxmlformats.org/drawingml/2006/main"/>
        </p:blipFill>
        <p:spPr>
          <a:xfrm xmlns:a="http://schemas.openxmlformats.org/drawingml/2006/main">
            <a:off x="2280333" y="1657350"/>
            <a:ext cx="3545109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3809D-B435-4E3B-B311-C65879FA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E6759-9300-46D5-BE81-D66046F4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6D8D1-76E2-4B2A-9D71-F39B906D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teaching curves are simple enough to inspect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F5E50-E0B0-4BB5-BB45-B751CD5F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F7820-7969-4DC7-9E4D-356FFC7D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real lesson is the diagnostic grammar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9781F-26CB-4FFA-94E8-8FBC7639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18BA5-A689-49A0-BD9D-BBC78BCB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D3B34D-A08A-441E-B93E-FB5DC5E7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3A7E1-FBCF-47ED-B3F8-9825D1C4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A25A9-83D0-49C4-98F9-F6F1939E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95356-E2F1-4087-8E31-06B4E954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378AFA-0EB5-481F-B2FB-194FC748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8B90F6-0C8C-45CE-B77C-3FBE305F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C63A9C-144D-4131-8A45-569A057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E785FF-FA45-4C5D-885B-E93D3896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219ED8-0AC7-4467-97E6-4C4E0461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F1AE0-69F9-4AAD-81A1-D1C0FBD4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1B3D45-930D-4014-B598-89386D2A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EAE8BA-F5D9-43C6-91B3-15B98923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F5E60E-D245-4C51-9436-052F0B3F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B27F84-17E7-4ADC-B07A-9FB20448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7B286C-02C0-4A90-9EDC-3BC3EFCC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13BF08-3BA0-47A6-B96A-9ED2178A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45E09B-E29E-44C2-832C-A15D61C2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1322B-5154-417C-AFCC-CD6E7C34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572817-6EDB-4FA6-965B-A9E30CE9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488450-AA33-49AE-B19C-448BC5A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5CFEB5-A1B3-4131-BB1D-775471F2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239E2A-66FF-492D-BF66-AC3CD829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48BE4B-B4BB-44D3-975F-36715A7F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97D73D-EAE8-4EB4-941E-0FAA6D56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DAE334-D2D1-4459-8D08-BDF5DBD5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713667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1DDD3-9DCA-49A0-A7EF-D2DDB3F7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95E0A-6342-4C32-A20A-B9739D84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8DEB1-7AC8-42A8-BE67-86CC082E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0704C-0591-4AE5-9A4D-7E5C8B5F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Final coils reduce field error but keep complexity visible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12A4F-4727-4903-9B5B-A741EC99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136D0-2E54-4FBF-A687-206310EB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0ADA8-FBA4-45EC-8EEF-D38FB04D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71a9a915a4c4e"/>
          <a:stretch xmlns:a="http://schemas.openxmlformats.org/drawingml/2006/main"/>
        </p:blipFill>
        <p:spPr>
          <a:xfrm xmlns:a="http://schemas.openxmlformats.org/drawingml/2006/main">
            <a:off x="2280333" y="1657350"/>
            <a:ext cx="3545109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BF303-C52A-4690-9A0F-9E43363C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D451A-BA97-4AC2-9043-C114E629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8F3498-097E-4584-813A-87AC98D2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coil plot without diagnostics is incomplete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7C977-F28D-4C42-904F-1B89F9C5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8AAA1-80FD-4AA5-93E5-62833C2B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Students should ask: length, curvature, clearance, ports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ED855-9CDD-4980-9795-2C634751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71A43-B625-4CC4-97F0-5050CEF0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619B53-4AAA-446C-A20B-21C5BB46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889E0B-663D-4EB8-959A-7F09DA56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F18F6A-BB7C-40BB-864A-E2E9F449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2150B7-3DA5-4C76-B68C-C1A11AD2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5CBB60-7581-4878-9B2B-98BD716A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FFD270-EDA0-47E0-BFC8-5676571A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B6882-C099-447E-9771-DB98A51A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073B2-FB15-448F-8FF6-066F01F5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F84D7-908F-4053-817A-D3E36B3C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158D4-4867-4FFE-9E3E-537A5B44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EBBF12-C6F0-4ECF-86C0-579FD5DF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412B8F-3848-468F-B227-7563A74D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B0C92-22FB-4FB0-A223-249CE9E9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C34E5E-98AD-4C84-BD1C-8B768C21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338284-7100-442E-A4F1-95D9D76C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1BBE91-D209-47C5-A057-67D8BA3E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BB4859-98D6-4FAD-9E73-08340BC6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FCCB80-5CAB-4F2F-8641-210B7801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05A616-0577-4531-9542-598C3F0D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4D00D6-065E-4CC5-B3DA-4F950C10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160756-5F17-4909-BFDC-6820D3E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63E712-5946-44E9-A0E8-049F7148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6654E8-7AF4-410B-810B-8E30E27B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10119C-A5EF-450C-BC4D-65951F73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59839C-8F70-404A-8BA6-14759605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0212683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BFF1-E3C7-4F00-A279-17538294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792E7-AFAB-4601-B0A1-D8ADBCBB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BB9C3-1ACD-48E4-9402-8F8ABDA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0B335-86AF-4360-BC16-BFDFD60B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Normal-field maps reveal what the coil picture hides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73452-B362-48CE-8C99-6BE37C61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1BB0E-26E7-438D-9248-4BDFCBF0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7DC04-F05F-4E1D-A670-B1614446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253f8b9db04b93"/>
          <a:stretch xmlns:a="http://schemas.openxmlformats.org/drawingml/2006/main"/>
        </p:blipFill>
        <p:spPr>
          <a:xfrm xmlns:a="http://schemas.openxmlformats.org/drawingml/2006/main">
            <a:off x="742950" y="1923991"/>
            <a:ext cx="6619875" cy="320051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57234-5629-4A8A-95B4-CAC46C55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2DC8C-8DC0-4413-8AA9-96BA8938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062B7-C019-4D8C-A04D-A0C5CAA4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Before/after maps show where the target surface is damaged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58A24-0747-4177-B84B-46F3A646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48901F-6AA4-42F6-9F60-8307ECF9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 hot spots matter for robustness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49121-8B0F-4447-8672-972E0D3A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1A708-00C6-456D-9E60-DD5AC3AE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EA41E-99B4-4245-8B3B-8ED3C513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9FD4D-213B-4414-84C6-BC135E35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A53660-5CAB-4F5F-8340-196C09B1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8807C2-14F0-4323-B38E-C1461ED1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67A468-8636-46D9-9EC9-D9E7DFBD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A7671-AA72-4145-8814-C12B120F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1F0DF-41B0-4F67-A65D-157B6437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EF649-73F7-495C-9724-EEA172CF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EB1405-8638-415D-8AF0-207FBFE4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BD3A4E-FDF0-4622-81E4-3825DB23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153F3D-7176-4CCC-ABDD-2D6BB4C9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EFC331-9B3B-49F2-A926-12FFC55B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CB486A-CB26-40F8-B3A1-305422ED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4D624A-B1B0-4255-B3C9-8FCAD61C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DC24B9-4A49-4285-AF83-CA17FF19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6D33A1-67EE-48DE-A442-A6874C9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A0976E-B618-48ED-BC65-E659F4B2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6F9CA1-6346-4B18-9D6A-E595DD9F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713F92-B6B1-4D92-A3A7-19CB670B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9858E-67F6-471E-90E4-8D017F7A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5E9287-DD80-4827-A1D5-17F8E91E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1C4F61-F395-450E-ACB9-88A745D4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C6E948-087D-4FF0-9028-7BD380D0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9D7A8D-3136-427F-82AA-BCE08CE9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2A30CC-89E0-4EA2-BB36-6E043AA1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053596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BD037E-5CE7-4DE6-8C46-67F1EF93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FB173-DE91-478D-B81B-CFA026C7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A2458-55D6-41BA-AFD7-BA602DE5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BADD3-EAFE-4FA0-8FAB-66EA2522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Coil regularization is a Pareto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8A044-B4D3-4783-9A70-EB89E7F4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42D8F-1798-4574-89E5-E905D9E8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67A76-06EB-43F3-A559-E1C6E528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fc30653ad41f3"/>
          <a:stretch xmlns:a="http://schemas.openxmlformats.org/drawingml/2006/main"/>
        </p:blipFill>
        <p:spPr>
          <a:xfrm xmlns:a="http://schemas.openxmlformats.org/drawingml/2006/main">
            <a:off x="957850" y="1657350"/>
            <a:ext cx="6190074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3A92A-0BC9-4645-8706-0EFD185A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84C22-20F3-4A80-8C75-A7FBF2C2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AC3F1-D3DE-4A3A-B51E-255BB59A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Shorter/smoother coils can worsen field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B4EAA-157C-4F14-BA1B-3932FBE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C56BC-D669-4AFD-A7AB-A5D6C3B2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single optimum hides a design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DDB93-03A9-42FD-AF7A-9994A01D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B90EE-6F5B-4ED1-91AE-AA27C64E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104FD-C584-445D-8E33-B745D3D8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41551-5968-44F7-8543-83B42D0B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DCCE7-099A-43CB-9C7F-A7C5DF99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812D7-2864-429C-B245-B273E8FC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A8965-1B4B-4D8F-BB3C-6FBF28E0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9E97D-788F-467D-B63D-BF97DD40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7B2B2-DACF-4295-AC57-B70ED3DD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9BF4AB-4098-43E0-BA37-A4B8094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A71EA3-7C9D-4AB0-83FE-70735B00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2862E0-F5D3-4939-AFE8-072B9126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2CDF52-85FB-4604-9843-66C1646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2DA197-DA29-478C-B436-9C0447F5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26DF9C-9B8B-486E-B251-67C82F4F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C26F07-CFF7-4C4E-9E4D-BF1ECC3B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28E824-EC0C-4BA4-8606-35A31D80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9CEBD0-EE3F-4E7D-B582-435A29E1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A5D2D4-4A42-4B8A-8368-2829E220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D0A5AE-D92B-4412-BC87-F641B0E0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CCCCEC-0DE4-4064-9C2B-7ACBF9F9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9297E4-F505-4EC6-A641-4FCF32A9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128B37-50E2-4427-8B8D-1091ECF0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0852EE-8CC0-4016-9A16-D1935B36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EEF67D-92A3-4105-B815-ABAC4C9A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F78F4A-46FB-4898-908C-B99F642F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3A1AD4-1762-40A8-BD95-EDA5F586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293136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4ED407-5D16-4031-98C4-C32B2652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EDCA01-0F64-4A7C-A699-D32BD0C2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5328F-AFDA-41AB-AC57-E1453F15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A80B4-3651-463D-AF80-EC05864D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Coil complexity has multiple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B2C9B-4FD7-4F71-B5A2-823236BF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4E3CB-EDA1-4275-A831-B8551C18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FFEF7-65FF-4A35-931D-8100FCD1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07D69-B33F-4C01-9C4F-8D84583B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F0AC7-6648-40D3-9CDC-6D474A19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0D546C-74C0-488E-AA21-EEF19277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21BC5-D644-4407-A87D-B1A3F106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E0F78-5513-40BA-A3AC-E4183762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147F0-AB0B-4F5F-9542-0DC894C2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Length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4C77E-C5A5-4779-B447-BE0B9F8B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2D5BE7-2400-414B-BA71-7F71270F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493413-97B6-4105-B737-EF86CDDB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D4CB3-86E8-4183-8208-03B019EE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Maximum curvature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C6B1E-9D47-48A8-A445-26167EBB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4A6F46-6CB0-4168-8A21-286EC20F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53E98D-2DAE-4C75-8B52-AFA478AB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14FD9-0A2C-4B62-BDA1-1A04CABA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Mean-squared curvature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E29CE-64EE-47E0-9839-8A23E26A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C14C0F-4A62-48DF-AA53-B0F7FC2C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D249E-0D73-40E0-8977-0717F000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B2BD8E-062D-480D-AAE6-526871CB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Torsion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89F37-D094-424E-8F82-10790A3F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56ABB-3FC9-4C60-977C-70B1EDFE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05DCB8-3B87-43EB-B9B7-AECF43C1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35046A-38F4-4054-8572-28351309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Coil-to-coil and coil-to-surface separation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2D73DB-7907-45F4-8E03-9890C8D0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0EA415-5887-4809-A7C5-30AE7E39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60F150-6171-4726-AAE9-A6AEC69E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C2598C-EEEB-4ABF-A228-733CA6F5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314228-683E-40AE-AC53-CCF4E6F4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55D846-A659-4494-9515-3AFE04EB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767065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3CE018-C8A3-4543-BCA1-4B7CD4E9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48BD7-E2ED-4E4A-93A5-78A6D9E6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04CE6-463D-4754-930F-D2F7A01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F0832-60B8-4BE9-900B-048E6E4A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Ports and maintenance enter earlier than we wish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DCD9A-080A-4CDA-88FA-17C36D3B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A3886-055D-4DD2-89AF-F58CC038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A1322-5E5C-4607-BB2D-AA09DEDB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D1A04-9C67-41B1-94DA-EBF764DA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FB500-8EDB-40A3-B2FA-9C6837F6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C69EB-F639-4298-8733-3B98039D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Access constraints can invalidate attractive coil sets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FABE9-962D-474A-AD3B-99AC3990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AC820-6ADE-4B7F-B545-38DC6E75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9517B-E39E-41CF-91C3-475FFE39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6DBAD-4586-47F8-916B-5DFB7313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engineering constraints as penalties or hard gates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DF1AE8-181E-4424-A652-0D3035DB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8A7FF8-2455-4B9A-9CEF-9D9F0F1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213486-9A37-43A7-AFD7-3A4A5097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1510F-E554-4BDE-ABDB-86BC64B1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F5AAFC-1117-4F4B-AE39-6BC098FD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D6907-DACD-465E-A263-FE956E95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C2F65-735C-4310-805D-9AFDFAE0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84D76-60D6-47B5-B785-73A278B9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038893-D6B5-48B6-A3CA-8D3B7FC2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85A0B7-79A3-4BA4-BD93-60D909CD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47B316-394E-4E46-ABFA-FF91C7CA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CCCE4-4607-40E3-AFCC-69C4F0B2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211A7E-9EA4-4931-9E46-F7EDEAAD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76DF4B-4644-4D7A-AEBC-6C38CEBD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A4140A-B44C-43CF-A29F-3781AFE7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FAC581-109D-44B8-8B10-E94F24CC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F4FA96-AA65-4083-9675-718EF789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ED38D8-D487-4934-9632-F432AB79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4C897C-A5A3-4919-A066-E8A81F59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8D7C3C-7013-4D18-84B9-41187221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15593E-E75E-438E-ADB1-64012541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720D2-EC66-431A-88A6-CA2AB5A1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7D8894-C9BD-4B50-9F44-2098C40E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9DE18D-FAE7-4AE4-BB94-459A8D09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0C30A5-8990-48E1-BED7-C9034C40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4F0B6E-BE2E-4CFA-B850-A8CA85B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052ED9-55E6-42E6-8D5B-464E5ADD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2ED735-33FE-4A06-BA6D-28490D87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5671809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8BD317-2669-4116-AEBD-5EC4F53E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CBA99-FC98-4EC8-A08E-37DAB889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A60B8-8C12-41EF-B752-F89CA932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92654-AB9B-4BAC-9704-86FF9A71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HTS tapes add orientation and strain constraints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7A3F7-1502-42CE-A33B-30DED0B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0A2CF-7618-4364-AC55-D9EDB560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BA00C-0D9E-48EA-9DCB-177F9906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95184-5180-499B-8035-8339971D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5C1E6-C67C-4263-8185-840C3201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9109E-E22F-4ECA-8EC1-3E5B683B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reactor coil is not a mathematical filament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D450A-AEB4-4C76-BE5D-DB0C632A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1F340-12D2-4BF3-82BF-A7DDC87F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9E50B-3A4C-4745-B2C3-BEECE5FC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ED9C67-AC9A-4078-A418-D30D0D18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Curvature and force metrics must eventually become mechanical 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7D5D3-1B5D-4358-B6AB-85FBA14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E5610B-F59C-4B81-A0C0-78014D12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2CA26-7069-4BB6-AC5B-3E5A0517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02424A-7758-46CE-90A7-0B901D38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7CD3B-5316-43CC-B3BF-AD60466C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9BDB2-9E85-46AE-A6BC-13AD5827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DF7EDF-9DC7-4685-8B29-D791A1D1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169B2-C438-4647-B4F7-0302204C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910CC-7C1D-416D-B358-3A3681F8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8D61B9-6A6D-4547-BF4A-6421D00B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DCFBA2-3AD4-4546-BCE6-59637C3E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F7CD0-B63B-4B26-8A62-0147BD89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0B880A-EB4B-4B07-B894-4336B4D5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48DAE6-3A1E-4381-878C-A8FF9281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FC7F1F-F9F1-4F04-B95C-33883AD8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DA3E47-5BB6-418F-82E9-63676F53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51845F-2F4D-4C3B-8D9D-09F06C19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BDA13C-BF94-4184-8358-E89171B8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BDFE05-8261-47DD-9D9B-AD88F4B8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16ADCF-E387-44E3-BB4E-A3E78D5C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27FC21-5400-46EB-BB7A-09A50389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8B8CB3-6D3D-4BC0-BDA2-8191FEE5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56F114-574D-4CDF-A6C9-6AE6684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B289D8-3872-4641-A292-C08233E2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7E9212-31E0-435E-9728-7C7EAB50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912330-1480-43A6-BC16-08F053A6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F39335-B75E-4F2F-8E4A-9DD29BBD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B4E3E1-9E23-445C-9379-AF418FC3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087376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7446B1-E5AA-480A-A12D-DFA2D25A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915DDC-1B24-4697-A853-25CC4EB4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BAE72-0777-4CB1-8E56-5F664A28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71EEE-7789-4737-958E-FDBC0477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Fieldlines are coil diagnostics, not decoration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1CD7D6-1C2F-4BFB-8793-8169B03D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6E48FD-8B13-426F-B202-55C054D4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161A3-9958-4DB2-8DDF-41361A65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A117F-1B5C-43EC-AEE7-A1A9CE26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7B745-CC9E-4167-B2C9-C4D6B886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CEF957-8DD2-4D7C-A394-14566B59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reveal islands, stochasticity, and topology changes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7B7AB-D28F-4531-BCE7-CEB93E8A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A64D3-3C97-478D-8393-75A82F06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20065-CC10-4D2A-95DE-4B589E00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00DD8C-077E-48FB-A8A4-51D2AFA0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do not guarantee particle confinement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29A00-0051-4E88-8C13-B029B5B6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4FE80D-43AD-4B7B-B958-CDC0F69B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E4B28-3A7B-42E0-815A-E6C08E66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9A0C1E-BF7E-406B-8A9B-A793F12B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67EFE-94C8-47AF-A3F3-EF5E47D6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1122E2-C955-46D1-9C7D-3FA96EE1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2F680-2B35-40E6-A15D-B4912352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306458-B6EC-4713-8BCA-E8BF2C12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2C33C0-DF0A-4484-9D14-E1964D9B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46FB6F-4E99-498A-9EE4-00B9AD43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D0C707-BEEC-42AE-9605-96AF6037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B908D1-0739-4916-871C-6C6AA389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D0B177-5EA6-4690-AB07-B91AB49C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C7ACD1-CC86-49D0-A77F-35166A78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7E0A0D-6A06-44F4-A2A1-B26C6072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FFF8A5-5F0B-4662-BFEF-223A93B3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196ACE-B48B-4C2D-BC79-9BDCC6A8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6CE5C2-F1A8-464D-A374-9940E09E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C0E842-1626-4414-B44E-3104BC22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8096FD-42E5-4D20-AF09-53874911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D5824F-703E-48A5-8409-88B4AD4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5334D0-1101-4D3D-AEA3-0F33B5EB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5B0339-6B78-479F-8277-33D9C274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1578AD-44F2-453C-A91B-009A1255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77A376-A535-4DBE-88BB-979B7FFD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DE704A-7B1E-46DB-8D37-B5711820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6239B6-A053-4FC7-81F9-3740FD49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81D216-44A0-4DC4-8F6E-845E2FB1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0154246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462C09-9C8C-4527-B80D-5E05FEBC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0BBB7-2716-497D-A5F9-69B9BDEB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A1BCF-D55B-4A70-9111-78B46E34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00527-D628-4407-BB05-30FA55B1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ESSOS fieldlines and particles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0B345-8E27-404D-9847-ECD9CEFB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3EBAEE-004D-4D65-ADEF-BB0809CF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F90A3-0A72-4B08-BC25-B1C689CE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1F9D0-0030-4571-81EF-972C704B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D950B-B5BF-431F-8D74-626357CC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67B23-FD5E-4B28-B9F5-BB507D1B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notebooks/06_essos_fieldlines_particles.ipynb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6A330-448F-4E1D-83EB-C9A18D42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948CB2-4A79-4226-A27F-61E6CF4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cached fieldline/orbit diagnostics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8B56A-B0A0-4891-863B-620B2C0B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9349D-6622-423B-81EE-B307DC15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ESSOS in research mode only after timing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E31BFE-C1D7-496A-918E-D468D3A7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C6A8A-59EC-4355-8D67-3D8EDEC7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Discuss fast-particle relevance for reactors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B5DDD-29CF-4529-927C-A434C529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35DF9-B264-430D-9ED4-C65AD08D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76F6AA-5E52-47ED-9157-993D5BAC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795D6A-0BE4-48FF-BDE1-99693AA6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FA8EFD-8D9F-4163-9FCC-EA300DA9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64EC13-3FEE-4285-A9D8-93570255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1734F5-D077-4117-B7EE-DF06EAEE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9971BB-4C68-44DD-BF84-F89DF4B8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6E8B5-0FD4-479C-BD74-11AA8DB4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B8DA14-E0F7-489D-B95D-61BC4544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06ACF-5938-48CC-BC1B-80B33C34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A15AD9-8B8C-48A0-9F84-00D52EAF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8CE5E-7CC6-466C-A6FB-4A00D267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2C10C8-5C53-4AF2-A862-C6F5311D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555226-F8E9-4393-AEE8-D5554E4B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D1EC8E-336C-4B08-AA85-6FAC96CB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6FEED8-9CFE-4EB4-B19B-7BE781BD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D79CB2-5D62-4C82-BBE2-7450647B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4620A5-A6D0-4EF6-AC09-A0E01D89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6599071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D2FDA1-AB43-47F4-881A-7CCDA2E7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51AD1-297F-4BFC-81A7-4387E9DC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69055-F310-4ED3-806F-630BA20F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CFA19-6224-49C9-BC89-CD0CD444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Fieldline tracing gives a topology sanity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C0745-C83B-4593-8D26-53616E6A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BC50D-A432-40F2-9368-83514EC2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8FBC2-024C-4656-B3F4-A05607A9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01484b404456e"/>
          <a:stretch xmlns:a="http://schemas.openxmlformats.org/drawingml/2006/main"/>
        </p:blipFill>
        <p:spPr>
          <a:xfrm xmlns:a="http://schemas.openxmlformats.org/drawingml/2006/main">
            <a:off x="2280333" y="1657350"/>
            <a:ext cx="3545109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44EC0-A9C9-43FD-A2A1-14C2F1EC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3E40B-D108-4B62-B7FD-8BBB8F34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33C89-16B9-4479-90FB-39B31513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Good fieldlines support the coil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04053-2950-44F7-8C05-98011769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D2AC2-5EA8-4128-9643-B601D0CF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Bad topology catches failures a scalar map can miss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CC57BE-CDDB-459C-8968-1F126085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E8C86-C8EB-4216-96AA-50E2F831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FDFBB5-CA28-4D50-90AB-65DF0B27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C560D-6A80-47E1-839A-75D69CF6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48685F-1C31-4F08-B16B-17B16F7E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1873D5-55B0-4088-8408-CAFE9B02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1A1BD-0365-4E03-907B-AF197793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841E1A-92C0-497B-AAE7-C140C344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FDA14-C3A6-4C91-82CA-2F3262FC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C3C27C-42AE-422E-AE72-90328914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CF7F8A-E5B0-452C-B015-6C1FD15B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7D82A7-1933-41D9-8D55-79B3600D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16ED06-968F-471E-BD6B-591DFC9C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97BDE4-F258-4EDC-9FB3-0F22F156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D75976-C7BD-43B5-A094-0B1776DA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22861E-7498-4525-952A-836DD0A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D099FA-C7CC-45EE-B7B5-3C5E92B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6BDBC3-3214-4F54-8DC4-8D34698A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F8EB21-7295-41C4-9DEC-D9AFA5E9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7E31B5-80E4-4119-AF9D-4AB7CC40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C9CB74-6FB8-4983-B1B5-57FE8306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9CFFE-2C6E-4985-B88C-3DD4431C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007ADD-08FD-46B5-BE6D-6405F119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5E9D62-22D0-4762-B83D-47DB4494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0BDBD8-625F-4487-8A90-424FE58B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3000DA-78EE-4B15-BECF-F3448FBE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3F7975-58C6-4574-8809-D846770E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2775073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AA0FBF-30A6-45E2-B55A-DB8CD738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CAB4E-C49B-4734-BAFE-880855B8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06043B-A3E7-4E32-83FA-26785CD9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22AC4-2FF6-4DDF-AC17-225F4E16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Particle confinement can fail after good fieldlines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F5388-F109-4490-B847-F9859257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533C2-A91E-403B-A62D-B738D257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7A05B-7A26-479C-9D88-A8AF085B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9b1f34afc4fc9"/>
          <a:stretch xmlns:a="http://schemas.openxmlformats.org/drawingml/2006/main"/>
        </p:blipFill>
        <p:spPr>
          <a:xfrm xmlns:a="http://schemas.openxmlformats.org/drawingml/2006/main">
            <a:off x="1651322" y="1657350"/>
            <a:ext cx="4803132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E99F5-EF47-4CC2-A722-306F2A31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6B259-08CF-470E-B3FC-CD56F107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45FB3-1647-4872-93D8-8C9C64DA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Fast-ion and alpha-particle losses are reactor gates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72B0A-2DE1-4F79-839B-032751F9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C54D0B-8E3D-4E35-8CDA-2CA985FD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Guiding-center/full-orbit fidelity should be chosen deliberately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7AFC4-0C5E-403A-B043-C2CD250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DD9382-A4E9-4DD0-B1D7-766F1CF8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949619-6631-49FD-B039-69214A21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13E9BA-8032-4168-94A6-AAEB4D1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AC3BE-DF3B-4297-A419-4631679B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1EDE9A-A7EF-403C-9EFB-4B35EDAE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0EA26-57EA-4587-AE81-FF45479E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BBDC91-FE1D-4923-92F6-C57E16A2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09DC9C-3518-4F14-B556-DC9905B5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25595-F563-4AE1-A5D1-1CBFBAE2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847E92-01C9-49E2-8647-B3A28683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171EE-9ACB-4598-95AC-B7CC443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6F3742-F0A8-43A8-993A-AF73B96F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CF17F2-9955-4B8F-A939-A85E1E63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32AE08-EDF1-4980-8967-97F08A67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E58E27-F0C4-4457-9604-B6340877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6BD388-5E04-4268-9C04-180B2B67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F62453-098A-4541-8370-D7E9E0DB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59DEF2-8449-4BC0-A335-406BA466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092CCB-473F-43F9-A265-134F14E8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67FB38-FAD6-42E7-8DB1-20273663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D77F39-02BA-4AC7-8B62-4984F8AC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EF4624-980B-4FE9-8BB4-898E9591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5C2210-9DEE-462E-9457-87D6B53E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5499C1-CDA3-4D07-9B9F-319CA3CB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10DE2E-FB71-4E90-8033-DB2341EB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2BFF1A-71CA-47EC-81EA-BCBC738F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7756916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969801-E233-489A-B232-8E86F4EF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BD404-408E-4401-851C-CCF2513B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C721C3-4C9E-4145-A4BC-E9B15375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770D6-FA44-495F-84CA-60035C2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Two-stage optimization can lose the plasma target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4E08C-D961-4784-97AC-229ABB00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00F2A-5970-428D-A950-EA5AFE11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D2C7D-9A19-4821-8BFF-3F94A78F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9445F-160C-4AC3-A00F-FC493D75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8A920-69FF-4741-A407-3A2C1C6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F01AF-FC02-4D4A-95A0-3FCBDB61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B2BAB0-5ACC-4C68-B293-C4548326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Stage 1 may find a boundary no reasonable coils can make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50584-8E82-4600-A419-9101C126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BDA43-333B-4F14-9B4F-0B30AD14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Stage 2 may return coils that damage the original objective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DDC44-9E9D-40A0-B7A2-3C28B2A4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D5E3A-E4B6-4E56-A7C9-DDA796DE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D306D0-3ECC-4E4D-B0B1-E4CC2738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F7793C-0B5A-449D-8A10-88493CB9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FDA65-BE46-41B1-AC92-8CC0759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BF9627-2415-4D3D-9EE9-2546D4CE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14E835-354C-4B86-A379-1B73E070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0420568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AFC4BF-1465-4653-9131-15CEC876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10C1-A9A4-447D-87F5-6D502DDF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FAA83-B39B-4964-B24E-D86F6018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F74A9-C771-41D0-8223-E1ABADA6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Single-stage optimization keeps coils in the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C64263-F6B8-4711-9B48-C1390C2F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F9A68-3F22-48F0-9252-1FBF6860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7D780-7AE7-4B3C-9126-CAA734C8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ED4D4-EF92-40F8-95D4-7E001676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0E9FE-D9C4-4166-91D6-C81000C0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9F82D-1A8F-4F7F-AC79-1A62FDB8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DA8BF-B3E5-45A3-BDD3-5065062E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1D4E5-C5C9-4B48-A22F-F97425AA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4E4CE-7CF1-4C3F-B04B-938FD224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5A5B5-32C3-4E26-93D0-603CB585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664E6-7AF9-4861-BD13-5A83FFB7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015D5C-A35F-4D4B-A816-14DB35B9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952A5-9C14-4B1E-A24E-3E989C0C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EDEAC-51F7-497F-BDDA-8CDD6613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DDD4D-C18F-4F0B-91CE-47C6B6FC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40E96C-93AC-4DAA-9119-500015BE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0F3B1F-7065-46FF-8C63-89A977F5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C62452-68AC-429A-9888-8797D89A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756285-9B9F-49FA-AB82-B1C78E30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9EAD7-EF99-4299-B8F0-139DCB7B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C2C6D7-1D8D-49B1-8956-76CF7D95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3675D-2684-4BFE-8C0E-DE051497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5DA5F1-8112-4737-B658-25A45064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93C5EA-A07C-46C0-9A07-D7C4DEE2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Boundary variables and coil variables move together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7431EC-66B3-4A55-94C7-0DF827E9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66282D-F8C0-4FDC-A369-63CB6619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`J = J_plasma + w_flux J_flux + w_coil J_coil`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DC3C6A-488E-4205-BDFC-8F36CFE8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7C16D8-ED04-47A8-98AE-7B591B88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CFA92E-20B1-41BA-BEEA-F15E90D1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BCA485-C81F-4FAA-A8D1-544710A4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1208F1-581B-4864-98D9-3C33C10E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45853058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1579A7-4E0B-43B0-810F-19246584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7C7E2-2055-4550-A66D-82A5137E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8CCE6D-F154-403E-8B6C-2E440FFA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4266F-0DB4-48BA-9FA6-97FC6273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single-stage toy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A656F-569F-4091-AF12-C2CB6310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1D242-AB32-46AD-AEB5-473CFD8B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1B616-55F1-4863-B32C-FA423D12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D7BAE-1A6E-42A7-8288-67A53F6E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250145-A691-4210-A457-0F78A90F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2CBD6-A2DB-4AF7-8133-B3995CEA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notebooks/05_single_stage_toy.ipynb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51044-63B5-4A27-9879-7D710B3C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DC027-2964-43D4-B2F1-59427855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objective pieces separately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CB97B-47DF-41E5-A0A1-C70FCE57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27AD81-375D-4874-A83E-0C709219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Vary the flux penalty 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40E9BA-B0B1-492D-8DAA-743E0E79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4AFD4-5423-4941-9108-F314033F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Identify the penalty that prevents unbuildable solutions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4EBC07-B1F5-4045-9C49-9F6149E9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4E124-1BBD-408A-A8A8-E0D07433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0BD979-868C-4DE1-8B16-ADC41E3E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FF178A-C694-439D-9C43-F2978905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9756A5-1AB5-42AA-BDC8-671116A4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203CD-BF05-4951-906E-BF43A937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0FC562-1DBF-4FC4-B553-658560C3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3DDCE4-75BB-4CDE-9062-B0922AB3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CAD505-C4D3-4405-9603-6887A32D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0E15F6-2557-4D8C-BEC6-E0C09D84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1BAA11-0056-48D4-A682-442E937E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F854FC-93E0-4E41-B8CD-51BADAB0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287698-E22E-4E78-875D-4E2D8D01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4FE7C3-BD3E-4A5E-8DD8-295CF488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0CC44-320D-4E3C-9E7B-C6117AD7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DAC3AF-016F-4DE1-80BD-DD6F13C8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27C67D-E413-4026-BF15-E810D968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ADA823-40CF-4904-A4E5-FD668867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4DEE2-7CA3-4EC4-AC57-09CF9F6B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5529589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D2CA95-03BB-43F3-A5CA-A1F9914F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95093-070B-483A-9A4C-B2FAA03E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482CF-F8B7-4697-B724-3B4497C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7B97F-6DBB-4850-AC91-1389C64E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Objective histories expose hidden tradeoffs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7E58D-33E5-47F0-9DDF-E419F016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8D4D0-652B-437F-894C-CFD8E7A9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D07B0-42CF-40BA-A270-64721B6E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f5bdf076ae4dce"/>
          <a:stretch xmlns:a="http://schemas.openxmlformats.org/drawingml/2006/main"/>
        </p:blipFill>
        <p:spPr>
          <a:xfrm xmlns:a="http://schemas.openxmlformats.org/drawingml/2006/main">
            <a:off x="949927" y="1657350"/>
            <a:ext cx="6205921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80CFD6-1D13-4190-87FB-D4669CD3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9DBD9-3550-47E0-A9C6-5E8A309C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9CEF4-B962-49DB-A180-B5BC5116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total objective can decrease while one term stalls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475EA-0764-456E-8EEC-1EB10204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1D75B-B062-4254-A058-7735B43B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terms, not just the sum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A8E93-71D7-47AF-A8A0-9B752665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161057-F0CC-44A1-BF6C-E9A9C923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555B7-3625-421C-BA53-9ADA7A41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072C40-2CB7-4D45-92CE-3B2F373D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81263-54EE-43A9-ACB5-2B9DBA76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F6DFBC-5FB9-4632-946E-136017AF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389168-7AA3-4D0D-ABFF-5BBD759D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693D5C-C658-4CB3-8F6B-703347DB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26E21-8CAC-41EB-A5C2-CCDA406D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4F438F-5EE8-4DA5-B17E-DC0AE1B5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305D9-E29B-4797-A161-92B1EE88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78688-29FB-424F-B2D9-5A5BC5F0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D40C0B-7876-424E-B53D-02C4E00C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7A78DB-BAE9-4D6C-86DA-0A0C872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F4F051-9223-4E05-B5B7-21FC4639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5BA930-5D61-4ECA-A7A1-C105A39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0C11D9-E54A-4568-8FCC-A2E2CB1E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9CA505-57AC-4794-B6DF-CD1BDCE6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3E49E0-FF7B-4D5E-82B2-61F32E88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71E999-1DE2-44CB-9F6C-111FFE06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3829FC-FEA8-4E95-9339-763A1F8A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09A1E2-671A-401E-AB31-CE85C603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437D0D-F6BA-40AD-BD37-08A1A62F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C8360B-B96C-46D1-B1B4-03C4D2DB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C4495D-6E73-4799-B146-7F56C14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5501E8-0CB1-460E-A314-4879E343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BA8170-AE36-4DB2-9F25-FB74BD35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398744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62EC3F-9D36-45D5-9AC9-7AA6616B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37DE4-4D21-4990-94A0-671F5641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825E9-3BAC-4B8D-B7E8-CECF2788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72764-783C-4E47-966C-7BBACD50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Weight continuation is a design instrument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A41AE-1698-42F2-9BE4-6F27EBEA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38143-71FF-4046-A91B-62FAAAE9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EDDE7-4567-4DF5-957E-30EB2BA8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d128a59824478"/>
          <a:stretch xmlns:a="http://schemas.openxmlformats.org/drawingml/2006/main"/>
        </p:blipFill>
        <p:spPr>
          <a:xfrm xmlns:a="http://schemas.openxmlformats.org/drawingml/2006/main">
            <a:off x="937118" y="1657350"/>
            <a:ext cx="6231539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9C228-918F-4ADE-974F-C097DF5C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546B8C-D355-40E8-8406-F6CEC1CC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D0720-9132-4647-98FE-D9E542B6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 from an easier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63CD0-866D-4B2C-A7CF-A6C3442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81437-EF26-47F8-B717-E52C98FC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003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Increase the coupling or constraint weight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54902-A69F-47DB-8FB4-6A09028A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57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F8057-A24A-4062-BAF5-6883A758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52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Watch which term starts controlling the solution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83B8D7-F192-4839-BFDC-7BEFD595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92439A-2436-41E3-BC8A-3482F86D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D47359-3316-4EF2-BB53-4ED9B5CB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CF06E-8CD9-40DE-8AC9-C542F980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55DEBB-886D-42FB-8E94-D139651C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AF6758-3FE8-4047-8BA7-1B4220B6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EB379-7611-4C92-A834-3AAAA224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5AF56D-9F48-40EC-817F-391C0FE3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9772EC-76A2-4473-91EF-DFD8FD0E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AC8C4D-71E1-4867-AD70-BCBC9C26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204E25-1079-4B85-A17A-32394A03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7A0F78-E43D-417C-88BF-EDD465A2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A0494B-5BA4-4CD5-84F3-D913F8CF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1E51B5-AE60-40BD-9D1B-453E59B4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49282C-B3D0-4533-85E7-2F499A4E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6C6A72-00A8-47E0-91CF-9AB9814F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B7278C-6768-4AFA-B41E-95B3F7FE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260DE7-950C-454B-8458-E06BB562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CE3E08-7290-46FD-85C8-AB53324A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67822F-6E70-4F5C-863F-968DB9A3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40A860-EA13-4E2F-A723-F20BDC57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D97B75-294B-4A4E-8698-703AC027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FB824C-0676-4783-A939-E7926834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4D2935-F7FF-4A26-BD17-EBAABB8C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1B2A68-DAF4-42AA-93C7-D6CA11A4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363C82-CC10-4982-B903-D06768C2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CDA311-577C-4F8E-86B1-F76F37B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8318819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52595D-0AE2-44C8-8DCB-6B7EF1FE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4206F-83BE-4C70-8124-38FAFB0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FA59D-BF67-4642-B618-1A4162DC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93F47-E901-40AC-B0A6-E93855DB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Direct coil optimization changes the gradient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AC102-F5B2-4595-B7EE-A4A174FC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7CC55-F2FC-4671-919F-CC96948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87361-77DA-485F-AC77-5B322BF3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00531-08AA-4D52-B91C-2EC1A40A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19A0C-F303-4777-83E1-E25FE19A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C54E7-D18E-437A-96C6-E501ED59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Biot-Savart fields are differentiable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283E9-ECFC-4B65-B5F7-7E0C1876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BB2CBD-5759-4446-9DCC-EE9C0DC8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32B657-B5EA-422A-81AE-2D043E6F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2A31F-451B-4F4D-A402-EA8189AA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Fieldline and particle objectives can be differentiated in JAX workflows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2A853-D7B5-4924-B116-C54A1D52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690BAF-BAD1-4C60-AA21-D27D3407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303489-93B0-4D27-84ED-558ED2D4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12801-8262-4E12-B70C-77B5C2A1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Gradient accuracy still needs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299A9-60CB-4F17-AB08-A655F4B3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3BFB6-BC2B-48D9-B1A1-11701340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136CF0-0862-452F-BE8A-CBE14973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56589-3B1A-491F-A6B0-6227A2D6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9A9A89-0BBC-4202-AE4D-6FB4AECB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12486-5CBF-4A72-AF47-9682EB7B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195E15-BE35-4431-8EC8-27E6C549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6B5D14-34CC-4BDA-A058-1FB4AD54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94F2EA-F65E-4F68-8044-C37039F4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E9A0CD-268E-4D16-AAFD-783BC27E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7C4DB6-F363-4F6E-B866-DF63CE21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287150-B268-46A3-A669-39D40817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B9F2D0-5DE7-4B82-9D90-11595E97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74FCFD-359E-4D66-BBA0-3CAD7D73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D44E1B-1F78-428C-B4CB-1FE0F231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900363-E51B-4A36-9360-54BAB1D2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2D0094-FB3A-46CF-A28B-7624979D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4FB17B-3A7F-4454-9F62-3A63C7E8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D1D722-F9C9-4B4D-B38C-33BA267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3EED75-E279-4AFC-BD14-FD58A395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BF7ECF-902B-4CAC-B506-7C065539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DB0E23-B14C-4A05-8B49-8BDE4400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2819B0-2D44-40EE-B111-02F599C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A35DB7-2B89-4C3A-AD4F-4D4D2F9B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6CDD3C-C112-49FA-8923-14FC2A71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EDD424-A54B-4115-9352-8A82F373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877892-A655-4715-BB8B-1FC59805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8236BD2-1056-45D6-8514-16A3D614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759799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38F5BD-B673-4F61-A85C-12E552DB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DC831-CE03-4F11-96FD-8EF8272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71674-D378-434D-8CE9-C0104CB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4B8B1-7FDD-409A-9345-81F79754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Do not confuse differentiable with correct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FD825-B84E-4DC9-919E-6C5EEEF8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6BEA6-4B55-4D7C-BE5A-F41CB908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94AA3-F040-4689-9F5A-177029BB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9343A-C8B6-41A4-B49D-BA357434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28FE0-2C35-4105-885A-6755F72E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962A2-AF0B-483D-8E68-B7DB6FEA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BA9B5-0ECF-4EC1-83C1-A35F656F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Autodiff gives derivatives of the implemented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33F5F9-B494-427D-85A7-FC9F2BD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F0EAE9-E514-4888-934D-90378FF1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implemented model still has a validity domain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3DC3C-840D-4CA8-8F8F-92A43523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AE947-C610-4CCE-A436-0009F9A3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AEBF9-7AB0-46EB-B384-157ED1CB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141850-B69F-4F34-96D0-1517BDF9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F72C37-AE0C-45B6-8139-9AD68CF3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702DF-7F3E-4E43-928C-DB05652D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E5E3E-A3C9-4E42-9D1D-D408FA1F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1985312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65F120-A1C2-437B-9A83-2CB3AFE9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C5838-2B14-4EF9-AFAE-7BBEABE3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C1B34-4729-4F43-94FD-C99A9BCF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8908F-C69F-404C-BE2D-AA7B9B28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Robustness is a stage-2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F426F-4FC2-490D-B533-73B0CB7A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E8ACD-E038-4C68-8739-5953C28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57A22-06E3-4443-96FC-669993BB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AD7A3-EC59-404C-944C-CCE592B1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136B6-B935-4092-959C-12C26B0E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A8EF8-846D-49E8-AB54-3F969231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FA59D-7EF0-4407-964D-ABF5BB6E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29CFD-9060-4CFF-B8A0-5185E978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03D07-6A33-425C-A3DD-F42A2051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Manufacturing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A2B8BB-0903-4C98-A954-BC2701A9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F1533-52B1-46F3-99C8-E93E38CA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702AF-3701-4BD6-AFD5-82B25C95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FCA3D-F3E9-4266-9357-52C06A22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Current perturbations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03622C-CEF7-4B98-8E6E-5AC057A9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27FFF0-2A10-4B51-8EE9-0A51722C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82EF9-A9CB-4FA4-99DD-93A7A71A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CE412-AA7F-4FD6-9682-F27EC258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Coil misalignment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317834-3051-4B26-AC84-49A7C7CD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ED1134-88EF-4791-B5BC-080A622C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61F572-7960-4C72-8010-17A442AE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6B71FC-880C-434C-8A01-7A4EE7DD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Maintenance tolerances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8A2E20-62B5-40E9-9163-5A7731C8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F7C059-B881-438F-BB9D-AEF51268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8C63BE-E8FA-4F94-8929-82BB9BF5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049828-D91C-4B30-A16C-8235A29A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8E6ABB-CE56-447F-B92F-3BB149EB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824FCA-5629-4529-AF10-A0151CF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2010939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A1D023-BAD6-4BF4-90E2-6506305D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090B3-0F34-4888-85D4-247A01BF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485E92-AC2D-4431-9D91-84D8341D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55701-529B-4713-9F1D-DD992C8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coil objective needs units and scales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530E3-FE39-41F7-8719-69C6F654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9F7C8-2178-45EA-A776-A561C245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7C3B2-9DBE-4F72-8541-97193585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515C2-4C5A-4A2A-8A81-3D426677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A0AF3-7232-4B9D-A6F9-6941EE63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FC921-1CAC-41BD-834A-77A70342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BA111-D0DB-4C5C-B0E6-B42829DE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Length in meters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99EBB-0F00-4125-A6C6-FA03DC6F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57CD6-A0B4-4DAA-95FD-BFF250E0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Curvature in inverse meters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E78A9-1575-43E0-87E4-D74AFA4E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24040-2F93-47D8-B284-71846784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Flux error normalized to field 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AAE929-3158-4EE4-B5A2-D994BC50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BAEF49-31CF-426C-85B0-59C8C83E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Separation in centimeters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70DB25-CCD2-4C9E-9543-8C2962CE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CB13A-8911-47A5-B554-F25F8BF9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E3BE6A-5EEF-4579-8DFB-36524291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54BCE9-8B52-4B9E-BE61-B54A5C41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FE9629-2947-4AA6-BFAE-65F982C9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87A88-AB47-4E36-B757-32E54777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F7C1BD-62CF-4321-B84C-AE725C20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5620269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221069-4E93-4410-A840-608A4A57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73070-89EB-449E-8915-6A776CB8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41A19-829D-4972-8D22-0E505C05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CB543-95B7-48B9-9047-EAAD22E2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Computational checkpoint for 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A0CED-624F-443F-88D5-EC49D46A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93AF-C5AF-4801-84E6-9E9DC344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8FF2D-81BB-497B-B345-3D88E690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19E8A-CA7F-4AD3-B2C2-56EE8A9D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2498A-B2B6-4161-8F46-FE23BD66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A4776-0CB1-4FA4-8399-36D6B772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scripts/generate_all_figures.py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6EDD4-DC69-4F81-9D58-752962AC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6E534-7FF2-4E0F-89C2-71B70C2C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notebooks 04, 05, 06 in cached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B591E5-3982-4288-BF55-6CF5DCB0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541F1-8E47-4E57-81CD-0C98FBEF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Regenerate coil and fieldline figures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D7ABA1-DE70-4357-AC46-1125E9AB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FA063-8736-44E8-823F-87EBAEAD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which paths are cached vs live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8B3AC1-97F5-4484-99AD-F9B92577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D4C58-1158-440C-9695-4B660E97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6F3DE3-CAB8-4638-B0BF-A3E0B9FE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F523D-C31C-4D07-ABB0-2BA21BD0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765B6A-0AC4-4AFA-B5CA-3731DBE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53F7E6-6C2B-45CD-99E6-F3CE6D97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A92D4F-4127-4C47-976A-A0F51874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50083C-AE30-4066-96F0-CB72B751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A41A1-7411-4279-B931-6948BA4F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2C589-C3B8-449F-B75A-BF1C11AD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E9CD73-91EE-41F5-B678-AB173A17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BD9C5C-47B9-48E4-98A0-7B3A8D4C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CDB97D-0A55-4CEF-A1F8-B14A1606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A52D72-D3BE-4B19-8CDD-CC75DDE4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5CCC18-2FD9-4616-8CAD-91995F0B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6156EB-64CF-4AD8-AF8E-BD4528A5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C1E232-5897-4135-93F4-7B32635F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1D075B-CCE2-4F34-B622-64ECA547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75430C-75A9-4214-A5AC-1F457A9B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9644581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6DC8DD-AF87-4378-B196-E293C70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BAA1A-B378-4BF6-A6AB-AFED7D11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E9938-003D-44C6-BCA7-CD83AE9C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9BE03-CA34-4FCB-8BCD-710663AC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increase length penalty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DA565-050D-4FF3-A126-DCE7055F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94EC-32BB-4793-A2C1-95FD395D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C72C4-E905-435F-9628-5760B649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359C1-C71C-4481-A103-7B937016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A2D40-0E36-4272-A28A-02428279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4CFC2-F3EC-4FC3-8E34-0FEE99E0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49009-A6B7-4471-A473-6449AB72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E1EE3-97C4-4BC2-9C30-12D1C65F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improves?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C72EC-44E4-4E66-AE07-575FCDD5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58233-57C9-40BB-9FF3-61CAC586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worsens?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D4FA7-8397-478E-8657-64B05116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62DEC-5E6D-4D05-8CDE-B53E7C4D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metric would you plot before choosing?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3311A-FF2C-4B0B-80BB-592E41C3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4E0EB-4FD1-4D2E-A9C8-1722C78C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98F89-6E87-4D0D-93DB-8E438A0A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BCEC81-DF9F-40BA-87BA-16B62DF9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D41724-2C35-41C8-923A-65654497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43F073-7D96-4178-BB73-ACAD8655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9618C0-AB55-4A65-98AD-7DB3CB25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95892803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218097-E2B9-418E-9217-2646F271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31DC4-3BBF-407A-A164-47E45346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FE8A1-E536-4307-AFC4-BAD98466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BE690-17A3-481D-9AF5-3B393B78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choose a coil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01A3E-B24E-4A88-BD88-A0C91B7E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E7DEA-50FA-4CA8-AF9B-C23290BA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A60D1-A61D-4661-9DE5-B2E97C0B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BE0AF-8B2A-440E-B9BC-AD367E02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1BDD3-EA0D-436E-8F5B-F8C09BD4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0FC63-CE94-4D7F-9F8D-5C756084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8B5C7A-9EA8-4D4A-BD1C-5C66FD20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75324C-DFC4-4020-94E7-EF2BF1F3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Design A: lower `B dot n`, higher curvature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216B5-2F59-4533-942A-2468D493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584A3-5ACA-4B8D-B264-2FE6601B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Design B: smoother, worse flux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6B4FD-5186-4638-B74D-C0131088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C7CDAA-D752-4CB5-9B07-55F895E0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one survives a first experiment?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294BF-6055-4F8D-B7DE-63FAC1E2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8E6BE-0274-4B96-A3A0-8E84F6CA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33CCE2-E12C-44F1-A814-E46C4A5C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2209FC-BC49-4416-94ED-88CA7259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8A56ED-631B-4561-9585-CBAF34DD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512B21-2E9A-4413-82D9-90712FE2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054FE1-46CA-41AC-8494-95672EB3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1135527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0533DD-39EC-4F23-BF17-CFA23F0C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E4102-9CD9-4B3A-A41E-1CEB182D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C17E2-A048-40A0-8DAF-2B4ECE67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1DAE0-CF5C-4BD5-ADED-02A8C1DE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beautiful coils without a target-surface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131AB-2A57-4E06-99D3-0B8B6C09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A7C06-6DD5-4065-9E61-EBE6829A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73536-C100-4795-9C3E-525C8A2D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60622-D258-403A-A0A1-2B565EDE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69871-8A68-4DE3-9BF2-40558193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08581-3C12-42C0-A3A3-93E6C71A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C09C1C-FCFC-4284-9C49-A8B752FA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coil rendering can hide normal-field hot spots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F7C2A-719F-4506-AEAB-4015A8DA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5F260-156F-4965-A5F6-724061A0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Always pair coil geometry with `B dot n` or flux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AD2BC-DD4D-4A43-83E1-A1E06454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505AE-6E0C-40A8-B8AB-DDE9210C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83B75-FBF0-41A7-B2B3-9694F03F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5B18B-BF75-4DE8-B3D8-544F4122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114ED-BB05-45D8-8E6F-988CC1C0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0B6F0B-BB62-42D9-8F3F-61DA0142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4D2F74-355E-45E2-9BAC-E717FD18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576139204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0D1FD5-D6F9-45DE-A734-E6854F5A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C6133-5BC7-4490-8148-774096B3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5C260-BFF2-42E1-8E29-A2CD46AB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78B86-293E-4525-934E-BD2ADC20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no separation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97364-BA2E-42FD-9D57-D681158A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AAA6C-0648-4E6D-8BB0-DE342F66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360AD6-CDB0-4DF3-B19F-670CB5FB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E30FF-0234-445A-97F3-E040F314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6FCE5-CE79-45A5-9EB5-7E5F9DBB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E22A2-6BB9-4EF7-A0A5-C411A7D4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D5241-A87B-4E2A-9502-6287B813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 can cross or approach each other in mathematical optimization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42973-006D-4382-8237-08EEC3F9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AAE7C-4DA8-45B7-9AD2-13186211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physical design needs clearance 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A3A09-B629-428E-B03F-9CDCFFE1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AFAFC-DC5D-4A59-BBB2-644DBEB1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9B62D-252B-4C65-AAAC-29CEA4C9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E085F-69D8-4F2F-9530-4F509449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C652D9-932B-423B-A4EA-7F4CEF8C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C7ABB-0B07-4A87-98F0-68EE8424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7A24A-086E-4969-9367-6F27BBE1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97739631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2C5685-43CD-45B0-8063-24E979AE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C85C6-F773-4A16-8687-E7AEAF45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F8541-FEEB-4ECB-A926-28AB9D5A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94936-DF7D-4691-9488-7D4A09CC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62125"/>
            <a:ext cx="847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From coils to transport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72772-1C95-4331-B8D5-CAE443DA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BEBDC-5FF3-4E5D-9945-4E3E9EFB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 buildable field is not automatically a good confinement field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60B64-8DBA-4BEC-AE18-6D7EB3E5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81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B8519E-91E7-4C85-A2F0-184B5930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Next lecture: transport metrics become objective functions and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C3F91-FA89-4386-9D2D-34226C1F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34/45</a:t>
            </a:r>
          </a:p>
        </p:txBody>
      </p:sp>
    </p:spTree>
    <p:extLst>
      <p:ext uri="{BB962C8B-B14F-4D97-AF65-F5344CB8AC3E}">
        <p14:creationId xmlns:p14="http://schemas.microsoft.com/office/powerpoint/2010/main" val="5416535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7DD8E9-B57C-45B2-85EA-C8D78C85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DDB49-C9A9-479F-B8C6-9F0D6BCC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DEF1E-CBEC-44EB-B140-BDE744D5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54D4A-FB4A-4C43-9EFA-07B76B49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Lecture 2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5CD00-664C-463C-ACC8-6D2CE9A1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67FC7-37C4-490E-853A-4EA618D2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80C53-AFDB-4530-A373-7040333A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80236-4554-40ED-82C7-83229AA0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104CA-0C15-44BC-B738-5E7074BB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B4F5A-F70A-4172-95C0-ACB4F1A8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2CEF5-B4BF-438E-B669-C66128E9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7010D1-0B04-4E4F-A1F8-241220D0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D823B9-38DC-4200-9D5D-F602CFFB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04 stage-2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510F6-F56D-406E-AEBA-0C556454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05764-DDF1-4044-AC16-8548F8EA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20B382-0AA2-4C3E-9CF6-9E1D0D96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9CEC18-B3CD-4379-88F6-855831B8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05 single-stage toy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4A9B6-0330-4C5B-9798-8DA995E7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F3A36A-8A43-4305-9972-1946808D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7D455F-1A5E-40E1-A466-E2EDAD84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3405F-B8C5-436C-A7F3-078B151D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06 fieldlines and particles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512F0E-B470-4D0A-9A2B-B36BB78E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77BCA1-611A-48D5-94F2-487D410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8B7895-1502-4CEC-9994-C98C100E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C0BC82-F465-46AE-98E4-48AE186D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11 Pareto dashboard preview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9541FD-4D9C-44B0-B469-5F4C61F3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7D8332-6393-434E-8ECE-313FBF90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DE69EE-2702-4947-9929-EBFB64B0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6EB401-B3F3-4CBE-8444-7E9EAE6D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6D30D-FA5F-4656-98B1-3AF7C216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5AA254-AA86-4580-9D90-6F05035A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81592197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8EFF88-C62E-4591-BC27-06464F88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DBA12-2FCE-45F7-BE1B-B64DFE15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F150C-80B7-4C07-8F5B-4042EA51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A9E60-E0AA-4AAB-8B87-5CF4649A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Five rules from 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73532-E086-4F0B-B77A-22092401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E21DC-59C1-4580-988E-105D66BE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8B96A5-6C54-4101-82F3-22456595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4E6F86-E87A-4660-863B-04FA7A0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Pair every boundary with coils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E20C1-22E5-459A-9DB9-DEBDFC35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3E7E0-E49F-49E1-B573-CC7E7701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`B dot n`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FE884-E23E-4B05-9D64-98370524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26D8-7F03-4761-A117-19D35712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Keep coil complexity explicit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EB6E0-33C2-4283-98DD-FFF60298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7E475-4F75-459E-A7B0-2BC0D3A3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continuation for coupled objectives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B1D58-81B9-4EA1-8F7A-0148290A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FEAB4-90D1-46CE-8BD1-AA133869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Treat engineering as a 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FE5B4C-CA79-4266-B423-C0E1F83F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7B88C1-15F7-4EB7-9432-44D463DD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24EFCE-3383-471C-8F24-DA1418B1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E1C9D8-93B8-4AB6-A8FE-67CCFE2A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BF9CB4-41F8-4F7E-82E9-0E240896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82012E-5788-4DA0-854F-EF7C0515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0A5336-057C-4305-8C2F-B59623BD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C2532-35A1-4538-9BF9-03A554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DC23FF-58F4-41DF-934F-87659DC0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0BB9A7-AB02-4893-A160-49972A86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E1121B-8F00-4EAB-80B7-58A7EE61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A3F735-5211-4728-AB96-C48981D1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FC5217-B6BA-49AE-B6A2-8127576B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16E177-C218-4E3F-A403-CB0E88F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A591BB-403E-4FFE-8888-27D659E5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9C608-1829-4E50-96D0-570E04BC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30DC12-319D-4F72-899F-BE0E78B7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1670D0-9853-42F5-B828-D7C743DA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30401A-4B80-45B1-BFD8-79FA0F90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D47716-FFE8-48DA-9D75-CF0B32B5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1F79D6-385B-46C4-9CCC-07FAFBF3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CA36DC-0E50-4511-908C-353333CA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A4E93C-AC28-493D-9C4F-B14F05DD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4BFFCD-2F2A-46AD-8172-4DB2661A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D82A3E-533F-42E8-AC73-F796872E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5FC38D-1DB4-414E-B48A-CDEFEC9B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A7C20B-333E-4937-9577-57B0567A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907131082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2BE2C2-41D4-4161-ABE5-580A350D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1789B6-864D-44BD-AD53-93AA42C0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7B062-9F9C-484E-9AFB-8E5D5162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7EEFF-0909-4DCD-8349-CB39C35A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85297-E17A-4B11-8BC2-29F2D113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827C4-1DA8-435E-B013-80E9E960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84832-C177-4739-AE73-17A4B391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EE414-EC0D-4B32-8A4C-ACE0AAB2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DD99A-648C-4A46-8AEB-2C3A4146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0784D-6A92-437B-98AF-1C5E02FE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quadratic flux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40C358-1D82-4E2C-BA9F-F8CC7FC2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585E45-DB4E-4FCA-90B4-C8CC9BD6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631DC-C960-4FB3-A5C6-7F74A5CA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72C759-D329-43D4-8456-F675F39C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length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26676-7434-4DE9-84C5-AE24ED79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43A566-33EC-4F2C-AE01-F616F2CB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5752B1-A4C8-4231-8D63-FC929882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FC7AC-8307-4C60-80B9-2899FF30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curvature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B22768-7684-445D-9B40-32D51DA2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4CC9C8-5B07-47C1-9700-DDFC18D5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57F13E-C1F4-4B5E-A61A-4B92608D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5370E6-3D69-497F-A637-CEC54044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separation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CCC70B-7BFF-4E2E-9FBD-CBD439B5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963DCE-BE6A-4CC1-9E0B-AC18168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511B7F-545E-4A6E-B325-E4A41668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A958F8-4B54-490C-A68D-0A7918A6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linking/topology constraints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AF5FB8-51BE-4181-9DD6-1198DEFF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80F255-0C3E-4819-BAEF-8B562A32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D3F15B-2885-476D-AB1B-A8487253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4B8449-9780-4C60-A3A7-126BE908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3B34BB-5656-4296-8117-73ECF7EB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5C8061-FF36-4FC1-94B5-18DB85F8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CAE820-717A-4A26-82D1-76D4608C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9F38AC-03D5-43A1-8E11-0A4A1E01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CF4888-C089-4828-BE3E-3C57D6DD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B9D8ED-5C13-4414-A3F1-9653D26F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F9C326-9274-4987-877D-BCA9A0E5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BDA57E-2363-4748-A26A-64D316BE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EFE44-22A0-4AC1-9C0D-9BEE15CC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532BB2-5C4D-4A58-B2D8-FC671152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DCC1DA-917E-479F-B70E-A4E96D83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9FA34A-CBA4-4F39-8EEE-2A886FD0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D8BCF6-4B8B-48EE-99FF-B1CABBBB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226680-ECF8-4E69-8F71-96FE00D0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95CE3E-BFAD-42A5-8C8C-A5D10010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5797C1-9DE7-4364-BC44-FBEACC82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76CB84-9BA9-4869-AA1C-8AA064F0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276FFA-7E27-4266-8C56-21083A1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D73E2BB-DEF6-44F7-B7D9-16A48373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8EB34A-5645-4CB9-AE52-288F1694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898ED7-6CF6-4249-8361-23BBE263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1515A0-CABF-4416-B1CC-2EF784C2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140BAA-FA89-4D5B-B9FA-8186DDFD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104825-13FA-4DB8-AA25-AD142DE7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520918459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22AC33-4366-4B5A-A9C2-9272B1E0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2F98A-935D-4F9F-A43D-1E44B8C2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F29FC-F858-4A0F-B1BC-95A672A6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3E01F-358E-46E9-AA6F-610702E2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058FB-17A4-45B0-AA86-461AB75D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825F5-87F8-48B0-9408-29D64693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E86ED-5FB6-4307-9A25-E73EF356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1B45E-F585-4204-9C72-E6C4BF7D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B7A64-0539-4E67-8D2E-0F66DD0C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87FAF-B4D3-47AA-8526-9AF0DA06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public QA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EA8D4-F1B0-418A-AD98-8F39FF8D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3624BA-92BE-4A09-BBF6-59669478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47D47-3BEE-4CDA-9AA5-81A46FE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E8988-44BE-41DA-ADDC-21A8647C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 with a tiny replay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029BEF-0A08-4437-9FFD-10CD7460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C52A6-B5E2-4FDC-9C07-47A0EAC0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63B802-4C54-458F-8BA4-B4E38D83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3B875A-2251-463C-B8BF-B5B537CA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run a long optimization live without cached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3F341-17F4-4735-814D-CE928D55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9D738-AC1D-401C-A3AA-5ED2E3EA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600623-96E9-44FF-B47D-2C91B612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38BFE-2153-4F3E-BC79-9FC5A6F0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1444FD-0C91-493E-9CA6-E6015BD3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F66AD0-3753-463C-9864-E01C49AD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9BBDF2-B6EE-4BBD-B494-15219C77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732F4C-9C12-4174-8729-694623E8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A02C67-AFD8-4C66-B2B8-B115206D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BEDD87-D6EF-4164-B019-A22A91CC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B101DC-493A-412B-9E06-EF6AD83E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2E23BB-21A9-4762-9522-7359FE08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F86CB8-071B-4EE1-B488-5C4D8125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E45EA-2ACD-469F-9896-DDC932A5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27406C-6FE1-49A0-9A72-E2D446E4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AF2C97-B10E-4235-ADB7-2F2BD9A8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C3F17B-1A2F-4528-ACA8-34B92CF7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0E66AB-37A5-47E3-9D77-D92EA080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54F941-63B0-45D7-BAF5-CF66257D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4B97A1-C7F9-4440-B8DF-114F9E0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E0D414-EEEE-4B5D-B05C-A8426FAB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7115BE-133C-48A2-AD40-F3C4C274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B9DBD2-70DD-44D6-B172-EBCE66BB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D016FC-7579-4B4B-A4F0-CE88492D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4479B1-18FB-495E-B435-76F45A0D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C5ED40-5AF8-4377-9B6F-BCC299FA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15CB50-5908-47D2-B9C0-36789934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338C7E-8DF9-4ABF-8C77-E4D527C3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516616672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C7F12C-2BD6-430C-800D-58C13864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9A70E-382E-44AC-8F9E-D95A4FF1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9AA6D-D245-4C89-88C1-DD983157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46263-E447-439F-9189-FFD5ABF7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fieldline vs particle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A9912-D3FB-4465-AE8B-3D3492DC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E3B1C-81BB-4676-88F4-69CF49B4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10F4A-EF6E-43E1-A419-363E6DB5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5EE181-CB61-486D-954A-EA01CB74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C719F-838B-4764-9318-D82AE9CE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23A39-7E29-4264-9EE5-9AE41A0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Fieldline: topology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15AE4-FF68-4C12-BF69-F4E65C00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7C3E5-1D01-4D5A-BD5E-63962C91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48321-D679-48D3-8016-C7069D92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5881E-DE2B-443E-BCB3-9E8858E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Guiding-center: fast-ion screen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94A570-2DCB-4B18-BED8-866DC714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34260-4061-4BB8-B844-01B72978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3AB19-F3D5-436E-87BC-47236F7E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5ABF6-E2D9-4A6B-800A-80A7289A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 orbit: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4DFBFF-1C72-4F67-B143-DF92973C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952000-D0F8-47AB-93F4-7B38B49E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BEFDC9-9D50-4962-8EDA-E04BCCD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0F9F6-0BB4-4D70-8E27-E07324BE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Wall map: engineering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AB36D-8AE5-49E1-BAB7-EB6009FA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2FAF9A-A8BA-4EDB-9312-7A0A7F1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C769EB-C3A6-4B34-AB18-E92DA1BF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253C8C-1FE0-4781-B308-4B73ACDC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02CB9E-3C10-4EF5-992B-91D055C5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06AD8B-9587-4675-948C-5EA402DB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0E5B21-9AAC-45AE-8861-A8DF8D1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2FB103-D061-4F22-A606-38BF2727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C03701-3B95-42C8-84E4-5D064A0C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C5744F-E5B6-4A0C-AA4C-D1EF5816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92679D-0C96-4DB2-A8E5-30AC580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C6A5D2-B9D4-41F6-AB84-187A6AA9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75D317-EA9D-4296-B25F-F37DF632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F668A9-975F-4893-B007-A6BB3A57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4C56AC-EF15-4F86-9959-AB006D2E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F41500-3733-490B-9E10-E0A15F15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44121A-A7B2-4AB4-8668-8FCFA0CC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1FB7AB-66E1-43FD-B448-5426A96A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1205D3-0E4F-4F21-909F-48B715EF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538866-69E4-49F4-A0F1-2171166C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4BD6A2-62DF-41A7-BA9F-8F2667E5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CF8816-F0B0-411D-8769-599D5017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54548A-540C-4D99-8886-6722F02E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C64335-86C9-4D5F-BD5D-F52EBF10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8C27D9-62BB-4C4A-90E5-37E7EC1D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57FCE4-A64B-49BA-994A-1B138AF9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75465F-8321-4F0E-9ED8-3A75D499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DB3EA8-6893-4DF4-9CD0-94FCB265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12169203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DEEE89-2932-4F7F-8158-06413A6D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E00906-3115-4F64-8683-550135F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05579-AB83-4797-94D0-C7370BB1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EDD34-3B4B-4845-B015-D841A64C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single-stage acceptance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F973C-4781-42D1-BC2A-42D5A93E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7CAD4-76E6-46AA-A12E-C3E0663E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F1FB0-1D9F-430E-AC01-CC0243F2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D1E55-F345-4AA5-9351-FD944F88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EF897-0B46-4E00-98DA-8F340305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33D7A-1587-42E4-B827-590A7F16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terms decrease together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151A3-7B17-4FEA-AB10-F39A1596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79485-7B8E-4823-B2C9-E3B89553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81E69A-AAE3-4AFE-A11B-5396A183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AF61C-6ADB-4059-B674-1DBCBB59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unbuildable coil geometry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DCB24-4A81-4686-B95D-6E6E5726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7BC48-E68B-4218-BD1A-11DFEE1D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035B71-D199-4EAA-B7A9-588F3BDD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DFC0E-DB54-4BE4-9B63-4F57603B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target surface preserved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4C479-5658-4439-8959-870D05B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3B57E-AEA1-4957-A323-C6935172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B0677-B979-4793-8810-45A3559D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45B2B3-E9F9-47B3-BA15-B7F122F7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robustness not worse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4BEC7-2728-41B7-9EAA-ED68E7CD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6BE99F-D176-4CB0-B4EB-DE85B16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5BB414-AD28-4008-8583-CCF0BDD2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0385EF-C4CD-4143-8FD7-7C1D3B64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E5836-4D82-42A7-B4B3-5E8461C6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A5974E-C47B-4914-ADBF-6C7853C6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4140A4-36A7-442A-8809-E4E11491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3B2884-1357-4E7D-85EF-CDA21E4A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4CEF64-7D5F-46E5-A950-B2C38B24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919F2D-82A1-48E6-AA2C-1536EC63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3624FF-7F43-4B04-8D29-79DBC7F8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530F30-5328-4938-A0AC-0F10F986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46C22-4810-4049-8173-DA58CF20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4E81F3-9359-4814-A4D9-CF786962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5AC4E5-2C2B-4F3F-B560-7C81828C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532EEC-F7ED-4F63-A8CB-97527104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835390-EE75-491C-8444-E6AAB9FD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9B5C74-ACFE-4060-82E5-F632935B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FEA925-0ECA-4D7D-A3BF-DB19AE1A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60E892-4F4D-4F1F-90D6-2DC49C0A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EF6810-AC97-4247-AADA-B72C7E4B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C8F51A-EE10-40BD-B31C-D8C411B6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CE4119-EA49-47CA-B58D-E1807A13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45B20B-74B2-490B-A443-CE033A33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B03459-490B-4174-9B49-4EB1C952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C8652-5669-410E-B0B3-1FC7DEAD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8209F4-909A-4331-9F7B-9ED14D01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99333D-2167-4329-8106-D9D7575C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48840448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BB6B30-55DE-4DF3-83EE-D73843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1F413-4FE1-47CB-B3AE-51444910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C27EF-3469-4671-BAD8-B4D077EA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BBD1C-9CF6-48F3-97B8-169B3C19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L2.41: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B9C8C-FACE-4696-BDAB-E59870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4D997-BD0A-4B5C-8822-235057C4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E6DCE-7421-4544-BF3E-4D9926DA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7DF3A-9C9B-4575-A368-D58BD569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B14CD-3EC5-46BD-8BB0-6DAAD52A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4E05D-84DB-4D07-B699-8695A9F8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A4ACB-5FDD-4D36-B34A-22A3C906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EB9261-3A2B-458B-99B8-9ABE7299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27C07-BCBD-4A0D-A89A-BCBA8B07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E6332-9DD4-4A5E-AFCC-8927EF53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20110-703A-45C6-8468-53B1FC6E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A5E8A-ED49-4878-9687-69E25A4B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2E32B1-0E6E-4DCC-B185-9B2B02B7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B5CF8D-D40E-40FB-98F3-D4896B55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93AF0-5072-43EB-8A36-B992B296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1A938A-84C7-48FC-B69F-B4B8134C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AA06E5-7AB3-41A8-9406-F848B17F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32B0A4-5170-4E58-9D4A-3407160A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A224C-FA3E-4DA9-9973-DE457C10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435E33-1C1F-473A-A0F3-5C1185EB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8649DE-1974-4203-8B16-D89C5CD5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DFDD3F-E9B0-4B63-861B-90ADBCF2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53F24-6086-49C8-8EB8-22E08C0E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7D623A-0591-4DA2-B00D-00377104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89511-E980-4B77-841B-03D27B18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C75003-45B6-4717-A034-0F452E92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007676-87BB-418B-B615-B3CE7AC1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2D5F89-A566-4869-A149-FD88E1EE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86BD8-101D-42EB-BBD7-31F486D9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3CAC83-7C47-4F85-9943-62609265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39E8E3-7D2F-484E-B3FE-E9BA95C9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354D5D-77D0-403B-BF6A-51B0F5E0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241163-D3FF-483B-A98B-E651AAC7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F97A37-4CBC-4C07-8574-A2C77093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2BE329-2BC5-431B-B628-5BD043B3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C342843-7998-43B3-B503-2D07A113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718D58-D407-4485-B41E-94394E7E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883160-5D4F-41C0-9068-BA3B31F1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11B797-D192-4643-B005-0140118D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38B2BD-9E48-49A7-A62A-782B5FD0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540C1E-EA56-4C9A-B267-E1AF0FD7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1D27BD-7B3A-41AF-920C-9C6C653C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09935405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73ECFE-50B9-4AC1-9CDB-37434D58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E46C1-7A28-471B-9611-727C44C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D4D2F-8083-40B3-8DF9-633D827C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05403-6456-4661-89B1-860638E4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L2.42: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C6C3C-AFE5-44AF-802D-3D283BA8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6F0F1-8814-4CA2-B133-DA25C747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BB888-AD17-492B-9EC8-58BB553A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F7AAE-3DEC-4340-A6AB-84575F2E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4F43A-0A11-4223-915C-6BCAC2B3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3DD2B-255A-4852-92E3-026DB8C3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19E40F-947A-4CC6-AE72-D71C73EF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775EA-98A4-4E1A-B8C2-0E5C15DC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1E82A-9006-42D9-A7B0-3BAADBC4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370860-482B-4A54-B202-2A09D53C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080F3-D950-4B79-875B-DD16252E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68E4FD-3156-4483-8D96-4A43DADB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2FC69-4E89-47A7-80A0-D7DC406E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9C865-E21D-4CA7-8143-6941B3E3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313F0-2B50-4BD2-9B69-D0073F08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FE2CC0-1F85-45CF-A719-8D70EF95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F4225-BDEC-4F7C-ABAC-77547098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2B715E-3411-4AF2-B5E0-CF99AEC8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2AC076-5B15-440F-B7A4-96618B6E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C02FC1-00C1-4BD7-BD58-4BD11D04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8D653E-312C-4AAE-A7E7-4E9FA11A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7F4C77-9EAB-4F17-A387-86C3EBE9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F849B0-6825-46B9-9DFD-B478A9C9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D1DD48-5ADD-42F9-A44E-5A394DC7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61C90-3AA4-4993-92AE-86D809B2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7D65A-3640-41E5-8021-445DF7D5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9DFB5E-B72B-4570-9571-77CA7E91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F206D7-22D9-4C86-BA5D-6CFE467A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2D948D-93AA-4AFB-91DC-4247B202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E23261-823C-4249-9D7C-A066F7FC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D1A35D-2CC8-4279-B8D4-349BD46E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D6186D-506A-402F-8D60-0F2CFB5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C70BFE-1808-42BF-8111-1BBB9B5A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CF15C9-ECDD-4A90-8AC3-490ECD3C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C57016-318E-4551-ACBE-4226313C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7B91D9-CAE4-4839-9912-D1709475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781A9A-75D0-4AC0-A11E-97B83B0E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AEACC0-289B-4D25-9020-F6F74684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533EBD-2227-4340-82A9-685B75B5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72D2E8-CB09-4744-9629-74E60373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3AF56F-08A7-4F1F-8899-55751F32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29E78D-AEB1-4713-ACDC-8DA836B6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200323622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3C1A41-8AB5-4818-B3AF-22BB528C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D36AB3-7F46-46A8-A895-5F418C82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56DB2-3756-40B9-9E55-AC8F8AC9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196A2-732B-4E90-97B0-3759B558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L2.43: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AB817-84B9-4244-A9DF-1ADA5AC9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9177E0-03E2-42D0-A130-1415E0F2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B8D40-3260-482B-81C3-69CE9D5F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54949-F1FF-4DF0-897F-9ECCF45A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070CB3-0F71-403E-A344-749C22C6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DD93B-E529-4910-930C-11A62DC9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C6BF5-2531-4CF8-A620-7B9CB373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5DCEE-5B36-4CFE-8973-D0E4C9F2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49F1D-6A4A-4617-9264-4B5C80C8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5BAE5-CCC8-4B61-B1CF-3A250D8B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DF5DF-3DDC-4C19-9B17-17455971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CD06A-06C1-4A1A-A252-65368FA7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DCECC-8E46-4080-91FB-7A1CD043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D565C5-5CF3-4290-BF7C-3CBBE11E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EC3C1A-424D-4C95-A518-67E4F6D9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15C0E0-DD53-4001-90E4-02E2200D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DF41C4-6336-4BE9-A70A-829529FC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7BE109-56F8-4290-B1AE-BC43866A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EA2E0-F8E5-4736-BA84-025C6F9F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C8BF1C-6ADB-4DE6-A689-3D4B225C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6E3AE0-14BE-4EC6-8A40-6112EEDD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1DAF0F-2F3A-49F6-B964-43911199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A7D78F-E0B8-4606-AED2-87ECD205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29B988-5551-4611-AADF-86BEEE67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97DF91-3115-4F71-81CF-649DEA03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1E13B6-E2CE-4AEE-8F7A-0233731F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09E94E-8BB2-47C9-93D1-9F42A9F9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29E6C6-4C43-4FDF-80A4-EB53C89F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A5A84E-9684-4263-9399-A5C59C19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AF81FF-6FAA-4BCE-9303-9993217B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0A4BAA-AB6E-4FB0-8B58-FB43A97D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19BE8E-C9EE-4E23-96A8-D243E1D6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DA4961-0A02-42D4-B1D8-35A5E6D3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5D639D-46FD-4FC1-95E5-E864DEBA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A52399-F08E-4036-A403-66C82F72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4A0191-15FE-4A65-BD7D-2F5C6FF1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DFC630-4C6B-408C-AB45-AA3CD731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B841A6-B7BF-4643-9038-BFC9E260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A02DA2-0224-484E-8299-53BA63F7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D74FD8-D00F-42F3-BECB-F97C00E4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50B9E4-45D1-4DCA-B186-80FA3B66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927131-9673-4CC2-9492-05233FC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659969363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EC1D5-C2A3-4FB0-AEB0-15C19654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12CAA-56E8-4BCF-A133-F5878CB3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8F01D-9CE6-4C79-A3FA-3F13F0FE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DABC9-D3FE-4115-9D05-F67C7E05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L2.44: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94BA5-B245-43D3-B399-5AFF8B5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32CFC-BAEA-49DF-847F-EE528D83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C1B6CF-C2B3-4480-8C2C-F5C13B1E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8FAE1-3529-4F6B-84DA-793198C7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06C8-6093-4201-AF18-53C9589D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718F3-DF47-4779-816B-8219D1FC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245EA-AE05-4DA9-910D-C5034364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5D560-1134-4BD1-9DFE-60F5FC42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ECC30-3DAF-4434-9BC4-7AE2A66F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0E320-E4D5-441E-B3D2-ADE9DD47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C73FE-D9E4-4614-82C4-062F880F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7CA62E-D3EC-472A-932A-89E8AD29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396CAB-8A7E-41D7-9366-ADCF910C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DF1BE-496A-41EB-9CF6-8CCA7E2F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805ABE-A9CF-42EB-AA7B-F183920D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732210-3A84-454E-9911-F760EED2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5CB66-CAC2-49C9-91A5-468C1D2C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309AF5-54C7-4267-8B06-59954A85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727602-E630-4871-9334-D8A28657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89C32F-955C-4AEA-B5F7-5BEF57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155F18-58A9-432A-9963-2B71B6E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0AA81E-425A-49E1-90DA-676729DF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D1E5D8-D46A-4BE9-9200-56FA205D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A412B-2A15-4A6A-B1E7-60FF7905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0A0D52-7F1B-4612-AF8F-6909A86A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0C6F43-0E79-4EFA-86AF-BC52123E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CBF0BB-9E8C-40C3-BDCE-C83658E5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A38079-997D-4298-BF16-68A8EDA8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8F7FB0-7BD8-46C0-B324-68EBEDDA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30DB6D-2DEA-4AE5-BB0E-318A93D5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60F70B-BB0B-4E0B-A7B9-B01A1C67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533BB8-3B89-4446-AEB6-C5A5BC8D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9F5804-7603-42A9-A5BE-B510B5B2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CA5F82-B760-45EE-8096-0BAB511F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8F110D-8ACC-49D3-87C1-88D2CD03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A79163-403A-4FDB-AA88-885B8B4E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8D526B-3BF1-446F-9E8F-DCBD015E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EF2A73-BFF6-49D6-97A0-51DFCEF7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D8B700-08B5-4F88-A8F9-7F3B262A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8FE3AE-6F71-4548-933A-DFC6C26F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02C811-AD36-4BE6-85FE-D5A73311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6EFAAA-94E4-4BA0-B1F1-C106DE4F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928484526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981532-F3A5-4223-9F30-D4BEF2B4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F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60AB9-3F8F-4491-999E-6C29DE55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F036A-2DDD-472E-9D23-3E3BFA0A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2455A-F841-404D-A6B6-E77A76CF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DADD8-77A3-43F9-BBDA-B414F487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Coils turn a magnetic design into a device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8B46F-F621-438F-B7A3-2CAAA9A0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2BCB5-0092-4375-8C27-3CDF240C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Next: transport physics tests whether the field is worth building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A2D43-8181-48BE-A0A6-7990BD94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73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0F574-ACA0-4369-90C2-1977C127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E4E2A-A12E-4ECB-9BD4-1DCA3F8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055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45/45</a:t>
            </a:r>
          </a:p>
        </p:txBody>
      </p:sp>
    </p:spTree>
    <p:extLst>
      <p:ext uri="{BB962C8B-B14F-4D97-AF65-F5344CB8AC3E}">
        <p14:creationId xmlns:p14="http://schemas.microsoft.com/office/powerpoint/2010/main" val="18221176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2026-05-23T12:46:35.7750000Z</dcterms:created>
  <dcterms:modified xsi:type="dcterms:W3CDTF">2026-05-23T12:46:35.7750000Z</dcterms:modified>
</coreProperties>
</file>