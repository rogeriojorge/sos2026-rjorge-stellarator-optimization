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bf022789c84e4a" /><Relationship Type="http://schemas.openxmlformats.org/officeDocument/2006/relationships/extended-properties" Target="/docProps/app.xml" Id="R4e12929198304dba" /><Relationship Type="http://schemas.openxmlformats.org/officeDocument/2006/relationships/officeDocument" Target="/ppt/presentation.xml" Id="R1edb6f7d872d45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acf5bd9e944f25"/>
  </p:sldMasterIdLst>
  <p:notesMasterIdLst>
    <p:notesMasterId xmlns:r="http://schemas.openxmlformats.org/officeDocument/2006/relationships" r:id="Rcbd306e12f97405f"/>
  </p:notesMasterIdLst>
  <p:sldIdLst>
    <p:sldId xmlns:r="http://schemas.openxmlformats.org/officeDocument/2006/relationships" id="256" r:id="Rd2deeb186d0c4c0f"/>
    <p:sldId xmlns:r="http://schemas.openxmlformats.org/officeDocument/2006/relationships" id="257" r:id="R69d4c65705254650"/>
    <p:sldId xmlns:r="http://schemas.openxmlformats.org/officeDocument/2006/relationships" id="258" r:id="Ra72b6f46cb114640"/>
    <p:sldId xmlns:r="http://schemas.openxmlformats.org/officeDocument/2006/relationships" id="259" r:id="Ref25fef057ec4377"/>
    <p:sldId xmlns:r="http://schemas.openxmlformats.org/officeDocument/2006/relationships" id="260" r:id="R5b07132c50464de9"/>
    <p:sldId xmlns:r="http://schemas.openxmlformats.org/officeDocument/2006/relationships" id="261" r:id="Rd769ab83c0a34f00"/>
    <p:sldId xmlns:r="http://schemas.openxmlformats.org/officeDocument/2006/relationships" id="262" r:id="R615d942e05c74ab9"/>
    <p:sldId xmlns:r="http://schemas.openxmlformats.org/officeDocument/2006/relationships" id="263" r:id="Re07beab778474644"/>
    <p:sldId xmlns:r="http://schemas.openxmlformats.org/officeDocument/2006/relationships" id="264" r:id="R10eee733fe634ebd"/>
    <p:sldId xmlns:r="http://schemas.openxmlformats.org/officeDocument/2006/relationships" id="265" r:id="Ra61386ca1b434d49"/>
    <p:sldId xmlns:r="http://schemas.openxmlformats.org/officeDocument/2006/relationships" id="266" r:id="R24c06b1bef30459a"/>
    <p:sldId xmlns:r="http://schemas.openxmlformats.org/officeDocument/2006/relationships" id="267" r:id="Re8a2970f6888412d"/>
    <p:sldId xmlns:r="http://schemas.openxmlformats.org/officeDocument/2006/relationships" id="268" r:id="R21eaed09f34e487e"/>
    <p:sldId xmlns:r="http://schemas.openxmlformats.org/officeDocument/2006/relationships" id="269" r:id="R997e8b5e2c674606"/>
    <p:sldId xmlns:r="http://schemas.openxmlformats.org/officeDocument/2006/relationships" id="270" r:id="R125265b768d441eb"/>
    <p:sldId xmlns:r="http://schemas.openxmlformats.org/officeDocument/2006/relationships" id="271" r:id="R3d355576584249a4"/>
    <p:sldId xmlns:r="http://schemas.openxmlformats.org/officeDocument/2006/relationships" id="272" r:id="R7367b998b7994ac6"/>
    <p:sldId xmlns:r="http://schemas.openxmlformats.org/officeDocument/2006/relationships" id="273" r:id="R9e07b6c30a7b4a3d"/>
    <p:sldId xmlns:r="http://schemas.openxmlformats.org/officeDocument/2006/relationships" id="274" r:id="R46f4777747fc44b1"/>
    <p:sldId xmlns:r="http://schemas.openxmlformats.org/officeDocument/2006/relationships" id="275" r:id="R22cde24092b24bfb"/>
    <p:sldId xmlns:r="http://schemas.openxmlformats.org/officeDocument/2006/relationships" id="276" r:id="R748edaa0603646f3"/>
    <p:sldId xmlns:r="http://schemas.openxmlformats.org/officeDocument/2006/relationships" id="277" r:id="R67df7cfd1be445f5"/>
    <p:sldId xmlns:r="http://schemas.openxmlformats.org/officeDocument/2006/relationships" id="278" r:id="Rdc51c6430ae04b49"/>
    <p:sldId xmlns:r="http://schemas.openxmlformats.org/officeDocument/2006/relationships" id="279" r:id="R86478d4d49114762"/>
    <p:sldId xmlns:r="http://schemas.openxmlformats.org/officeDocument/2006/relationships" id="280" r:id="R47b1a7a830b74037"/>
    <p:sldId xmlns:r="http://schemas.openxmlformats.org/officeDocument/2006/relationships" id="281" r:id="R18d8b8e55715426a"/>
    <p:sldId xmlns:r="http://schemas.openxmlformats.org/officeDocument/2006/relationships" id="282" r:id="Rda83d17544474ac7"/>
    <p:sldId xmlns:r="http://schemas.openxmlformats.org/officeDocument/2006/relationships" id="283" r:id="R58e708bd17a54d01"/>
    <p:sldId xmlns:r="http://schemas.openxmlformats.org/officeDocument/2006/relationships" id="284" r:id="Raa772d09307e4229"/>
    <p:sldId xmlns:r="http://schemas.openxmlformats.org/officeDocument/2006/relationships" id="285" r:id="Rd893d95a82284220"/>
    <p:sldId xmlns:r="http://schemas.openxmlformats.org/officeDocument/2006/relationships" id="286" r:id="R0a66120c999a49f6"/>
    <p:sldId xmlns:r="http://schemas.openxmlformats.org/officeDocument/2006/relationships" id="287" r:id="Ra97d7fdd475f44ed"/>
    <p:sldId xmlns:r="http://schemas.openxmlformats.org/officeDocument/2006/relationships" id="288" r:id="R622e4927694d46ac"/>
    <p:sldId xmlns:r="http://schemas.openxmlformats.org/officeDocument/2006/relationships" id="289" r:id="R23101c079cfc41fb"/>
    <p:sldId xmlns:r="http://schemas.openxmlformats.org/officeDocument/2006/relationships" id="290" r:id="Raca5f78fe68a4fb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acf5bd9e944f25" /><Relationship Type="http://schemas.openxmlformats.org/officeDocument/2006/relationships/theme" Target="/ppt/theme/theme1.xml" Id="R383f815a625741c5" /><Relationship Type="http://schemas.openxmlformats.org/officeDocument/2006/relationships/notesMaster" Target="/ppt/notesMasters/notesMaster1.xml" Id="Rcbd306e12f97405f" /><Relationship Type="http://schemas.openxmlformats.org/officeDocument/2006/relationships/presProps" Target="/ppt/presProps.xml" Id="R1303be39cca84dc8" /><Relationship Type="http://schemas.openxmlformats.org/officeDocument/2006/relationships/viewProps" Target="/ppt/viewProps.xml" Id="Rbc192de0ff834ead" /><Relationship Type="http://schemas.openxmlformats.org/officeDocument/2006/relationships/tableStyles" Target="/ppt/tableStyles.xml" Id="R5d1faa9c65214898" /><Relationship Type="http://schemas.openxmlformats.org/officeDocument/2006/relationships/slide" Target="/ppt/slides/slide1.xml" Id="Rd2deeb186d0c4c0f" /><Relationship Type="http://schemas.openxmlformats.org/officeDocument/2006/relationships/slide" Target="/ppt/slides/slide2.xml" Id="R69d4c65705254650" /><Relationship Type="http://schemas.openxmlformats.org/officeDocument/2006/relationships/slide" Target="/ppt/slides/slide3.xml" Id="Ra72b6f46cb114640" /><Relationship Type="http://schemas.openxmlformats.org/officeDocument/2006/relationships/slide" Target="/ppt/slides/slide4.xml" Id="Ref25fef057ec4377" /><Relationship Type="http://schemas.openxmlformats.org/officeDocument/2006/relationships/slide" Target="/ppt/slides/slide5.xml" Id="R5b07132c50464de9" /><Relationship Type="http://schemas.openxmlformats.org/officeDocument/2006/relationships/slide" Target="/ppt/slides/slide6.xml" Id="Rd769ab83c0a34f00" /><Relationship Type="http://schemas.openxmlformats.org/officeDocument/2006/relationships/slide" Target="/ppt/slides/slide7.xml" Id="R615d942e05c74ab9" /><Relationship Type="http://schemas.openxmlformats.org/officeDocument/2006/relationships/slide" Target="/ppt/slides/slide8.xml" Id="Re07beab778474644" /><Relationship Type="http://schemas.openxmlformats.org/officeDocument/2006/relationships/slide" Target="/ppt/slides/slide9.xml" Id="R10eee733fe634ebd" /><Relationship Type="http://schemas.openxmlformats.org/officeDocument/2006/relationships/slide" Target="/ppt/slides/slide10.xml" Id="Ra61386ca1b434d49" /><Relationship Type="http://schemas.openxmlformats.org/officeDocument/2006/relationships/slide" Target="/ppt/slides/slide11.xml" Id="R24c06b1bef30459a" /><Relationship Type="http://schemas.openxmlformats.org/officeDocument/2006/relationships/slide" Target="/ppt/slides/slide12.xml" Id="Re8a2970f6888412d" /><Relationship Type="http://schemas.openxmlformats.org/officeDocument/2006/relationships/slide" Target="/ppt/slides/slide13.xml" Id="R21eaed09f34e487e" /><Relationship Type="http://schemas.openxmlformats.org/officeDocument/2006/relationships/slide" Target="/ppt/slides/slide14.xml" Id="R997e8b5e2c674606" /><Relationship Type="http://schemas.openxmlformats.org/officeDocument/2006/relationships/slide" Target="/ppt/slides/slide15.xml" Id="R125265b768d441eb" /><Relationship Type="http://schemas.openxmlformats.org/officeDocument/2006/relationships/slide" Target="/ppt/slides/slide16.xml" Id="R3d355576584249a4" /><Relationship Type="http://schemas.openxmlformats.org/officeDocument/2006/relationships/slide" Target="/ppt/slides/slide17.xml" Id="R7367b998b7994ac6" /><Relationship Type="http://schemas.openxmlformats.org/officeDocument/2006/relationships/slide" Target="/ppt/slides/slide18.xml" Id="R9e07b6c30a7b4a3d" /><Relationship Type="http://schemas.openxmlformats.org/officeDocument/2006/relationships/slide" Target="/ppt/slides/slide19.xml" Id="R46f4777747fc44b1" /><Relationship Type="http://schemas.openxmlformats.org/officeDocument/2006/relationships/slide" Target="/ppt/slides/slide20.xml" Id="R22cde24092b24bfb" /><Relationship Type="http://schemas.openxmlformats.org/officeDocument/2006/relationships/slide" Target="/ppt/slides/slide21.xml" Id="R748edaa0603646f3" /><Relationship Type="http://schemas.openxmlformats.org/officeDocument/2006/relationships/slide" Target="/ppt/slides/slide22.xml" Id="R67df7cfd1be445f5" /><Relationship Type="http://schemas.openxmlformats.org/officeDocument/2006/relationships/slide" Target="/ppt/slides/slide23.xml" Id="Rdc51c6430ae04b49" /><Relationship Type="http://schemas.openxmlformats.org/officeDocument/2006/relationships/slide" Target="/ppt/slides/slide24.xml" Id="R86478d4d49114762" /><Relationship Type="http://schemas.openxmlformats.org/officeDocument/2006/relationships/slide" Target="/ppt/slides/slide25.xml" Id="R47b1a7a830b74037" /><Relationship Type="http://schemas.openxmlformats.org/officeDocument/2006/relationships/slide" Target="/ppt/slides/slide26.xml" Id="R18d8b8e55715426a" /><Relationship Type="http://schemas.openxmlformats.org/officeDocument/2006/relationships/slide" Target="/ppt/slides/slide27.xml" Id="Rda83d17544474ac7" /><Relationship Type="http://schemas.openxmlformats.org/officeDocument/2006/relationships/slide" Target="/ppt/slides/slide28.xml" Id="R58e708bd17a54d01" /><Relationship Type="http://schemas.openxmlformats.org/officeDocument/2006/relationships/slide" Target="/ppt/slides/slide29.xml" Id="Raa772d09307e4229" /><Relationship Type="http://schemas.openxmlformats.org/officeDocument/2006/relationships/slide" Target="/ppt/slides/slide30.xml" Id="Rd893d95a82284220" /><Relationship Type="http://schemas.openxmlformats.org/officeDocument/2006/relationships/slide" Target="/ppt/slides/slide31.xml" Id="R0a66120c999a49f6" /><Relationship Type="http://schemas.openxmlformats.org/officeDocument/2006/relationships/slide" Target="/ppt/slides/slide32.xml" Id="Ra97d7fdd475f44ed" /><Relationship Type="http://schemas.openxmlformats.org/officeDocument/2006/relationships/slide" Target="/ppt/slides/slide33.xml" Id="R622e4927694d46ac" /><Relationship Type="http://schemas.openxmlformats.org/officeDocument/2006/relationships/slide" Target="/ppt/slides/slide34.xml" Id="R23101c079cfc41fb" /><Relationship Type="http://schemas.openxmlformats.org/officeDocument/2006/relationships/slide" Target="/ppt/slides/slide35.xml" Id="Raca5f78fe68a4f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feb09837d3b42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79a5c82370448c" /><Relationship Type="http://schemas.openxmlformats.org/officeDocument/2006/relationships/notesMaster" Target="/ppt/notesMasters/notesMaster1.xml" Id="R2d3e21a966b640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68a31df6cb4729" /><Relationship Type="http://schemas.openxmlformats.org/officeDocument/2006/relationships/notesMaster" Target="/ppt/notesMasters/notesMaster1.xml" Id="R2a9be48e716f47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3324a5d8fd4f7a" /><Relationship Type="http://schemas.openxmlformats.org/officeDocument/2006/relationships/notesMaster" Target="/ppt/notesMasters/notesMaster1.xml" Id="R972aeb6ee91346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cdee50af77462d" /><Relationship Type="http://schemas.openxmlformats.org/officeDocument/2006/relationships/notesMaster" Target="/ppt/notesMasters/notesMaster1.xml" Id="R842f70861fa04a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a236c8bc11438b" /><Relationship Type="http://schemas.openxmlformats.org/officeDocument/2006/relationships/notesMaster" Target="/ppt/notesMasters/notesMaster1.xml" Id="R2799930886a74e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39949e32784938" /><Relationship Type="http://schemas.openxmlformats.org/officeDocument/2006/relationships/notesMaster" Target="/ppt/notesMasters/notesMaster1.xml" Id="R9335ba1d1b0e4c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9c434b92ad422d" /><Relationship Type="http://schemas.openxmlformats.org/officeDocument/2006/relationships/notesMaster" Target="/ppt/notesMasters/notesMaster1.xml" Id="Rc27b65e8859048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7d1b68474b54da8" /><Relationship Type="http://schemas.openxmlformats.org/officeDocument/2006/relationships/notesMaster" Target="/ppt/notesMasters/notesMaster1.xml" Id="R5cfa2991711c4e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ab25afdd5e4c6b" /><Relationship Type="http://schemas.openxmlformats.org/officeDocument/2006/relationships/notesMaster" Target="/ppt/notesMasters/notesMaster1.xml" Id="R70b7c29deef043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71983024c64341" /><Relationship Type="http://schemas.openxmlformats.org/officeDocument/2006/relationships/notesMaster" Target="/ppt/notesMasters/notesMaster1.xml" Id="Rc9216dc405934a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53018788a54b9e" /><Relationship Type="http://schemas.openxmlformats.org/officeDocument/2006/relationships/notesMaster" Target="/ppt/notesMasters/notesMaster1.xml" Id="R379c87b82a4c419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a6835dd2b74a5d" /><Relationship Type="http://schemas.openxmlformats.org/officeDocument/2006/relationships/notesMaster" Target="/ppt/notesMasters/notesMaster1.xml" Id="R1c0903d169cd4f4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95ca46bd564c7d" /><Relationship Type="http://schemas.openxmlformats.org/officeDocument/2006/relationships/notesMaster" Target="/ppt/notesMasters/notesMaster1.xml" Id="R5e1323655d7e4b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1a32f3da1dd49f3" /><Relationship Type="http://schemas.openxmlformats.org/officeDocument/2006/relationships/notesMaster" Target="/ppt/notesMasters/notesMaster1.xml" Id="Ra35d5a96b5344bc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f189e207a194452" /><Relationship Type="http://schemas.openxmlformats.org/officeDocument/2006/relationships/notesMaster" Target="/ppt/notesMasters/notesMaster1.xml" Id="R11b84a3046cf4f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4b635fd832a466a" /><Relationship Type="http://schemas.openxmlformats.org/officeDocument/2006/relationships/notesMaster" Target="/ppt/notesMasters/notesMaster1.xml" Id="Rd0ed2ca841324a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8056b2736da4302" /><Relationship Type="http://schemas.openxmlformats.org/officeDocument/2006/relationships/notesMaster" Target="/ppt/notesMasters/notesMaster1.xml" Id="R8e90344e830c47f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24595842c0b4d36" /><Relationship Type="http://schemas.openxmlformats.org/officeDocument/2006/relationships/notesMaster" Target="/ppt/notesMasters/notesMaster1.xml" Id="Rf0c29aa8c532462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aa66cea41984da0" /><Relationship Type="http://schemas.openxmlformats.org/officeDocument/2006/relationships/notesMaster" Target="/ppt/notesMasters/notesMaster1.xml" Id="R648439d3f5b5454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09c495ea48f4842" /><Relationship Type="http://schemas.openxmlformats.org/officeDocument/2006/relationships/notesMaster" Target="/ppt/notesMasters/notesMaster1.xml" Id="Rbe05f548794c454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1cd8fe83f6d4936" /><Relationship Type="http://schemas.openxmlformats.org/officeDocument/2006/relationships/notesMaster" Target="/ppt/notesMasters/notesMaster1.xml" Id="Rdc11304c0ee0447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88a608691b4ca3" /><Relationship Type="http://schemas.openxmlformats.org/officeDocument/2006/relationships/notesMaster" Target="/ppt/notesMasters/notesMaster1.xml" Id="Rfdeeb9a33516433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ffacdde399b4f3d" /><Relationship Type="http://schemas.openxmlformats.org/officeDocument/2006/relationships/notesMaster" Target="/ppt/notesMasters/notesMaster1.xml" Id="R51b73bfac734466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d8ae4c1afed46f9" /><Relationship Type="http://schemas.openxmlformats.org/officeDocument/2006/relationships/notesMaster" Target="/ppt/notesMasters/notesMaster1.xml" Id="Rf2bf53f0662e48a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9859df124ed413c" /><Relationship Type="http://schemas.openxmlformats.org/officeDocument/2006/relationships/notesMaster" Target="/ppt/notesMasters/notesMaster1.xml" Id="R4299e724eaf4477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d0cb24275fa42db" /><Relationship Type="http://schemas.openxmlformats.org/officeDocument/2006/relationships/notesMaster" Target="/ppt/notesMasters/notesMaster1.xml" Id="Rca69933e45874a6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72a173fd1e24371" /><Relationship Type="http://schemas.openxmlformats.org/officeDocument/2006/relationships/notesMaster" Target="/ppt/notesMasters/notesMaster1.xml" Id="Rf6831685826e4ab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57fb5348eab4120" /><Relationship Type="http://schemas.openxmlformats.org/officeDocument/2006/relationships/notesMaster" Target="/ppt/notesMasters/notesMaster1.xml" Id="Rc1a2a0cfe15047c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5a5ff7a5e284142" /><Relationship Type="http://schemas.openxmlformats.org/officeDocument/2006/relationships/notesMaster" Target="/ppt/notesMasters/notesMaster1.xml" Id="R0a2b683321874a9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159112577584dc7" /><Relationship Type="http://schemas.openxmlformats.org/officeDocument/2006/relationships/notesMaster" Target="/ppt/notesMasters/notesMaster1.xml" Id="Rfad914fa738d49c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dd25fedd3d043a7" /><Relationship Type="http://schemas.openxmlformats.org/officeDocument/2006/relationships/notesMaster" Target="/ppt/notesMasters/notesMaster1.xml" Id="R3c152d9d233a45a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6882ac3577e4243" /><Relationship Type="http://schemas.openxmlformats.org/officeDocument/2006/relationships/notesMaster" Target="/ppt/notesMasters/notesMaster1.xml" Id="R648c61f8b460400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5494a877a3945de" /><Relationship Type="http://schemas.openxmlformats.org/officeDocument/2006/relationships/notesMaster" Target="/ppt/notesMasters/notesMaster1.xml" Id="R3021e03f6857487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805748e7bad4805" /><Relationship Type="http://schemas.openxmlformats.org/officeDocument/2006/relationships/notesMaster" Target="/ppt/notesMasters/notesMaster1.xml" Id="Ra37a051fcdbb461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c019b5117ee44df" /><Relationship Type="http://schemas.openxmlformats.org/officeDocument/2006/relationships/notesMaster" Target="/ppt/notesMasters/notesMaster1.xml" Id="R85e3336d08104a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8c1bb72c9f409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287338bdb5d4f3b" /><Relationship Type="http://schemas.openxmlformats.org/officeDocument/2006/relationships/slideLayout" Target="/ppt/slideLayouts/slideLayout2.xml" Id="R469969933ed441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9969933ed441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db8de4a72a4ffd" /><Relationship Type="http://schemas.openxmlformats.org/officeDocument/2006/relationships/image" Target="/ppt/media/image.png" Id="Reba17f82a2fc486d" /><Relationship Type="http://schemas.openxmlformats.org/officeDocument/2006/relationships/image" Target="/ppt/media/image2.png" Id="Reced918ca7294170" /><Relationship Type="http://schemas.openxmlformats.org/officeDocument/2006/relationships/notesSlide" Target="/ppt/notesSlides/notesSlide1.xml" Id="R0827db47ec3a4f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0552c7ba634697" /><Relationship Type="http://schemas.openxmlformats.org/officeDocument/2006/relationships/image" Target="/ppt/media/image3.png" Id="Rf9106bb8eaa440ca" /><Relationship Type="http://schemas.openxmlformats.org/officeDocument/2006/relationships/notesSlide" Target="/ppt/notesSlides/notesSlide2.xml" Id="Radce756021a043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a5f4f75f084c2e" /><Relationship Type="http://schemas.openxmlformats.org/officeDocument/2006/relationships/image" Target="/ppt/media/image4.png" Id="R0d5926a6154b41a8" /><Relationship Type="http://schemas.openxmlformats.org/officeDocument/2006/relationships/notesSlide" Target="/ppt/notesSlides/notesSlide3.xml" Id="R7268072a664140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a3e779a8214314" /><Relationship Type="http://schemas.openxmlformats.org/officeDocument/2006/relationships/image" Target="/ppt/media/image5.png" Id="Rc63dbe02c05c4fb5" /><Relationship Type="http://schemas.openxmlformats.org/officeDocument/2006/relationships/notesSlide" Target="/ppt/notesSlides/notesSlide4.xml" Id="Ra4e65e723ff34f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78bea852094703" /><Relationship Type="http://schemas.openxmlformats.org/officeDocument/2006/relationships/image" Target="/ppt/media/image6.png" Id="R5eedc3df6ded43fd" /><Relationship Type="http://schemas.openxmlformats.org/officeDocument/2006/relationships/notesSlide" Target="/ppt/notesSlides/notesSlide5.xml" Id="R25055eabacac40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3adf85520e4dae" /><Relationship Type="http://schemas.openxmlformats.org/officeDocument/2006/relationships/image" Target="/ppt/media/image7.png" Id="R86bea09eacca4861" /><Relationship Type="http://schemas.openxmlformats.org/officeDocument/2006/relationships/image" Target="/ppt/media/image8.png" Id="R08dc7caa031b4e2f" /><Relationship Type="http://schemas.openxmlformats.org/officeDocument/2006/relationships/notesSlide" Target="/ppt/notesSlides/notesSlide6.xml" Id="Rd2ae76c8ce7549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1c653292be4905" /><Relationship Type="http://schemas.openxmlformats.org/officeDocument/2006/relationships/image" Target="/ppt/media/image9.png" Id="R3d38d29220024a59" /><Relationship Type="http://schemas.openxmlformats.org/officeDocument/2006/relationships/image" Target="/ppt/media/image10.png" Id="R7384feac4ba74c9f" /><Relationship Type="http://schemas.openxmlformats.org/officeDocument/2006/relationships/notesSlide" Target="/ppt/notesSlides/notesSlide7.xml" Id="R02c856343abb41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f78f45a71a4525" /><Relationship Type="http://schemas.openxmlformats.org/officeDocument/2006/relationships/image" Target="/ppt/media/image11.png" Id="Rc307b31b09294351" /><Relationship Type="http://schemas.openxmlformats.org/officeDocument/2006/relationships/image" Target="/ppt/media/image12.png" Id="Re3f614245da94e1e" /><Relationship Type="http://schemas.openxmlformats.org/officeDocument/2006/relationships/notesSlide" Target="/ppt/notesSlides/notesSlide8.xml" Id="R1e65a6935e7249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38106657d642fa" /><Relationship Type="http://schemas.openxmlformats.org/officeDocument/2006/relationships/image" Target="/ppt/media/image13.png" Id="R4276ae14264e4d03" /><Relationship Type="http://schemas.openxmlformats.org/officeDocument/2006/relationships/image" Target="/ppt/media/image14.png" Id="Ra8682d9d7fef40fa" /><Relationship Type="http://schemas.openxmlformats.org/officeDocument/2006/relationships/notesSlide" Target="/ppt/notesSlides/notesSlide9.xml" Id="Rfcbe2737c10943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16e030c0004cb4" /><Relationship Type="http://schemas.openxmlformats.org/officeDocument/2006/relationships/image" Target="/ppt/media/image15.png" Id="Rd7a7e7563ede41b5" /><Relationship Type="http://schemas.openxmlformats.org/officeDocument/2006/relationships/notesSlide" Target="/ppt/notesSlides/notesSlide10.xml" Id="R7b44ee902b434d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bb9f5102764c82" /><Relationship Type="http://schemas.openxmlformats.org/officeDocument/2006/relationships/image" Target="/ppt/media/image16.png" Id="R9832af2be2b44daf" /><Relationship Type="http://schemas.openxmlformats.org/officeDocument/2006/relationships/notesSlide" Target="/ppt/notesSlides/notesSlide11.xml" Id="Rd8f5765a39ae47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295e5e596140e9" /><Relationship Type="http://schemas.openxmlformats.org/officeDocument/2006/relationships/image" Target="/ppt/media/image17.png" Id="R881e7a5e974c4e92" /><Relationship Type="http://schemas.openxmlformats.org/officeDocument/2006/relationships/image" Target="/ppt/media/image18.png" Id="Rd4c486895cdc43ad" /><Relationship Type="http://schemas.openxmlformats.org/officeDocument/2006/relationships/notesSlide" Target="/ppt/notesSlides/notesSlide12.xml" Id="R50b0cde80de346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28b818ea004024" /><Relationship Type="http://schemas.openxmlformats.org/officeDocument/2006/relationships/image" Target="/ppt/media/image19.png" Id="R2b330805956b4e5c" /><Relationship Type="http://schemas.openxmlformats.org/officeDocument/2006/relationships/notesSlide" Target="/ppt/notesSlides/notesSlide13.xml" Id="R4e4ec969c7bb484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79d626d43c4783" /><Relationship Type="http://schemas.openxmlformats.org/officeDocument/2006/relationships/image" Target="/ppt/media/image20.png" Id="R160a938b6a6a4da6" /><Relationship Type="http://schemas.openxmlformats.org/officeDocument/2006/relationships/image" Target="/ppt/media/image21.png" Id="R4438344b2a7b45ad" /><Relationship Type="http://schemas.openxmlformats.org/officeDocument/2006/relationships/notesSlide" Target="/ppt/notesSlides/notesSlide14.xml" Id="R114c9bc9b9d147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5bd0c1ff8b4858" /><Relationship Type="http://schemas.openxmlformats.org/officeDocument/2006/relationships/image" Target="/ppt/media/image22.png" Id="R6a7ec84599b44c41" /><Relationship Type="http://schemas.openxmlformats.org/officeDocument/2006/relationships/image" Target="/ppt/media/image23.png" Id="R7d67b07637004229" /><Relationship Type="http://schemas.openxmlformats.org/officeDocument/2006/relationships/notesSlide" Target="/ppt/notesSlides/notesSlide15.xml" Id="Rdd623cda63ff40b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637bd8dbea40fe" /><Relationship Type="http://schemas.openxmlformats.org/officeDocument/2006/relationships/image" Target="/ppt/media/image24.png" Id="Re8897dc727db48cf" /><Relationship Type="http://schemas.openxmlformats.org/officeDocument/2006/relationships/image" Target="/ppt/media/image25.png" Id="R4a3a31250e0d45ed" /><Relationship Type="http://schemas.openxmlformats.org/officeDocument/2006/relationships/notesSlide" Target="/ppt/notesSlides/notesSlide16.xml" Id="R731afc923d104c9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a003e2292d4706" /><Relationship Type="http://schemas.openxmlformats.org/officeDocument/2006/relationships/image" Target="/ppt/media/image26.png" Id="Rfb574016f50f4733" /><Relationship Type="http://schemas.openxmlformats.org/officeDocument/2006/relationships/notesSlide" Target="/ppt/notesSlides/notesSlide17.xml" Id="R513fa1d345bf40d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6497ed4917490d" /><Relationship Type="http://schemas.openxmlformats.org/officeDocument/2006/relationships/image" Target="/ppt/media/image27.png" Id="R1616a7bbce8947f2" /><Relationship Type="http://schemas.openxmlformats.org/officeDocument/2006/relationships/image" Target="/ppt/media/image28.png" Id="R883b92b7a3644b52" /><Relationship Type="http://schemas.openxmlformats.org/officeDocument/2006/relationships/notesSlide" Target="/ppt/notesSlides/notesSlide18.xml" Id="R2aebd1f90b73439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c3b7c4183f4e17" /><Relationship Type="http://schemas.openxmlformats.org/officeDocument/2006/relationships/image" Target="/ppt/media/image29.png" Id="R7fcf0591478243dc" /><Relationship Type="http://schemas.openxmlformats.org/officeDocument/2006/relationships/image" Target="/ppt/media/image30.png" Id="R89102e749582434b" /><Relationship Type="http://schemas.openxmlformats.org/officeDocument/2006/relationships/notesSlide" Target="/ppt/notesSlides/notesSlide19.xml" Id="R0c7946d62d0e412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33b666ad204446" /><Relationship Type="http://schemas.openxmlformats.org/officeDocument/2006/relationships/image" Target="/ppt/media/image31.png" Id="R085147db630749a9" /><Relationship Type="http://schemas.openxmlformats.org/officeDocument/2006/relationships/image" Target="/ppt/media/image32.png" Id="Rcc3b2b2cddf34b8b" /><Relationship Type="http://schemas.openxmlformats.org/officeDocument/2006/relationships/notesSlide" Target="/ppt/notesSlides/notesSlide20.xml" Id="R02be30207e7b4e2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c1ef880f1e44bc" /><Relationship Type="http://schemas.openxmlformats.org/officeDocument/2006/relationships/image" Target="/ppt/media/image33.png" Id="R516325f092384021" /><Relationship Type="http://schemas.openxmlformats.org/officeDocument/2006/relationships/notesSlide" Target="/ppt/notesSlides/notesSlide21.xml" Id="R8221835cadb7447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5ed2ac444b4648" /><Relationship Type="http://schemas.openxmlformats.org/officeDocument/2006/relationships/image" Target="/ppt/media/image34.png" Id="Rb60758a9f3024a85" /><Relationship Type="http://schemas.openxmlformats.org/officeDocument/2006/relationships/notesSlide" Target="/ppt/notesSlides/notesSlide22.xml" Id="R9a6a8db52a33423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6e77b615fb43ae" /><Relationship Type="http://schemas.openxmlformats.org/officeDocument/2006/relationships/image" Target="/ppt/media/image35.png" Id="R97bb8deb07ee4683" /><Relationship Type="http://schemas.openxmlformats.org/officeDocument/2006/relationships/notesSlide" Target="/ppt/notesSlides/notesSlide23.xml" Id="Rc8b229b6d3e14c0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5ca0829f854a91" /><Relationship Type="http://schemas.openxmlformats.org/officeDocument/2006/relationships/image" Target="/ppt/media/image36.png" Id="R05466a03702e4aae" /><Relationship Type="http://schemas.openxmlformats.org/officeDocument/2006/relationships/notesSlide" Target="/ppt/notesSlides/notesSlide24.xml" Id="Ree93f570b95f467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0554b5738c489d" /><Relationship Type="http://schemas.openxmlformats.org/officeDocument/2006/relationships/image" Target="/ppt/media/image37.png" Id="R61ae97c6d5994882" /><Relationship Type="http://schemas.openxmlformats.org/officeDocument/2006/relationships/notesSlide" Target="/ppt/notesSlides/notesSlide25.xml" Id="R7582531cf536409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f3f07441c44d0c" /><Relationship Type="http://schemas.openxmlformats.org/officeDocument/2006/relationships/image" Target="/ppt/media/image38.png" Id="R7b614da104634280" /><Relationship Type="http://schemas.openxmlformats.org/officeDocument/2006/relationships/notesSlide" Target="/ppt/notesSlides/notesSlide26.xml" Id="R9f189661800f4ad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fff38dde9b48ce" /><Relationship Type="http://schemas.openxmlformats.org/officeDocument/2006/relationships/image" Target="/ppt/media/image39.png" Id="R4895fc116c154769" /><Relationship Type="http://schemas.openxmlformats.org/officeDocument/2006/relationships/notesSlide" Target="/ppt/notesSlides/notesSlide27.xml" Id="Rb675bb8910594d8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7c3183bb234e2a" /><Relationship Type="http://schemas.openxmlformats.org/officeDocument/2006/relationships/image" Target="/ppt/media/image40.png" Id="R10566b96d1e540bd" /><Relationship Type="http://schemas.openxmlformats.org/officeDocument/2006/relationships/notesSlide" Target="/ppt/notesSlides/notesSlide28.xml" Id="R5e7175e468c3415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795e83ab2141ac" /><Relationship Type="http://schemas.openxmlformats.org/officeDocument/2006/relationships/image" Target="/ppt/media/image41.png" Id="R40dad56690a540cb" /><Relationship Type="http://schemas.openxmlformats.org/officeDocument/2006/relationships/notesSlide" Target="/ppt/notesSlides/notesSlide29.xml" Id="Rce794773af104f5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344f8cd5324709" /><Relationship Type="http://schemas.openxmlformats.org/officeDocument/2006/relationships/image" Target="/ppt/media/image42.png" Id="R4291778ea18e48ec" /><Relationship Type="http://schemas.openxmlformats.org/officeDocument/2006/relationships/image" Target="/ppt/media/image43.png" Id="R9a7a841bd53b4637" /><Relationship Type="http://schemas.openxmlformats.org/officeDocument/2006/relationships/notesSlide" Target="/ppt/notesSlides/notesSlide30.xml" Id="R3bd1dadb930b4fc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b98fd2fed24f4a" /><Relationship Type="http://schemas.openxmlformats.org/officeDocument/2006/relationships/image" Target="/ppt/media/image44.png" Id="R4e61c682a16343f7" /><Relationship Type="http://schemas.openxmlformats.org/officeDocument/2006/relationships/image" Target="/ppt/media/image45.png" Id="R354ca9bb291d4b96" /><Relationship Type="http://schemas.openxmlformats.org/officeDocument/2006/relationships/notesSlide" Target="/ppt/notesSlides/notesSlide31.xml" Id="Rf4f8426a20e840a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151e730a2c437b" /><Relationship Type="http://schemas.openxmlformats.org/officeDocument/2006/relationships/image" Target="/ppt/media/image46.png" Id="R096bffd8b2394b49" /><Relationship Type="http://schemas.openxmlformats.org/officeDocument/2006/relationships/image" Target="/ppt/media/image47.png" Id="R4b324bdcbb8d46b8" /><Relationship Type="http://schemas.openxmlformats.org/officeDocument/2006/relationships/notesSlide" Target="/ppt/notesSlides/notesSlide32.xml" Id="R8c7d689acd5c416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e04ed58b324771" /><Relationship Type="http://schemas.openxmlformats.org/officeDocument/2006/relationships/image" Target="/ppt/media/image48.png" Id="Re63a6e6574524833" /><Relationship Type="http://schemas.openxmlformats.org/officeDocument/2006/relationships/notesSlide" Target="/ppt/notesSlides/notesSlide33.xml" Id="R13f5e70cf7f942b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c575572dfb4f16" /><Relationship Type="http://schemas.openxmlformats.org/officeDocument/2006/relationships/image" Target="/ppt/media/image49.png" Id="R18ad5fc77a9e42ad" /><Relationship Type="http://schemas.openxmlformats.org/officeDocument/2006/relationships/notesSlide" Target="/ppt/notesSlides/notesSlide34.xml" Id="Rd06e91f6b67c446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05733f6fc64b52" /><Relationship Type="http://schemas.openxmlformats.org/officeDocument/2006/relationships/image" Target="/ppt/media/image50.png" Id="R5ddf5ccb5e4942dd" /><Relationship Type="http://schemas.openxmlformats.org/officeDocument/2006/relationships/notesSlide" Target="/ppt/notesSlides/notesSlide35.xml" Id="Rf20b3ff64031486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569AE7-C01E-4944-B7CF-4E5AB1DC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B4F8B-7156-4E9D-A95A-0500E116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17f82a2fc486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CAABAD-0E4A-42B6-A770-49D03D4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Can we build the field that we optimized?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17D26-643A-44A2-AB9F-565E56B2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BF4735-2FD8-4883-8646-92C99B36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2: coils, quadratic flux, and single-stage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DA3ABA-85D6-48FC-94F0-51430A52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501A2-75D6-4EE6-9480-312661A2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plasma boundary is a wish; coils are the contract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8DDAA2-BD69-4318-B1FD-FD0D33C4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45BD97-44EB-455E-9170-5DD5A00D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160E5-A86F-4402-89B4-DFF519CE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d918ca7294170"/>
          <a:stretch xmlns:a="http://schemas.openxmlformats.org/drawingml/2006/main"/>
        </p:blipFill>
        <p:spPr>
          <a:xfrm xmlns:a="http://schemas.openxmlformats.org/drawingml/2006/main">
            <a:off x="7277100" y="1599113"/>
            <a:ext cx="3752850" cy="2040523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D40366-E2D6-4B02-B380-BA8F9076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FC5F53-1A75-4FFC-A105-FE78D652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C76311-7F24-4697-B353-2C2E5259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D2416-C374-47FB-8393-374550A8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ED1177-ADF6-41EB-893B-3CD89914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AA02FB-AAD9-4951-B7DC-941E2D75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D62B93-254A-4F68-B9AE-4FCCC06A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12942753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5FC52-0300-404A-9A63-B238179B4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9AFA5-4D1C-49D5-8360-F0D37C49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06bb8eaa440c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3D471-1E47-4537-8E63-DC1CC422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CCFD26-D146-4A82-8AAF-DD8F7C39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04007-43CA-4515-9EF7-DA9110A9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The coil inverse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2B3B9-5BF5-4420-A68F-4A51D256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7B2B8-ECD7-464A-958A-AA2B8EE6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A4D0D0-CE9C-42B4-87D2-FA8B3CB1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1 gives a target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42ACA4-21C0-47F3-93B9-EA2394B2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FAB0C-1066-40B5-BD3F-C51342C4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2 asks hardware to reproduce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6EFBA-A74C-4970-8BC8-48002045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724FA-4C96-4458-9E20-26F45C4F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DCE1E5-3AF7-422A-8915-EADD5CDD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C1E8ED-3143-4243-A0EA-3A7C02DE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68E7B9-1182-404E-A078-937820D6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5403778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C81363-7216-47C6-B09B-08A3127C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82744E-7336-488A-8056-4ABE6D6D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926a6154b41a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B684D-E9A8-4E32-8629-F093ACA6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Never show a beautiful plasma without its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FB903-4052-4EDB-AEA0-DC3A9EC5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6DB7E0-6471-47BE-833C-D0ECEFE6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17630-E1C5-4D53-9ADC-766F6700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engineering contract starts at B dot 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4533B-92AC-422A-B8B1-57A75D70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BF2ED-444A-4A14-8E41-8EBA7EC4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9384AD-3FFA-4853-BD26-AB981F62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9352D1-A2DF-47ED-BB91-0CF0E7FA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7ACC9-E0BF-4373-9CFD-086A28E1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4299110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268808-5C1C-46C4-87FE-D9EB5CE6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CE7C3-4874-4A12-ACBF-7A857F10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dbe02c05c4fb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9AE96-F5A0-4F52-B3E2-34712081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Stage 1, stage 2, single stage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77050-A756-4192-A4CD-5DEAC1BD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FEC5F-BAF6-4EA7-8739-14015493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4DD0B-7642-4074-B0CC-D5F82664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BC90B-0207-436A-B7AC-E192743E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19B169-0358-4E8F-BBC1-BC9DCEC2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D39CF3-1F41-4B88-A47B-AD9BF2B4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F3B88-9A07-4775-B714-16B4E0B3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A18B0-93F3-469D-BCBC-C6A22B01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Stage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B9E209-5DF7-4CB5-9C6E-6E3F34B8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optimize the plasma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FFCB43-7783-410D-A538-40187FE8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C30897-4621-4C54-B5C3-B843D06C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22ED41-2373-4B15-83CC-07EBD2A9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Stage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0828A1-8DBF-41BE-A1E3-4209411E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fit coils to that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E9CB09-BD29-46D1-BD12-87AC9443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BA05D7-4A5D-40B5-9B31-E8A702A7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9ADA3-089C-4932-B7D9-7C9EA5EF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Single stage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36DB88-BB7B-432C-946A-84F158CC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plasma and coils together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158405-065F-4C64-8912-AF65720E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2BEF3C-47E5-40CE-8646-17CEAA57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597427-FC3B-495C-B2EA-7B993E17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2BFF77-E89B-442B-9E88-AA9E8375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F4EAC5-0758-463D-B405-61B7797B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9579238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D10454-D98A-49CE-BD7E-27E7FCBF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71D90-4EB9-421C-96F5-4CE30F49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dc3df6ded43f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0FDA6-1958-4E07-859C-3E8E2FD5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changed the controlled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9E09F-0FA0-43FE-852C-7EA80B5A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C2BE4-E4B2-4306-8AED-0F697B10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D12869-FF45-4B3E-858B-9E08138A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52EF8-D72A-4396-BFA8-92E20AC7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8A831-7CF0-4460-90CF-6D471FC5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67841-FCE7-47A8-84EB-EEE005A1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4F4181-F7C6-4981-BCCB-D2C76AC2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A0FEB-DE50-4BD8-9E1A-3D3E4B9D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Two-stage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91786B-88C9-4E28-8802-E7939A2A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a plasma boundary first, then ask coils to reproduce 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576807-3056-40D7-B8FB-EB88BE13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0AC07A-161E-4CFA-8D5E-BD9FA760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3B9644-4F25-49F3-A621-6952F8CC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Fixed-boundary single-stage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EEEF30-6F9B-4E1B-A45F-424E5CF4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and coils move together through a quadratic-flux penalty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F6FABD-4CB1-4B12-B7BE-F96DF3A7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3A7637-42C7-494E-AFA4-5C1A1B23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FAAA10-616F-4C84-A6A9-7F650FD4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Simplified coils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854806-A155-49D9-9940-7B780EF6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few-coil designs become searchable, but engineering gates still decide viability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6F092C-4AAC-43DD-8DDB-C672A45C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97C3FE-E39A-487A-B07E-D43BB201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515201-6889-47A5-99F6-C1BCA139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2A51AE-0FFB-467D-B373-9B98EB9B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4586C0-AB74-416D-A8EF-7E7AC121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600E4D-F649-4ACE-BAB8-47E59F2C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Jorge et al., PPCF 65, 074003 (2023); Jorge, Giuliani &amp; Loizu, arXiv:2406.07830 (2024); Giuliani et al., JCP 459, 111147 (2022).</a:t>
            </a:r>
          </a:p>
        </p:txBody>
      </p:sp>
    </p:spTree>
    <p:extLst>
      <p:ext uri="{BB962C8B-B14F-4D97-AF65-F5344CB8AC3E}">
        <p14:creationId xmlns:p14="http://schemas.microsoft.com/office/powerpoint/2010/main" val="20517384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7F992A-98C8-4FE8-9FF0-4A8B8FCD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EFB52-E74F-488E-AC30-E6CD4E22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bea09eacca4861"/>
          <a:stretch xmlns:a="http://schemas.openxmlformats.org/drawingml/2006/main"/>
        </p:blipFill>
        <p:spPr>
          <a:xfrm xmlns:a="http://schemas.openxmlformats.org/drawingml/2006/main">
            <a:off x="2170457" y="1676400"/>
            <a:ext cx="693668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2427C2-6679-4F0C-B302-2B28A19D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BA6B9-4F4F-4885-B1DC-86E001E4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first coil set shows the inverse problem before regularization.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9FBE84-E179-4E7C-88FF-346C3030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c7caa031b4e2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9C7133-1D16-4EBA-9F23-F6E90142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Initial coils define the first mismatch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37DE0-3E10-4E2B-ABD6-18963654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A7A1B6-DB7B-4327-AAE2-E4CA5EF0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4222D-0D3F-4E40-B95A-239ADB0B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A59420-4181-4E53-B77B-0539817D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4D80BD-0B16-4979-B0DB-AF3846AE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1A2C2C-5DB8-4DCF-95C0-065F6DF1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10518607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EFD515-8FA7-4231-962C-839E6514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06052-1AA2-43CE-B918-9A11905F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8d29220024a59"/>
          <a:stretch xmlns:a="http://schemas.openxmlformats.org/drawingml/2006/main"/>
        </p:blipFill>
        <p:spPr>
          <a:xfrm xmlns:a="http://schemas.openxmlformats.org/drawingml/2006/main">
            <a:off x="2205271" y="1676400"/>
            <a:ext cx="686705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13D61E-8A9D-4048-AAF4-27AE6251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C5D24-FD3C-4CF6-BF46-02E62C4E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better coil picture is still not a manufacturability proof.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0FD1F-6349-4685-B129-8F75E380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4feac4ba74c9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B8F513-B548-45F7-9448-5A6451EA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Final coils reduce the obvious mismatch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569004-05FD-4733-96B1-C881E1A9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4B03A8-948D-4A0C-9496-9FC86E9A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62316A-7B49-496E-A0D6-5F202427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CA65D9-A95E-4775-9E02-057720D5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50B89-563D-4679-B4A9-47502E1F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A4F49C-C862-473A-8208-334F7D48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D5C87-485E-4B51-877A-88F76EDD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SIMSOPT, Landreman et al., JOSS 6, 3525 (2021).</a:t>
            </a:r>
          </a:p>
        </p:txBody>
      </p:sp>
    </p:spTree>
    <p:extLst>
      <p:ext uri="{BB962C8B-B14F-4D97-AF65-F5344CB8AC3E}">
        <p14:creationId xmlns:p14="http://schemas.microsoft.com/office/powerpoint/2010/main" val="53539055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9E47D9-6CAC-4EDC-B7CA-134EF3B5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DA999-6F82-4375-B09F-981C29F6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7b31b09294351"/>
          <a:stretch xmlns:a="http://schemas.openxmlformats.org/drawingml/2006/main"/>
        </p:blipFill>
        <p:spPr>
          <a:xfrm xmlns:a="http://schemas.openxmlformats.org/drawingml/2006/main">
            <a:off x="666750" y="2162837"/>
            <a:ext cx="7048500" cy="279902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AB894-3ED4-477D-9D7C-8B51C629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D437F-026B-43D3-8A6B-BFA268EB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A52B0E-8F41-4647-9211-119A56EB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Blue/red patches show normal-field error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F5FE8-7045-4787-916F-22209E32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948F6-A24C-4DAC-A331-7E225707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target surface is damaged when patches remain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B627A-0621-4AF3-9111-D262101C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C438C-F95D-4D21-8FAA-C07D039D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Quadratic flux measures whether coils reproduce the requested boundary.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4C261-55DE-4D11-A169-BAFFE8FE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614245da94e1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98C1B-DE31-48EB-8016-293A5C70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 dot n is the basic stage-2 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459B85-828E-4BF4-B7D5-5BED1BD9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FCDD1E-2C7A-4D8C-961B-6ED8A4EC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37CACB-DD12-4775-9C73-2C7EB5BE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C7C93E-BC59-4CB8-B776-391823AA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D94041-4D98-483A-8D49-633B486F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001E04-AEDC-49B4-9517-90E1A2AB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98107-7754-4765-A431-C24F4A7C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SIMSOPT docs stage-two coil optimization example.</a:t>
            </a:r>
          </a:p>
        </p:txBody>
      </p:sp>
    </p:spTree>
    <p:extLst>
      <p:ext uri="{BB962C8B-B14F-4D97-AF65-F5344CB8AC3E}">
        <p14:creationId xmlns:p14="http://schemas.microsoft.com/office/powerpoint/2010/main" val="1466268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48C6A3-B3C0-4CD8-ADD0-71AE3C2F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7B1505-F666-41F9-9A3D-B55E7058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6ae14264e4d03"/>
          <a:stretch xmlns:a="http://schemas.openxmlformats.org/drawingml/2006/main"/>
        </p:blipFill>
        <p:spPr>
          <a:xfrm xmlns:a="http://schemas.openxmlformats.org/drawingml/2006/main">
            <a:off x="1111827" y="1695450"/>
            <a:ext cx="6158345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7813A-8B96-4768-9C63-8AAFC023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5FC965-DECB-4FDD-9E73-6A426186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58DB1-6305-4A19-8ADD-06537929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Shorter coils can make B dot n worse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6653F-3171-4582-B97B-B2029478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93DD0B-309E-4442-94FD-DCA743FD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single optimum hides the engineering choice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DBE15E-0168-4607-8AC2-9B1D3DDB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99CE45-7CBD-4F91-AB37-830DFFDA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annotation marks what gets worse when coils are pushed too hard.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EE6F3-DDA1-4F36-BD7A-81EE21D0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82d9d7fef40f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2CAFC6-11C4-4084-B978-C8D408B9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Regularization trades field quality for hardware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70F777-C0B3-4C24-B429-3C9BC9F7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178B6B-9F68-4AC5-952F-42C8C884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F97A3C-2EAC-431D-8746-790BF0CE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59D170-08D0-4B1F-A8DD-AFA290F6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426F5B-07B3-4E3D-8064-6E5D3269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7B6881-E949-45A2-A9C2-5BA6EEF1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431044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EE6EA4-24FC-4F20-B59C-6043A455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7BCDF6-1CB6-4F49-B9C6-B7500988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7e7563ede41b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731B8-35E5-41D4-BC4B-A46CAAFF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complexity has multiple dimensions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48223-2B0C-4943-9BDD-69B268CA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1BB53-0981-4A8A-BFF8-B2ED1AB1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11AAD-8312-43C1-8546-DE33593A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939A2-673B-4FAD-A166-F673104C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51428-BCE3-4946-A608-070BC510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3D9270-F863-482D-8131-2CB8D012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F5BCDD-2D9F-437E-A4AC-92EB0853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B07583-8AE8-4EC7-BF20-F956B83E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0CBFA-6B73-496D-9AD5-637BF82A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cost, maintenance, and access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FE5A6-C6E4-4BBF-892F-930588DD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53C945-710B-49DA-8754-46F2EF06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A8FE3C-5959-4855-9557-F8638FCA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Curvature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10E731-F2AC-4E24-A5AD-589FF64A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force and strain 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82F6D8-BD52-4349-8E4B-73D510ED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BF9943-030E-4318-9A93-3FEB8DBC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B066CC-4803-4D5B-B901-9402AD12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Separation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B9FBB8-2BCB-408D-AD7A-24322584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ports and assembly constraints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826C55-05D7-4397-A0E2-4F55AB48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5367B5-8064-4FA0-92C0-7643A247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DC7214-B896-48DB-B96C-EB054953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B88526-07A9-49AB-8119-190256A7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DB86BD-3D1E-4EF3-914C-E3F32085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48380343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99E15B-28A6-4216-A8B9-2F8000B8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8A488-9364-45A2-A960-C8623F72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9F45BE-520B-468A-BE9B-55F35F53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3D4EC-BBC3-4379-BD74-90BC993F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AA402-EA84-4222-AAE7-34EEA123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6FD2D-86E1-46B6-94B1-756C00C8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Access can invalidate attractive coil sets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80BF7-D707-4796-B0F4-AFD53436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8BEDF-74BF-4BD3-9400-19D3B178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engineering constraints as penalties or hard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7488AE-23AA-4940-8807-C86DB476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F8E94-40AB-4A34-AE6A-3D780E73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48CC99-C97D-4904-8DE8-95DD9C7E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2af2be2b44da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8D2C9A-753C-4C04-800D-ED3C6495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Ports and maintenance enter early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E8C5E6-2A99-4CC0-B3A0-0F3AD81D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8B430B-E643-463D-AD57-9E653E54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AACF0F-5B44-4C5F-B657-11A8CAF1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BC7EEF-33C2-4B68-94CD-0DBB1068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83A848-4F4F-41E6-9656-0A330508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A25C53-AE32-4690-B04E-7D9F3F2A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29165903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90EAEC-9932-4B12-B3DA-0FE35B33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BA457-4477-4041-B732-4232CAE1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e7a5e974c4e9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4E590B-C772-44DD-AC5C-CC783DBD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SIMSOPT stage-2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1BFEB-19C6-428B-8373-A090E022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25E328-32BA-40BD-AB63-E38B85A0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D459E-9FC6-4957-8AB2-08EA0782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B87A92-B7FF-441E-B309-1D046311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7E2578-E4F1-4366-BCE8-FA77C0DF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notebooks/04_simsopt_stage2_coils.ipynb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562BC-7F3B-466A-88BA-21AE38B6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C2F5F-35CA-41E5-B0FD-6561D4BE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initial and final coils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7DE44-8829-497C-B46D-9D8F3E87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8BCB8-DE29-439C-8721-3474DC01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B dot n maps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C5D13-974E-434E-85D7-0359BE2B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CF507E-C00C-40F3-8743-810891E3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Name the tradeoff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486895cdc43ad"/>
          <a:stretch xmlns:a="http://schemas.openxmlformats.org/drawingml/2006/main"/>
        </p:blipFill>
        <p:spPr>
          <a:xfrm xmlns:a="http://schemas.openxmlformats.org/drawingml/2006/main">
            <a:off x="5619750" y="2169884"/>
            <a:ext cx="5334000" cy="2118182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3A9C24-2E75-4696-8E13-2EDF2924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379ACF-6726-4536-9AC3-3F5BA833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DC66E-E1B7-4621-B50A-D54DCBC6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198599-4F72-43CA-9DE7-9F808155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DC503D-A2B6-4FB1-B0DE-9D785E0B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C6537-0F06-4E61-9B84-CFAA4B10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927E69-BDFA-41E0-B4ED-FE4063A98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7108619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4AD8A1-CBE7-49B4-98D6-D92D9DE5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C0B12-464F-4DAC-9096-68DEB9D7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30805956b4e5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B125D-38FC-4B23-8505-051ACDD68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419A0-95A3-4350-9F6D-5A1165E6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D3B22-650E-43DF-88F0-D883D731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Direct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AE4FA-400E-4104-92F0-AEBA6AFC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1B9A01-7CBC-4D76-9CC8-D03751D7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7AA14-BE2D-4C62-AE58-B42102D8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field, particles, and coils in the same loop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49F9E-FB1A-4265-9D85-51C730D0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20A28-828E-433A-962B-C68CB882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differentiable codes where the gradient is meaningful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A90AD-214D-4FA5-9197-FF7252C7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A086AA-75EA-4D91-A6AF-261F76F5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5D3E09-4A3C-4951-B39B-7F7E2D6E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AEA958-A198-496E-8579-CAD8F09F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EF34A-AE42-4A5C-8B9F-9DAD4EE4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203639001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36D9C2-6DE4-4AFA-9B38-C9EE9747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2342EA-E59F-42E4-BCD7-93112713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a938b6a6a4da6"/>
          <a:stretch xmlns:a="http://schemas.openxmlformats.org/drawingml/2006/main"/>
        </p:blipFill>
        <p:spPr>
          <a:xfrm xmlns:a="http://schemas.openxmlformats.org/drawingml/2006/main">
            <a:off x="2231381" y="1676400"/>
            <a:ext cx="6814838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F0926-FB60-4257-8FA3-A2A80B45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DCBE5-09E0-40D6-B640-4D94E8E5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This cached fieldline is a qualitative diagnostic, not a live ESSOS run.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9623C0-7B1F-4E56-B37B-23C73111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8344b2a7b45a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8C68FD-1F6F-4E7E-89F8-E8478718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Fieldlines diagnose topology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88A285-ABEB-4E1A-A070-C146D6BB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25879-9031-4594-AB16-1C51F763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6FDD31-6A4D-4759-B672-945A08AE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16A9F-F351-431C-A1D1-E432B505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E7CA4-B88E-4C53-9379-F30559D9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CAADFA-BBD9-488D-B4D6-C4D7079E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12455603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7F9F0F-074B-4333-AD72-7F0DDD18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D9C41E-2F1A-44C5-BB75-8204F38B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ec84599b44c41"/>
          <a:stretch xmlns:a="http://schemas.openxmlformats.org/drawingml/2006/main"/>
        </p:blipFill>
        <p:spPr>
          <a:xfrm xmlns:a="http://schemas.openxmlformats.org/drawingml/2006/main">
            <a:off x="1011115" y="1695450"/>
            <a:ext cx="635976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4A0B4-F29A-4E12-A0D2-188B8AD5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4BE1C-71DD-4AF0-A465-03DBB013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FBE31B-8540-4310-8899-52ADE498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Fieldlines do not guarantee confinement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A2FC6-63A6-48BE-B43D-F4A845AF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9A39C-D103-4171-BBCC-E2910154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Fast-particle gates matter for reactors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861A75-40B3-47D9-BB74-C20462EF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0CF731-A78D-4E93-AAA4-2386760C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Orbit cartoons teach why particle objectives can enter directly.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FD9F5C-18FE-4D09-A6B6-C7679702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67b0763700422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E03AB-C2F7-4BE5-957F-35E084CF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Particles answer a different question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DAB72D-84C6-4982-820D-F2AD9D9F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5C372C-EA26-4EF1-AC2E-F6A55AC0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40A1FD-1C51-44FE-9ACA-AD5A0E4A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3E3F88-BE31-472D-AF93-CEC67943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0509A3-70A6-4E42-84CB-AA4C8955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CF4565-0389-432C-8B75-5D9CAD8F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4438418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816ADE-1987-4F8E-8B26-1C7AC746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0416F3-708A-4CCA-9E57-9075278B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97dc727db48c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1B7D1-518F-49E9-A4AE-6D9C84AA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Movie: rotating surface and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75E4A-0805-4620-B1C8-58D7A4BB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a31250e0d45ed"/>
          <a:stretch xmlns:a="http://schemas.openxmlformats.org/drawingml/2006/main"/>
        </p:blipFill>
        <p:spPr>
          <a:xfrm xmlns:a="http://schemas.openxmlformats.org/drawingml/2006/main">
            <a:off x="1334292" y="1524000"/>
            <a:ext cx="6208716" cy="4095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FBDC4E-E01F-4EDD-BFB5-A2B8D4C2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05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174ED1-BC01-4CD0-99D5-74CCAE30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002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Play rotating_surface.gif during class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8C981B-A8A1-45B3-B93A-6A813770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203E2-F742-4B48-A3E2-5B3FDABB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051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the first frame in static slides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3600C0-A072-46DE-B9EC-E06ED301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762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EAA0A-CFC7-4B1C-8CC7-77F95531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9650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Use the GIF live; use this first-frame PNG when PowerPoint is static.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9A7383-5D8E-432A-9DA6-C7214033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4A8B26-6018-4F33-99D2-A1AB2C47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B07CD-F6A4-41C3-BA25-23D1EE23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474389-92B6-44C8-9A28-81EDE852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83EF1-D607-4847-80CF-9DEB6537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194179821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A2C03-D04B-48CA-9327-9BF6F883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B2CCD-6A32-465D-99B4-5A0EDF1D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74016f50f473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73112-3F0F-40E2-880B-1B89A7A7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design keeps coils in the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8A5A7-9DDF-42F1-A85A-1E47DFB9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08711-BD45-4FF4-9072-5BC44B5F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8D014-A3CC-40C5-B7F3-C1DF178A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07CF35-F71A-444E-8F8C-3CA66011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FF123-1212-4CE0-B91C-F27265B2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47205-D977-4FA1-9A58-3FE6E69F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7A5E6C-E591-4118-BA48-DBB89267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0C8EB0-AF22-47C6-B82B-A1EE2E4D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7371A-2615-437B-95C0-8E0CE189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B4EBFE-44B0-4538-82B4-9C2004DA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CF06DA-F532-4FBA-8A97-5C6BE8FF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5059E-BD8D-4270-8922-BCDD3267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B9BEB8-B91F-42C6-BC90-20F833C2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DEF60C-C987-4456-8DE2-6CD447A4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3F72D2-8DD5-4C0D-A75C-56BD5772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CBE66-B2B2-48AE-8418-C4A2BC4B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DBA16A-E6D1-4F9B-8EC9-F44C12E9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6F3BDD-C352-4165-B5B1-0851F761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EE58EE-72C6-4137-AA78-3E8EB05C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482680-FB66-4C77-AA2C-609929CD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45BEFC-585E-4EEE-8ED7-C8EA55B0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5F355-7097-46D5-88C0-BCA048E9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E49088-EEF8-4BC2-992C-9A76A4BF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variables and coil variables move together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F81E6D-BF76-4010-9D9B-637246D0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42E826-17A3-4945-A2EF-61514273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objective includes plasma metrics, flux error, and coil metrics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92C81E-3B0F-498B-98A9-4C72E9A5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3A7C64-2E30-452E-87D4-A5D5CDFE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D76D56-B76B-4DDC-808C-948799FE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A82677-8C4D-4449-85E1-4EDF95D6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37A4BE-B26A-4107-B4F3-36C805D5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13762E-13AC-4D2E-8D1E-97E40CBD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Jorge et al., PPCF 65, 074003 (2023), single-stage fixed-boundary/coils workflow.</a:t>
            </a:r>
          </a:p>
        </p:txBody>
      </p:sp>
    </p:spTree>
    <p:extLst>
      <p:ext uri="{BB962C8B-B14F-4D97-AF65-F5344CB8AC3E}">
        <p14:creationId xmlns:p14="http://schemas.microsoft.com/office/powerpoint/2010/main" val="15448362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6098CE-D38B-40AE-8607-3DCD707E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0D8BA6-16A3-4376-9089-BB6BA78E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6a7bbce8947f2"/>
          <a:stretch xmlns:a="http://schemas.openxmlformats.org/drawingml/2006/main"/>
        </p:blipFill>
        <p:spPr>
          <a:xfrm xmlns:a="http://schemas.openxmlformats.org/drawingml/2006/main">
            <a:off x="666750" y="1748901"/>
            <a:ext cx="7048500" cy="362689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DDD2C-C3BA-4CC1-B917-48A92121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ECD3E-4257-4859-867C-5899AA58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D1334-A583-4EF1-8D73-DB25E90A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Watch objective terms decrease together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8B1115-EE94-4CED-A073-844CBA32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4D8945-C0BA-41AA-BD2D-D794A179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Stop when one term dominates the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465A4-A5CE-4419-9183-B18BD9A3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82291-5257-48FC-A387-CE0D3E6A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coupled objective is a trace, not just a final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86BDAF-670F-41A3-9182-51E45E58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b92b7a3644b5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5F6F6-7D33-461E-9D54-AB0BE9A9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Continuation makes the negotiation visible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6B3CB-2D33-40E2-8C09-BC823D81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244AF2-062B-477F-A5E0-A27744E5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A6DA9-E044-426C-BA6E-4C998032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D9174E-BB9E-4067-80B5-CA02101D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BBF198-D463-4C3C-BFE8-F94E6990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CF4FED-02AE-4C88-9328-DB5A862C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63908891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55669B-305A-49A3-B2F6-DCBDA154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1FFCC-3BD0-49F7-BC8C-68B7F944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f0591478243dc"/>
          <a:stretch xmlns:a="http://schemas.openxmlformats.org/drawingml/2006/main"/>
        </p:blipFill>
        <p:spPr>
          <a:xfrm xmlns:a="http://schemas.openxmlformats.org/drawingml/2006/main">
            <a:off x="1081635" y="1695450"/>
            <a:ext cx="621873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D52B2-FEAC-432D-9E7F-9A7CF475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F9608-AA98-4270-A53C-72CA0895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3E5611-E190-4E48-B5C3-F7A9534C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Increasing one weight can improve one metric and hurt another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8B719-AD71-499B-A332-1092A89C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C1933-8F90-4EB2-8E91-9CC17E81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This is the classroom Pareto intuition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0938C-3A20-4894-927C-B6353A1E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6CCB5-EE8C-48C8-AB88-5950757E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Weight scans are design arguments.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3BF65-43CC-4582-BCB7-D26FE3B8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102e749582434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556A3-AB98-419A-B782-0B65200D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Weights reveal which constraint is active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43B02F-D776-484C-91A1-E926552A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668B7-4023-45D6-B731-679F8C86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3BE46E-6BE7-4CD2-AECC-70DE3C3F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1FE96C-DF56-4D58-80DD-5D6386B1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51CD3A-F4A1-4943-A40A-A20F6B8B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A1D264-CFD1-46A4-94EA-2A96551C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206793830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2B129F-E9F0-4B2F-86C7-5C55FB97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E8BFB8-96A6-4C95-8349-7AE6F741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147db630749a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49D57-C8AB-45D7-918E-7353C3DF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fieldlines and single-stage toy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3BB8E-E68C-419E-A74D-EA48A4EF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81C0C2-6CD0-4519-A73D-120E748A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39937-8A06-4164-8815-F56708B4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C3870-B183-4A27-873F-2E71C9E4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E76B75-F55A-44EE-898E-B54838DF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notebooks/05_single_stage_toy.ipynb + notebooks/06_essos_fieldlines_particles.ipynb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78D559-35F7-4235-A8C2-93D78E12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49555-4802-4466-AD40-366AF31F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841B0-FB63-4750-883F-F83766AA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CC161-F5E7-47AF-8A96-0F49F8D7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cached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93A880-57EC-4B8A-82F9-391176CD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C6930D-1B6E-46E2-B0A3-0892D578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Defend the result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b2b2cddf34b8b"/>
          <a:stretch xmlns:a="http://schemas.openxmlformats.org/drawingml/2006/main"/>
        </p:blipFill>
        <p:spPr>
          <a:xfrm xmlns:a="http://schemas.openxmlformats.org/drawingml/2006/main">
            <a:off x="5669172" y="1657350"/>
            <a:ext cx="5235156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2BE888-3709-40C5-8AF3-3FC0D8F3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0544E3-CED4-4FF9-9B23-840D1BDA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ED5C82-9193-4394-8F85-45C30838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00277D-E70F-4155-99C3-52970767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652D23-6C5E-44CD-A3C5-9FAED22A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019AD1-2533-4985-8625-74137287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F66F41-4507-4EE2-9438-468B1C55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93530901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C823EE-42B3-4F1D-8A18-C6289EBA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4771D-71F6-4607-A464-A51948CC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AAD53-6BD9-4B35-A2D8-E12A2C6A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571CF-940C-455E-84BC-E26AAA7F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A8FD6-EB8D-4848-B9DB-AD63ECCC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997C73-2B9C-4001-8797-7BD802F4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gradient is a derivative of the implemented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81E47-822C-4714-8D50-23DD690B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1CA8D-5E37-480C-B1BA-35C7DE00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implemented model still has a validity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2A5E9D-DFAC-4F0A-ABA2-A3E8360C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CD47E-2A13-4E09-B54E-BCE96A57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remain a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FF8AFC-2AF7-4D7B-94C3-F8E49A3E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13414D-F6E7-46AE-B157-E57B6A8D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757446-DFFE-465F-BE50-D01F5644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325f09238402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57114D-E789-48E3-B4E9-332838E2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Autodiff still needs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50455-989A-44A8-99E6-891F98B4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5B264E-6191-42DE-BAE9-9AB059DD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CFF6C-9D9B-4178-93C3-56D64543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888A7-2B7E-4C47-8130-B2C92D71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2F26A-A2A0-4B2A-9B41-4FE04FB8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65321E-F6C3-4E12-B4EA-98951135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212857686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3F2013-3D33-4776-BFBF-740B7153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F25E1F-381E-4D08-8EF6-C826D807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0758a9f3024a8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37D2A-25FC-46A9-8B46-D6D7C434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Robustness is a stage-2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C60D87-B54E-4339-9D6B-8813439E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A997E-A5FB-4702-96B2-8C9D7C1C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D402F-BCFA-425D-9256-08773F37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D5E5CD-C1D5-4BA4-BB6A-AF26A9B7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E80DE4-7180-4B58-9202-F974100B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ABE03-6050-4D59-AFD0-DD57BC5E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723C2-9975-4AE7-A6A2-42417BC8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6CDD92-C345-46A7-8930-A0390E06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Manufacturing errors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00740-3E5C-4E27-81F3-0485811B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to shape perturbations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2A6F0-1E19-4112-8DC8-74D30232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AA5186-A66D-4B7B-AD20-0C2AA8D9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7C1AD-9532-457C-BD9D-A9288AC4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perturbations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03C5A3-2660-4D31-A05F-33183631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to power-supply changes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ABF34F-F485-4154-918D-B8A0C70F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262576-60A9-4766-B29A-1712573D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AB53E2-33B9-490E-BCA2-69B97058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Maintenance tolerance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90BF34-72BE-4916-80D9-1019092F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clearance, curvature, and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050CAD-0F75-48ED-AD94-A56F2E84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F60195-F960-4634-BA79-64490782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BE0D38-5662-48A4-AA14-86E636C4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4698BA-BF9B-4F22-9276-B8CF5805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DCB3ED-C120-4912-8C7C-C28B0B2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28242791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9CDB97-7906-40CC-AA81-650E429F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71AA3-5D49-4A52-9AA2-6FD22BAA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b8deb07ee468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8314C-9226-46F7-88A0-3B99B9AD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2 what to remember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73481-260C-4386-BDAC-4255C0D3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284AD8-E7ED-476D-ADD9-42973456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0BE06-B2AE-4A25-BAD4-4AA84E4F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2 turns a field design into hardware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A3F48-D6B2-404E-94F8-B1AC439A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C8B3A1-66A5-47B1-8EAB-47AE2839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 regularization is part of the objective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0584D5-D40D-419B-83CF-97F27067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27E55-777F-42A2-BE72-28A3AE2F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Single-stage optimization changes the tradeoff surface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549302-04C3-483F-AF16-A18D2A45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EE55D-7573-4B56-8A86-23684E3A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Test engineering as a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D6FD31-47EE-47BE-AE1A-8D3C0F6A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FAA3A4-953F-4444-81D4-E8C5B8F4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9127EE-8523-47F9-92E8-33DCF68C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CE8AE2-851E-43EC-9EEC-2D172D3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84326D-D85D-4498-B0CE-65CAE1D4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26E1AB-DB69-4F73-8F6F-7552F727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C62D88-C1BB-41AF-85EF-CD5881AF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159452514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9E1499-74A9-45F4-A77D-7E2E90BD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DA0277-3583-4652-9E24-910E4993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66a03702e4aa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7DDAF-ACA8-4893-8FCE-E878F365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Simple coils far away from the plasma are difficult to find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E62A2-CDE4-47CF-A370-790B94B3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978768-9783-4BB3-BFCC-E2154A55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13AFC-433D-415B-B5C2-9EBB4882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That sentence is an optimization problem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D8276-25A2-4273-AB0C-3B9D68EF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FCA01C-078E-45A9-ADF1-C47FC8BB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2C0BC-7FB8-4E68-BB7F-B82E6035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59DC5-731D-4641-B486-CAB8870B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8A9463-32E2-4AAE-8AEE-75A8A60D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202699387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6F1BCD-0376-4F5D-AFAF-EAF6455A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14A03-FE30-49DE-A890-3193706D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e97c6d599488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61A20-0D7D-4FDE-9114-4B036E66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D63573-88E2-4C52-98A3-F4B91225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C196D-0508-49DC-9333-F8A6D9EB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2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0C8FD-6D98-4404-8E6A-7E4EFB64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1B9A4-9278-40F9-ADA2-4E2BB39B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68308D-53A1-4356-8F93-DFCA3FC1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when SIMSOPT or ESSOS is available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00389-41FA-41E4-81AC-D7E20FE0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943D2-66E3-4F22-A59C-76F7A3AF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images for lecture timing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7835C-2FD9-4587-8CB8-64791BAC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71A0D9-2C97-4086-8391-7F3482D4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CD089-4866-4DC0-93BA-CDD8D8C2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1AF3A8-C26B-436B-9054-27F91E37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97F85D-2F9D-4802-B8F9-C5E9EFA5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395451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804E00-04FB-4DD4-ACB7-86B02FCE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0AAB42-7303-4615-8E2E-A17CEC1F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614da10463428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520476-D4D6-4B41-ABE5-27C2F01E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Stage-2 objective terms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BCA0D-CBA8-47C7-85F9-6CB4D9A3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AE6CA-9852-41C4-81E3-EC69C238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B47BD-CC20-4A18-BF57-575ECA95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3D3AA9-D175-4F34-B0BD-27F2E54D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978AA-65A8-4306-B468-7949D589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4B47BD-D3E7-4180-AD27-E7ED714A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A9493-7B6B-43EE-95AB-492D807B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431F6B-A032-478E-9FCF-D040B5E2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Normal-field error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DCF909-E100-4DAF-B0B5-980AC11E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coil set reproduce the target?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FB8DA-0191-4F26-89DF-AA7AF21D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388F68-7D77-4477-9CA9-53ED8280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AC944C-1078-4AFE-80CD-32028325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Length and curvature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EDECFA-BF7B-4CB8-9552-CDE87818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the coil be built and maintained?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A25BF6-8BD5-4A05-8B37-A5874508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BEB717-1B7F-496F-BBD8-B48B79D7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78DF6-53E1-4B73-8F36-B411516F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Separation and access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954F7B-823C-4B79-84E9-348D15F9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the device be assembled and diagnosed?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65AF05-D039-4AA9-9FCD-8C5E670E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126547-EE61-4692-9E3D-7045BAA5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2150E2-0A99-43B1-9AD9-D0C2EE60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1848C5-8C1E-4CBD-BFA7-50D84A5B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81157D-EC86-42BA-BC89-EEF06275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91472783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F34CD9-8B5B-4A18-9AB4-34D79939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BC9D8-FD72-40C5-ABE9-5717718E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5fc116c15476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8CC9B-DD99-43E7-8614-5EC8ACF5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SIMSOPT research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855B3D-299F-4792-9161-BE90C8F6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29E55-4910-42B7-9DAA-BDA67BA7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88F43-0761-4DB6-B9E4-041A4AA9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7ED31-0540-4A66-9663-EBE449B5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FDA8E-F79E-43CD-AE4C-E7608AF8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73560F-D07A-456B-B266-E866E838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E94D7D-DCE1-442E-A0AC-693ACEBF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Load the public QA target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92521-F953-48D7-A283-B93BC5FE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A9BC21-E81E-4320-9C6C-B65B8AFC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Build curves and Biot-Savart fields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4534D-B52D-470E-96FF-C182EF47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205956-6A27-49D9-BB2C-34EF7548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a short optimization before class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731171-5D57-4D7B-B292-D8B1CADC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E6D2F9-AA4F-433D-BDB7-84BCFD97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E3110-D891-4F74-A5C2-425349DB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0DA794-3376-4582-B6D3-0CAD345D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F8B21D-7809-48BC-8090-05F5DC56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71395958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227A18-AB43-492C-BFE8-0127F35B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93E69-A0C1-4D3D-88AC-DCC11518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566b96d1e540b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21E0E-494E-474D-9267-98D1B9D5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Fieldlines and particles answer different questions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FA9B7-2492-43F1-BDF2-D51EBC25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3B7B6-A5B5-4887-8905-A77431B2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CF301-34E9-4708-AD8C-ECD0BACB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20DB6-B74B-48A3-9329-E5D0982C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4F58E-82FF-4E31-A78B-3A1FE794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75EE0-20E8-4AFE-AD2D-47940246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FA34CA-9A99-4A9B-8AF2-1928C533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845AB-236D-4DC2-9028-F467B13C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Fieldlines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8C7243-6993-486E-B4C5-2A047CD0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topology and stochasticity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5C3BBD-F3D0-4D7D-8E97-0CFD2BA6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1A1795-BC5A-4D1F-82F5-B2391456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B83748-6632-4421-81D7-85D0224D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Particles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ECDB2B-25AE-4999-9C38-27F9F019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alpha-loss and orbit width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A7A2BE-55EE-47B4-B9BF-49E8FDB0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7FC5C4-9D87-4A05-AB0F-89C1BA29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359AEE-1212-4463-83D5-B088CD89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Both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34FE9F-EE00-4D7A-B136-F674F664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 after coil changes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A600BF-3C40-4798-A9A6-26EF9CE7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732B1E-4B64-4AC4-9C0D-6EFF62C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6C0A60-2809-4D50-8F82-F90E99EA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4B6A5-9B2D-49E5-AF82-0E97E1CC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1519E7-26A8-442A-A17F-580353C1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86748947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0356C8-DB7F-42AC-84E6-754CCFF5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57843-A25F-426C-936B-3DBAD7F4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CC39E-8920-4456-9DCD-14AA1453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EFC13-7FAD-4580-9F90-C362A996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D09D48-EC2B-4169-8EB9-72FF5EA6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10662-D69C-4D86-B9B1-3361D63D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plasma metric improves without hiding coil complexity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5B343-DDA9-46E3-A47B-D3AEFD39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7F7A9-618B-40A3-B410-8B4659ED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coil metric improves without destroying confinement metrics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87DE00-1B6F-4FC9-9A80-D1D79D57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0FACD-FA72-41F9-8F56-C8E82C2E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combined gradient passes a finite-difference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26FE1-557C-4D4D-A0E3-C9FA560B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20003-5CBE-45AD-93BB-73B7C73E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4B294-8C8F-49CC-A848-8579D82B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ad56690a540c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0F0ED-8AE2-407D-97FE-721CEAAF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acceptance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254141-7983-43A3-817B-11898633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193316-BD6F-443E-933A-4F5858EA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E5C9E2-DFE8-427C-BCA7-EE64AC3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C8420F-A18D-4E77-A4E6-37108758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57C937-69D7-41AD-9066-1707B095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E5B51-1561-4BFE-8F73-124C8BDB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531427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8C4236-6125-4D6C-9EA8-9E4D2DEF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B18E04-986A-4BB9-82E1-3DBE0AFF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1778ea18e48ec"/>
          <a:stretch xmlns:a="http://schemas.openxmlformats.org/drawingml/2006/main"/>
        </p:blipFill>
        <p:spPr>
          <a:xfrm xmlns:a="http://schemas.openxmlformats.org/drawingml/2006/main">
            <a:off x="2170457" y="1676400"/>
            <a:ext cx="693668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E1067-0AA4-467E-AED0-52865EDC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a841bd53b463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0B1B0A-606F-46C5-B103-D839E338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initial coils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503B78-D511-4310-A26C-31023D45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1768E3-67A5-4755-8095-C8D60F54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AD258-EE41-49F6-BC2E-864BB78F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1F346-1A82-47DD-9F76-8D4DCEFD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5F1FF7-250A-44BD-A65E-B7CECE9E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1CC17-D776-4CB0-853B-3475E538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251546181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1B3B80-DD06-420F-9447-03D4F3EB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8D3AB-058C-4005-A26C-A5CFDB9E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1c682a16343f7"/>
          <a:stretch xmlns:a="http://schemas.openxmlformats.org/drawingml/2006/main"/>
        </p:blipFill>
        <p:spPr>
          <a:xfrm xmlns:a="http://schemas.openxmlformats.org/drawingml/2006/main">
            <a:off x="2205271" y="1676400"/>
            <a:ext cx="686705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93477-5BBC-4997-BDF8-2EF8CA3E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4ca9bb291d4b9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52935-F1F8-4F57-AAB1-745380E5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final coils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B681D-5030-426E-8E6B-14DBEA8D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1B92C-E906-47FF-94EE-D0FA04CB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6BB00-34E6-4FB0-ADA2-042EF683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101F28-7782-4B9A-BA2F-DBC43187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BD87AD-2CC9-4829-B78D-FD00780F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6B9A2-1065-45EF-BBBD-DBC9E117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993645774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37A850-CBF7-4AE6-899B-4B32FF51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66091C-5055-4E5A-B15D-F5C70C5B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bffd8b2394b49"/>
          <a:stretch xmlns:a="http://schemas.openxmlformats.org/drawingml/2006/main"/>
        </p:blipFill>
        <p:spPr>
          <a:xfrm xmlns:a="http://schemas.openxmlformats.org/drawingml/2006/main">
            <a:off x="1011115" y="1695450"/>
            <a:ext cx="635976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4F88DD-D908-4B06-B139-E9A6E6CC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F1483-7061-4FC1-88CA-73BD2BE6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34182B-A895-4216-85E4-894527A9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a particle trace is unavailable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3A90EF-9F57-4D66-B107-CB20EE3E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7C7FB-6F1B-4627-8EE6-E0A0EFD5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orbit loss to reactor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5F5303-9C89-489D-A855-8BE06242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76E72-DCBD-4DDA-BAD4-D7EB55AC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BA4A8C-BF1B-40E8-A0F1-437959E5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24bdcbb8d46b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734548-B742-41F3-B7D6-82F7125B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particle orbit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E0946D-F9C4-41AC-9C68-43D9849F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93E14-871F-4C61-A7DB-6E16252B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BDD23A-289D-42D8-9B27-FFE91603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80189D-87E9-43A5-A185-3C3B3075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F15D69-8D3E-4B0F-A1C5-D30F39E4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83CCEB-4DB8-49FF-84DA-6AE047BA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110670168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070CD6-9CC9-434B-8D7B-3C7FFCA3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0D2852-BFCC-4AD0-91B4-BB97B940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a6e657452483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3729E-B9FE-454C-AF2F-E86DA9D4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robustness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1D3CB1-0E11-4FE6-B9C6-084B1FA3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F1298E-BD6A-4C7B-909C-529B6205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031D92-4D1A-4327-97A2-909DE17E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577C25-D259-415B-8410-33E61FBB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16F8AD-DC8C-442B-9CDF-559C1531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E3458-6E2B-484D-AE02-81AE9431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22F9A-14C7-4820-9DC5-62F1F564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F551A-8EE7-4898-8C28-AB548467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Shape perturbations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2398B2-B8E3-4813-BBEC-4E376A86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of B dot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830A42-C79C-43C2-96C7-CEC97EB5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5D02D-9BFF-4DB7-A459-BF94B36A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B69C0-583A-4936-97CA-9E116721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errors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6BACB2-DA97-435E-9835-C224B060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of flux surfaces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2081A7-21E1-47D2-979A-692D4534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44CB62-55E7-4E6F-A724-F0EDD77D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2D89B-AF03-4DC4-85CD-ABCAB92B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Mechanical tolerance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B02C2-97C6-4350-9CD8-08029642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clearance, curvature,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CBADC2-4611-4151-9A34-DCAE4780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4EBA4F-28C0-45EB-BF92-D3E9D12B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E525C4-B5A5-4BB2-BECE-1802BCFA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137430-7762-4DC5-8844-796D9627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9D9876-CE95-421A-BA4E-F1F68843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671883944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E5960C-CE39-4DAB-BD31-D5410A49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C9BEE-09BE-473F-84DD-82D8B50A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ad5fc77a9e42a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1A31E-3FDA-4DBC-8629-B291E38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can a coil set win with the wrong metric?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FB9F7-69F9-461C-9DA2-2F3FF1F4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A237F-A069-4E80-85BE-4670422D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F1094-D1CF-4688-9E42-794D4A3A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A59C9-5574-4F9B-A56A-08A62505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718149-59B9-47B4-BE2C-6FE82C89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60AB80-7D2C-475F-AA3E-BE2F6A7F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698837-ACDD-4E61-8E3F-45D9261F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6D54B-AE3D-4CA7-869F-FC1E24CB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Lower B dot 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64130-F188-4526-B3AB-97CD29BF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come with high curvature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031717-02D8-48DA-A589-E82DE09B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D9E29-A46A-4F31-BE1E-70878D92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456375-9FB5-402F-A2B7-63E44C53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Smoother 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3285C3-E667-4366-8AF9-B6AB0B36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miss the target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CC82DE-455D-4335-AD9F-123B3E6A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B2658F-4C35-4C23-85A9-97372667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0646B3-ED33-44E8-9EF7-E85E6C2E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First experiment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6C1FD6-CEA1-4442-BFB6-B67A591B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needs both magnetic accuracy and engineering margin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3C5A4C-D0F0-4C5A-91AB-5A9CD896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31C90C-5BB5-46AF-A6D4-83F5DEEF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765404-B579-4FF6-AF1B-A8D00036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44220F-F2BE-4B96-9472-80BE279E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8CA2B-1DCC-4574-8337-1F6A3215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1700263565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FC775-8923-44C3-A2C5-81FCDBD3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EAD06-2F8D-4D37-8AB9-6F1D49C2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09F10-A9E6-40A5-A906-B2D7524C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df5ccb5e4942d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C52138-9AFC-4285-A2F7-02578ADF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A2A19E-D193-44C7-A560-5B104B1B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9700A-A759-496D-8719-AF90257A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563D5-8362-49B6-9FCA-D0866CA1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0BBB45-982C-4DB1-B5E6-A38BF998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909390-00E2-41CC-BE7C-F104CF6E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69315-2B57-4892-9D22-B395B29F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52935-396D-4C99-810F-94C2A1D7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5BDCD8-7572-448F-9D1C-E397F015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06414A-BC7A-4212-9E8A-A5BCB1C4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B3784-64F9-412B-AD42-B22303C7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F351E-2D60-4CAA-A6C6-AA2C0218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943A19-9BA0-4862-B74F-F81750EA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18596958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2026-05-24T02:05:50.4280000Z</dcterms:created>
  <dcterms:modified xsi:type="dcterms:W3CDTF">2026-05-24T02:05:50.4280000Z</dcterms:modified>
</coreProperties>
</file>