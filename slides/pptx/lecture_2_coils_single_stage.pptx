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5d56090da4fc3" /><Relationship Type="http://schemas.openxmlformats.org/officeDocument/2006/relationships/extended-properties" Target="/docProps/app.xml" Id="R1f29722ee40945dc" /><Relationship Type="http://schemas.openxmlformats.org/officeDocument/2006/relationships/officeDocument" Target="/ppt/presentation.xml" Id="Reaef17579b42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7fd45e5504ae0"/>
  </p:sldMasterIdLst>
  <p:notesMasterIdLst>
    <p:notesMasterId xmlns:r="http://schemas.openxmlformats.org/officeDocument/2006/relationships" r:id="Rde9154c41c594a95"/>
  </p:notesMasterIdLst>
  <p:sldIdLst>
    <p:sldId xmlns:r="http://schemas.openxmlformats.org/officeDocument/2006/relationships" id="256" r:id="Rfd1355751fac4915"/>
    <p:sldId xmlns:r="http://schemas.openxmlformats.org/officeDocument/2006/relationships" id="257" r:id="R3b852932e3d4404c"/>
    <p:sldId xmlns:r="http://schemas.openxmlformats.org/officeDocument/2006/relationships" id="258" r:id="R7a662b8826bf4fae"/>
    <p:sldId xmlns:r="http://schemas.openxmlformats.org/officeDocument/2006/relationships" id="259" r:id="Rd720a64fec184ed4"/>
    <p:sldId xmlns:r="http://schemas.openxmlformats.org/officeDocument/2006/relationships" id="260" r:id="R10d2769b873640f2"/>
    <p:sldId xmlns:r="http://schemas.openxmlformats.org/officeDocument/2006/relationships" id="261" r:id="R5bbdef70c1804b9c"/>
    <p:sldId xmlns:r="http://schemas.openxmlformats.org/officeDocument/2006/relationships" id="262" r:id="R99e6747c1ebf4cab"/>
    <p:sldId xmlns:r="http://schemas.openxmlformats.org/officeDocument/2006/relationships" id="263" r:id="Rfa675c0cde004197"/>
    <p:sldId xmlns:r="http://schemas.openxmlformats.org/officeDocument/2006/relationships" id="264" r:id="Re5755f95ab424aef"/>
    <p:sldId xmlns:r="http://schemas.openxmlformats.org/officeDocument/2006/relationships" id="265" r:id="Rf29ebc5e21d84037"/>
    <p:sldId xmlns:r="http://schemas.openxmlformats.org/officeDocument/2006/relationships" id="266" r:id="Rb990b5fcef5f4f7f"/>
    <p:sldId xmlns:r="http://schemas.openxmlformats.org/officeDocument/2006/relationships" id="267" r:id="R11506542a60247d6"/>
    <p:sldId xmlns:r="http://schemas.openxmlformats.org/officeDocument/2006/relationships" id="268" r:id="Rcdb695514e3840f2"/>
    <p:sldId xmlns:r="http://schemas.openxmlformats.org/officeDocument/2006/relationships" id="269" r:id="Rc17829efc6c84080"/>
    <p:sldId xmlns:r="http://schemas.openxmlformats.org/officeDocument/2006/relationships" id="270" r:id="R6088366dcba641da"/>
    <p:sldId xmlns:r="http://schemas.openxmlformats.org/officeDocument/2006/relationships" id="271" r:id="R1858ab5a324d49e6"/>
    <p:sldId xmlns:r="http://schemas.openxmlformats.org/officeDocument/2006/relationships" id="272" r:id="R7552493a354f4003"/>
    <p:sldId xmlns:r="http://schemas.openxmlformats.org/officeDocument/2006/relationships" id="273" r:id="R986dc45d32854418"/>
    <p:sldId xmlns:r="http://schemas.openxmlformats.org/officeDocument/2006/relationships" id="274" r:id="Rabc7804455a1417a"/>
    <p:sldId xmlns:r="http://schemas.openxmlformats.org/officeDocument/2006/relationships" id="275" r:id="R704bb45346484497"/>
    <p:sldId xmlns:r="http://schemas.openxmlformats.org/officeDocument/2006/relationships" id="276" r:id="Re2cdde580ede43c2"/>
    <p:sldId xmlns:r="http://schemas.openxmlformats.org/officeDocument/2006/relationships" id="277" r:id="R528e22723ac749dc"/>
    <p:sldId xmlns:r="http://schemas.openxmlformats.org/officeDocument/2006/relationships" id="278" r:id="Ra84f421ff57f4b69"/>
    <p:sldId xmlns:r="http://schemas.openxmlformats.org/officeDocument/2006/relationships" id="279" r:id="R08b2937f621b4a13"/>
    <p:sldId xmlns:r="http://schemas.openxmlformats.org/officeDocument/2006/relationships" id="280" r:id="R8768a27f86364171"/>
    <p:sldId xmlns:r="http://schemas.openxmlformats.org/officeDocument/2006/relationships" id="281" r:id="R4f2449798791424e"/>
    <p:sldId xmlns:r="http://schemas.openxmlformats.org/officeDocument/2006/relationships" id="282" r:id="Rfc583a87edef48d6"/>
    <p:sldId xmlns:r="http://schemas.openxmlformats.org/officeDocument/2006/relationships" id="283" r:id="Rfc25c66466174811"/>
    <p:sldId xmlns:r="http://schemas.openxmlformats.org/officeDocument/2006/relationships" id="284" r:id="Rba9e68151a6045ad"/>
    <p:sldId xmlns:r="http://schemas.openxmlformats.org/officeDocument/2006/relationships" id="285" r:id="R4e431bf4133640e9"/>
    <p:sldId xmlns:r="http://schemas.openxmlformats.org/officeDocument/2006/relationships" id="286" r:id="Ra23ddce628e143b6"/>
    <p:sldId xmlns:r="http://schemas.openxmlformats.org/officeDocument/2006/relationships" id="287" r:id="Ra5188fdd079c4e92"/>
    <p:sldId xmlns:r="http://schemas.openxmlformats.org/officeDocument/2006/relationships" id="288" r:id="R8e68026ebbc04b68"/>
    <p:sldId xmlns:r="http://schemas.openxmlformats.org/officeDocument/2006/relationships" id="289" r:id="R6ebb95b196e047cd"/>
    <p:sldId xmlns:r="http://schemas.openxmlformats.org/officeDocument/2006/relationships" id="290" r:id="R91ebac1ad73d4060"/>
    <p:sldId xmlns:r="http://schemas.openxmlformats.org/officeDocument/2006/relationships" id="291" r:id="Rc5a79a343c1444fb"/>
    <p:sldId xmlns:r="http://schemas.openxmlformats.org/officeDocument/2006/relationships" id="292" r:id="Raa8acbac2fec48f2"/>
    <p:sldId xmlns:r="http://schemas.openxmlformats.org/officeDocument/2006/relationships" id="293" r:id="R5fa6b258b4f04975"/>
    <p:sldId xmlns:r="http://schemas.openxmlformats.org/officeDocument/2006/relationships" id="294" r:id="Rfa485d61100141a4"/>
    <p:sldId xmlns:r="http://schemas.openxmlformats.org/officeDocument/2006/relationships" id="295" r:id="R5ff95a0bd4514000"/>
    <p:sldId xmlns:r="http://schemas.openxmlformats.org/officeDocument/2006/relationships" id="296" r:id="Rad577a33a4ab4f06"/>
    <p:sldId xmlns:r="http://schemas.openxmlformats.org/officeDocument/2006/relationships" id="297" r:id="Rf70f3c335c7241ce"/>
    <p:sldId xmlns:r="http://schemas.openxmlformats.org/officeDocument/2006/relationships" id="298" r:id="R040f823fdd13435c"/>
    <p:sldId xmlns:r="http://schemas.openxmlformats.org/officeDocument/2006/relationships" id="299" r:id="Rb098a4bf2ebb4ea2"/>
    <p:sldId xmlns:r="http://schemas.openxmlformats.org/officeDocument/2006/relationships" id="300" r:id="R7bcb715ca65e41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7fd45e5504ae0" /><Relationship Type="http://schemas.openxmlformats.org/officeDocument/2006/relationships/theme" Target="/ppt/theme/theme1.xml" Id="R3c10cb0e360947cc" /><Relationship Type="http://schemas.openxmlformats.org/officeDocument/2006/relationships/notesMaster" Target="/ppt/notesMasters/notesMaster1.xml" Id="Rde9154c41c594a95" /><Relationship Type="http://schemas.openxmlformats.org/officeDocument/2006/relationships/presProps" Target="/ppt/presProps.xml" Id="Rce93d0e9e4f54218" /><Relationship Type="http://schemas.openxmlformats.org/officeDocument/2006/relationships/viewProps" Target="/ppt/viewProps.xml" Id="R6efa97b5f2fc4919" /><Relationship Type="http://schemas.openxmlformats.org/officeDocument/2006/relationships/tableStyles" Target="/ppt/tableStyles.xml" Id="R3d7f095a23b348fb" /><Relationship Type="http://schemas.openxmlformats.org/officeDocument/2006/relationships/slide" Target="/ppt/slides/slide1.xml" Id="Rfd1355751fac4915" /><Relationship Type="http://schemas.openxmlformats.org/officeDocument/2006/relationships/slide" Target="/ppt/slides/slide2.xml" Id="R3b852932e3d4404c" /><Relationship Type="http://schemas.openxmlformats.org/officeDocument/2006/relationships/slide" Target="/ppt/slides/slide3.xml" Id="R7a662b8826bf4fae" /><Relationship Type="http://schemas.openxmlformats.org/officeDocument/2006/relationships/slide" Target="/ppt/slides/slide4.xml" Id="Rd720a64fec184ed4" /><Relationship Type="http://schemas.openxmlformats.org/officeDocument/2006/relationships/slide" Target="/ppt/slides/slide5.xml" Id="R10d2769b873640f2" /><Relationship Type="http://schemas.openxmlformats.org/officeDocument/2006/relationships/slide" Target="/ppt/slides/slide6.xml" Id="R5bbdef70c1804b9c" /><Relationship Type="http://schemas.openxmlformats.org/officeDocument/2006/relationships/slide" Target="/ppt/slides/slide7.xml" Id="R99e6747c1ebf4cab" /><Relationship Type="http://schemas.openxmlformats.org/officeDocument/2006/relationships/slide" Target="/ppt/slides/slide8.xml" Id="Rfa675c0cde004197" /><Relationship Type="http://schemas.openxmlformats.org/officeDocument/2006/relationships/slide" Target="/ppt/slides/slide9.xml" Id="Re5755f95ab424aef" /><Relationship Type="http://schemas.openxmlformats.org/officeDocument/2006/relationships/slide" Target="/ppt/slides/slide10.xml" Id="Rf29ebc5e21d84037" /><Relationship Type="http://schemas.openxmlformats.org/officeDocument/2006/relationships/slide" Target="/ppt/slides/slide11.xml" Id="Rb990b5fcef5f4f7f" /><Relationship Type="http://schemas.openxmlformats.org/officeDocument/2006/relationships/slide" Target="/ppt/slides/slide12.xml" Id="R11506542a60247d6" /><Relationship Type="http://schemas.openxmlformats.org/officeDocument/2006/relationships/slide" Target="/ppt/slides/slide13.xml" Id="Rcdb695514e3840f2" /><Relationship Type="http://schemas.openxmlformats.org/officeDocument/2006/relationships/slide" Target="/ppt/slides/slide14.xml" Id="Rc17829efc6c84080" /><Relationship Type="http://schemas.openxmlformats.org/officeDocument/2006/relationships/slide" Target="/ppt/slides/slide15.xml" Id="R6088366dcba641da" /><Relationship Type="http://schemas.openxmlformats.org/officeDocument/2006/relationships/slide" Target="/ppt/slides/slide16.xml" Id="R1858ab5a324d49e6" /><Relationship Type="http://schemas.openxmlformats.org/officeDocument/2006/relationships/slide" Target="/ppt/slides/slide17.xml" Id="R7552493a354f4003" /><Relationship Type="http://schemas.openxmlformats.org/officeDocument/2006/relationships/slide" Target="/ppt/slides/slide18.xml" Id="R986dc45d32854418" /><Relationship Type="http://schemas.openxmlformats.org/officeDocument/2006/relationships/slide" Target="/ppt/slides/slide19.xml" Id="Rabc7804455a1417a" /><Relationship Type="http://schemas.openxmlformats.org/officeDocument/2006/relationships/slide" Target="/ppt/slides/slide20.xml" Id="R704bb45346484497" /><Relationship Type="http://schemas.openxmlformats.org/officeDocument/2006/relationships/slide" Target="/ppt/slides/slide21.xml" Id="Re2cdde580ede43c2" /><Relationship Type="http://schemas.openxmlformats.org/officeDocument/2006/relationships/slide" Target="/ppt/slides/slide22.xml" Id="R528e22723ac749dc" /><Relationship Type="http://schemas.openxmlformats.org/officeDocument/2006/relationships/slide" Target="/ppt/slides/slide23.xml" Id="Ra84f421ff57f4b69" /><Relationship Type="http://schemas.openxmlformats.org/officeDocument/2006/relationships/slide" Target="/ppt/slides/slide24.xml" Id="R08b2937f621b4a13" /><Relationship Type="http://schemas.openxmlformats.org/officeDocument/2006/relationships/slide" Target="/ppt/slides/slide25.xml" Id="R8768a27f86364171" /><Relationship Type="http://schemas.openxmlformats.org/officeDocument/2006/relationships/slide" Target="/ppt/slides/slide26.xml" Id="R4f2449798791424e" /><Relationship Type="http://schemas.openxmlformats.org/officeDocument/2006/relationships/slide" Target="/ppt/slides/slide27.xml" Id="Rfc583a87edef48d6" /><Relationship Type="http://schemas.openxmlformats.org/officeDocument/2006/relationships/slide" Target="/ppt/slides/slide28.xml" Id="Rfc25c66466174811" /><Relationship Type="http://schemas.openxmlformats.org/officeDocument/2006/relationships/slide" Target="/ppt/slides/slide29.xml" Id="Rba9e68151a6045ad" /><Relationship Type="http://schemas.openxmlformats.org/officeDocument/2006/relationships/slide" Target="/ppt/slides/slide30.xml" Id="R4e431bf4133640e9" /><Relationship Type="http://schemas.openxmlformats.org/officeDocument/2006/relationships/slide" Target="/ppt/slides/slide31.xml" Id="Ra23ddce628e143b6" /><Relationship Type="http://schemas.openxmlformats.org/officeDocument/2006/relationships/slide" Target="/ppt/slides/slide32.xml" Id="Ra5188fdd079c4e92" /><Relationship Type="http://schemas.openxmlformats.org/officeDocument/2006/relationships/slide" Target="/ppt/slides/slide33.xml" Id="R8e68026ebbc04b68" /><Relationship Type="http://schemas.openxmlformats.org/officeDocument/2006/relationships/slide" Target="/ppt/slides/slide34.xml" Id="R6ebb95b196e047cd" /><Relationship Type="http://schemas.openxmlformats.org/officeDocument/2006/relationships/slide" Target="/ppt/slides/slide35.xml" Id="R91ebac1ad73d4060" /><Relationship Type="http://schemas.openxmlformats.org/officeDocument/2006/relationships/slide" Target="/ppt/slides/slide36.xml" Id="Rc5a79a343c1444fb" /><Relationship Type="http://schemas.openxmlformats.org/officeDocument/2006/relationships/slide" Target="/ppt/slides/slide37.xml" Id="Raa8acbac2fec48f2" /><Relationship Type="http://schemas.openxmlformats.org/officeDocument/2006/relationships/slide" Target="/ppt/slides/slide38.xml" Id="R5fa6b258b4f04975" /><Relationship Type="http://schemas.openxmlformats.org/officeDocument/2006/relationships/slide" Target="/ppt/slides/slide39.xml" Id="Rfa485d61100141a4" /><Relationship Type="http://schemas.openxmlformats.org/officeDocument/2006/relationships/slide" Target="/ppt/slides/slide40.xml" Id="R5ff95a0bd4514000" /><Relationship Type="http://schemas.openxmlformats.org/officeDocument/2006/relationships/slide" Target="/ppt/slides/slide41.xml" Id="Rad577a33a4ab4f06" /><Relationship Type="http://schemas.openxmlformats.org/officeDocument/2006/relationships/slide" Target="/ppt/slides/slide42.xml" Id="Rf70f3c335c7241ce" /><Relationship Type="http://schemas.openxmlformats.org/officeDocument/2006/relationships/slide" Target="/ppt/slides/slide43.xml" Id="R040f823fdd13435c" /><Relationship Type="http://schemas.openxmlformats.org/officeDocument/2006/relationships/slide" Target="/ppt/slides/slide44.xml" Id="Rb098a4bf2ebb4ea2" /><Relationship Type="http://schemas.openxmlformats.org/officeDocument/2006/relationships/slide" Target="/ppt/slides/slide45.xml" Id="R7bcb715ca65e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1ae361fd2884d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c19a38ddf4e6d" /><Relationship Type="http://schemas.openxmlformats.org/officeDocument/2006/relationships/notesMaster" Target="/ppt/notesMasters/notesMaster1.xml" Id="R4cfd17ce99a4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4ccd3269404447" /><Relationship Type="http://schemas.openxmlformats.org/officeDocument/2006/relationships/notesMaster" Target="/ppt/notesMasters/notesMaster1.xml" Id="R56389afec29648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cd5d90cebd4bb6" /><Relationship Type="http://schemas.openxmlformats.org/officeDocument/2006/relationships/notesMaster" Target="/ppt/notesMasters/notesMaster1.xml" Id="R5c6cda30ee86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f80e976b99480c" /><Relationship Type="http://schemas.openxmlformats.org/officeDocument/2006/relationships/notesMaster" Target="/ppt/notesMasters/notesMaster1.xml" Id="Rea8c463aca9e45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a578409e5049d4" /><Relationship Type="http://schemas.openxmlformats.org/officeDocument/2006/relationships/notesMaster" Target="/ppt/notesMasters/notesMaster1.xml" Id="R597ca678c03d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a1ce1740349dd" /><Relationship Type="http://schemas.openxmlformats.org/officeDocument/2006/relationships/notesMaster" Target="/ppt/notesMasters/notesMaster1.xml" Id="Rc51234a0e1eb49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fb10ad4e784230" /><Relationship Type="http://schemas.openxmlformats.org/officeDocument/2006/relationships/notesMaster" Target="/ppt/notesMasters/notesMaster1.xml" Id="R6570f261d5d34e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4d3d75d0b446d" /><Relationship Type="http://schemas.openxmlformats.org/officeDocument/2006/relationships/notesMaster" Target="/ppt/notesMasters/notesMaster1.xml" Id="R83731967737049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8da38e0e94cfa" /><Relationship Type="http://schemas.openxmlformats.org/officeDocument/2006/relationships/notesMaster" Target="/ppt/notesMasters/notesMaster1.xml" Id="R2b4fb2e485254f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71d0285e9420b" /><Relationship Type="http://schemas.openxmlformats.org/officeDocument/2006/relationships/notesMaster" Target="/ppt/notesMasters/notesMaster1.xml" Id="R7f81172846654f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de8d68f9674e43" /><Relationship Type="http://schemas.openxmlformats.org/officeDocument/2006/relationships/notesMaster" Target="/ppt/notesMasters/notesMaster1.xml" Id="Rc0181c71b468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486d253db423d" /><Relationship Type="http://schemas.openxmlformats.org/officeDocument/2006/relationships/notesMaster" Target="/ppt/notesMasters/notesMaster1.xml" Id="R7a38977404a149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5312d8079549b7" /><Relationship Type="http://schemas.openxmlformats.org/officeDocument/2006/relationships/notesMaster" Target="/ppt/notesMasters/notesMaster1.xml" Id="R2b7a94d843d646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d45e8b3b504d31" /><Relationship Type="http://schemas.openxmlformats.org/officeDocument/2006/relationships/notesMaster" Target="/ppt/notesMasters/notesMaster1.xml" Id="Rafd278eddbf74c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74eb7e790744fd" /><Relationship Type="http://schemas.openxmlformats.org/officeDocument/2006/relationships/notesMaster" Target="/ppt/notesMasters/notesMaster1.xml" Id="R621184757f4a40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49ec45a29c49fd" /><Relationship Type="http://schemas.openxmlformats.org/officeDocument/2006/relationships/notesMaster" Target="/ppt/notesMasters/notesMaster1.xml" Id="R452c4fe7f69a42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7c205bf1f34039" /><Relationship Type="http://schemas.openxmlformats.org/officeDocument/2006/relationships/notesMaster" Target="/ppt/notesMasters/notesMaster1.xml" Id="R597d2a26119543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e36fbe44cd4795" /><Relationship Type="http://schemas.openxmlformats.org/officeDocument/2006/relationships/notesMaster" Target="/ppt/notesMasters/notesMaster1.xml" Id="R753f8c5d86f642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daabb41f6b4084" /><Relationship Type="http://schemas.openxmlformats.org/officeDocument/2006/relationships/notesMaster" Target="/ppt/notesMasters/notesMaster1.xml" Id="Rde89b2718b4d4e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d20201d4fa4026" /><Relationship Type="http://schemas.openxmlformats.org/officeDocument/2006/relationships/notesMaster" Target="/ppt/notesMasters/notesMaster1.xml" Id="Rdadd5946be834e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3b0ffd7f81447b" /><Relationship Type="http://schemas.openxmlformats.org/officeDocument/2006/relationships/notesMaster" Target="/ppt/notesMasters/notesMaster1.xml" Id="R1fe4f1d807db4c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46f19cd394478c" /><Relationship Type="http://schemas.openxmlformats.org/officeDocument/2006/relationships/notesMaster" Target="/ppt/notesMasters/notesMaster1.xml" Id="R1b0ce680265041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040c0be8ba4946" /><Relationship Type="http://schemas.openxmlformats.org/officeDocument/2006/relationships/notesMaster" Target="/ppt/notesMasters/notesMaster1.xml" Id="Rac51d5722b9149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ddf68bbc1046d6" /><Relationship Type="http://schemas.openxmlformats.org/officeDocument/2006/relationships/notesMaster" Target="/ppt/notesMasters/notesMaster1.xml" Id="R7d46ffe5963440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28fc3cce5b4c89" /><Relationship Type="http://schemas.openxmlformats.org/officeDocument/2006/relationships/notesMaster" Target="/ppt/notesMasters/notesMaster1.xml" Id="Rb854e4b86d9844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fcfac21e854b30" /><Relationship Type="http://schemas.openxmlformats.org/officeDocument/2006/relationships/notesMaster" Target="/ppt/notesMasters/notesMaster1.xml" Id="Rd5f225979d624a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16938c4f6e48e7" /><Relationship Type="http://schemas.openxmlformats.org/officeDocument/2006/relationships/notesMaster" Target="/ppt/notesMasters/notesMaster1.xml" Id="Re98ea55be19e4d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300f1003ff43b9" /><Relationship Type="http://schemas.openxmlformats.org/officeDocument/2006/relationships/notesMaster" Target="/ppt/notesMasters/notesMaster1.xml" Id="R8872063608a648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64c332650e475b" /><Relationship Type="http://schemas.openxmlformats.org/officeDocument/2006/relationships/notesMaster" Target="/ppt/notesMasters/notesMaster1.xml" Id="Re09950fb529646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e2f245205f44318" /><Relationship Type="http://schemas.openxmlformats.org/officeDocument/2006/relationships/notesMaster" Target="/ppt/notesMasters/notesMaster1.xml" Id="R9b980603464245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9abe1c0d5841bb" /><Relationship Type="http://schemas.openxmlformats.org/officeDocument/2006/relationships/notesMaster" Target="/ppt/notesMasters/notesMaster1.xml" Id="Rbef67783f2224c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dac4e563934327" /><Relationship Type="http://schemas.openxmlformats.org/officeDocument/2006/relationships/notesMaster" Target="/ppt/notesMasters/notesMaster1.xml" Id="R9f8119a4c96c43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a31a5d0d124699" /><Relationship Type="http://schemas.openxmlformats.org/officeDocument/2006/relationships/notesMaster" Target="/ppt/notesMasters/notesMaster1.xml" Id="R4b32eb0f30b74c8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24bccad1408411d" /><Relationship Type="http://schemas.openxmlformats.org/officeDocument/2006/relationships/notesMaster" Target="/ppt/notesMasters/notesMaster1.xml" Id="R754e190d44544f3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d2d8c1e9844e78" /><Relationship Type="http://schemas.openxmlformats.org/officeDocument/2006/relationships/notesMaster" Target="/ppt/notesMasters/notesMaster1.xml" Id="R634cab4bec914a5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7041624c5834006" /><Relationship Type="http://schemas.openxmlformats.org/officeDocument/2006/relationships/notesMaster" Target="/ppt/notesMasters/notesMaster1.xml" Id="R871e1a9717da433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57000f76fcc463a" /><Relationship Type="http://schemas.openxmlformats.org/officeDocument/2006/relationships/notesMaster" Target="/ppt/notesMasters/notesMaster1.xml" Id="Rd82db2eea6cc4bc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be8b2c3de24590" /><Relationship Type="http://schemas.openxmlformats.org/officeDocument/2006/relationships/notesMaster" Target="/ppt/notesMasters/notesMaster1.xml" Id="R3e702a1b9e1b41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b2e9c7ae68543a2" /><Relationship Type="http://schemas.openxmlformats.org/officeDocument/2006/relationships/notesMaster" Target="/ppt/notesMasters/notesMaster1.xml" Id="R7baa52ed99514a8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8b4b3c0f368452e" /><Relationship Type="http://schemas.openxmlformats.org/officeDocument/2006/relationships/notesMaster" Target="/ppt/notesMasters/notesMaster1.xml" Id="R9ebc9ff35a1844f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d1ec55af8ca49cc" /><Relationship Type="http://schemas.openxmlformats.org/officeDocument/2006/relationships/notesMaster" Target="/ppt/notesMasters/notesMaster1.xml" Id="R279f6a3e316a47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cf10d1c35274025" /><Relationship Type="http://schemas.openxmlformats.org/officeDocument/2006/relationships/notesMaster" Target="/ppt/notesMasters/notesMaster1.xml" Id="R4ade2cfc905f4dd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e7c550f2adb4727" /><Relationship Type="http://schemas.openxmlformats.org/officeDocument/2006/relationships/notesMaster" Target="/ppt/notesMasters/notesMaster1.xml" Id="R63e5d9121ccd43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32480d6fa724b35" /><Relationship Type="http://schemas.openxmlformats.org/officeDocument/2006/relationships/notesMaster" Target="/ppt/notesMasters/notesMaster1.xml" Id="Rea9f8b9f9e2b485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81d031d3f304c35" /><Relationship Type="http://schemas.openxmlformats.org/officeDocument/2006/relationships/notesMaster" Target="/ppt/notesMasters/notesMaster1.xml" Id="Rad8092d4f4944f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6fd18331b4c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7429ebfd2f341be" /><Relationship Type="http://schemas.openxmlformats.org/officeDocument/2006/relationships/slideLayout" Target="/ppt/slideLayouts/slideLayout2.xml" Id="R291d4dc223eb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d4dc223eb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fecf493e94131" /><Relationship Type="http://schemas.openxmlformats.org/officeDocument/2006/relationships/image" Target="/ppt/media/image.png" Id="R5fb24dee0d204f75" /><Relationship Type="http://schemas.openxmlformats.org/officeDocument/2006/relationships/image" Target="/ppt/media/image2.png" Id="R9e6327d5752d47f2" /><Relationship Type="http://schemas.openxmlformats.org/officeDocument/2006/relationships/notesSlide" Target="/ppt/notesSlides/notesSlide1.xml" Id="R025e6358c888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57000911d4238" /><Relationship Type="http://schemas.openxmlformats.org/officeDocument/2006/relationships/image" Target="/ppt/media/image3.png" Id="Rc2ac6eb5019e48a0" /><Relationship Type="http://schemas.openxmlformats.org/officeDocument/2006/relationships/notesSlide" Target="/ppt/notesSlides/notesSlide2.xml" Id="Re21ae323b131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4f8f16c9640c0" /><Relationship Type="http://schemas.openxmlformats.org/officeDocument/2006/relationships/image" Target="/ppt/media/image4.png" Id="Rffc5db0ce30b44ce" /><Relationship Type="http://schemas.openxmlformats.org/officeDocument/2006/relationships/notesSlide" Target="/ppt/notesSlides/notesSlide3.xml" Id="R05578294da5f4c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5fa872fa13434a" /><Relationship Type="http://schemas.openxmlformats.org/officeDocument/2006/relationships/image" Target="/ppt/media/image5.png" Id="R5a214226a726454e" /><Relationship Type="http://schemas.openxmlformats.org/officeDocument/2006/relationships/notesSlide" Target="/ppt/notesSlides/notesSlide4.xml" Id="R29d3d0c1a426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4442cbca7436a" /><Relationship Type="http://schemas.openxmlformats.org/officeDocument/2006/relationships/image" Target="/ppt/media/image6.png" Id="Rca1e45154c46425a" /><Relationship Type="http://schemas.openxmlformats.org/officeDocument/2006/relationships/notesSlide" Target="/ppt/notesSlides/notesSlide5.xml" Id="R309d344ef52446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275af37d404f37" /><Relationship Type="http://schemas.openxmlformats.org/officeDocument/2006/relationships/image" Target="/ppt/media/image7.png" Id="Rdaf955808e9b4892" /><Relationship Type="http://schemas.openxmlformats.org/officeDocument/2006/relationships/notesSlide" Target="/ppt/notesSlides/notesSlide6.xml" Id="Rd29f9210d03f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6c5aa80734bf4" /><Relationship Type="http://schemas.openxmlformats.org/officeDocument/2006/relationships/image" Target="/ppt/media/image8.png" Id="R50efbc731c5941b5" /><Relationship Type="http://schemas.openxmlformats.org/officeDocument/2006/relationships/notesSlide" Target="/ppt/notesSlides/notesSlide7.xml" Id="R2b5e33b8e91a4b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3100ddae34437f" /><Relationship Type="http://schemas.openxmlformats.org/officeDocument/2006/relationships/image" Target="/ppt/media/image9.png" Id="R9bc9cbcc4f554845" /><Relationship Type="http://schemas.openxmlformats.org/officeDocument/2006/relationships/notesSlide" Target="/ppt/notesSlides/notesSlide8.xml" Id="R3bd26fbbe7e4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4e314fbfe49db" /><Relationship Type="http://schemas.openxmlformats.org/officeDocument/2006/relationships/image" Target="/ppt/media/image10.png" Id="Ra23bb69b97e946f2" /><Relationship Type="http://schemas.openxmlformats.org/officeDocument/2006/relationships/notesSlide" Target="/ppt/notesSlides/notesSlide9.xml" Id="R37eebfc7f60a4c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b9bec4b1846fb" /><Relationship Type="http://schemas.openxmlformats.org/officeDocument/2006/relationships/image" Target="/ppt/media/image11.png" Id="R0848208104a04d88" /><Relationship Type="http://schemas.openxmlformats.org/officeDocument/2006/relationships/image" Target="/ppt/media/image12.png" Id="R0705b82a08684632" /><Relationship Type="http://schemas.openxmlformats.org/officeDocument/2006/relationships/notesSlide" Target="/ppt/notesSlides/notesSlide10.xml" Id="Re98e19ac92fe48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f5090d3d64e2a" /><Relationship Type="http://schemas.openxmlformats.org/officeDocument/2006/relationships/image" Target="/ppt/media/image13.png" Id="Rd2349db5bca148e3" /><Relationship Type="http://schemas.openxmlformats.org/officeDocument/2006/relationships/image" Target="/ppt/media/image14.png" Id="Ra6456bb8f0d04690" /><Relationship Type="http://schemas.openxmlformats.org/officeDocument/2006/relationships/notesSlide" Target="/ppt/notesSlides/notesSlide11.xml" Id="R2d6c0d56f0bd4b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4f57b8614418d" /><Relationship Type="http://schemas.openxmlformats.org/officeDocument/2006/relationships/image" Target="/ppt/media/image15.png" Id="Rb6f9a94af17d4e5b" /><Relationship Type="http://schemas.openxmlformats.org/officeDocument/2006/relationships/image" Target="/ppt/media/image16.png" Id="R7ca52ada73e940c9" /><Relationship Type="http://schemas.openxmlformats.org/officeDocument/2006/relationships/notesSlide" Target="/ppt/notesSlides/notesSlide12.xml" Id="Rca61e77e2fcf46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60360863c4808" /><Relationship Type="http://schemas.openxmlformats.org/officeDocument/2006/relationships/image" Target="/ppt/media/image17.png" Id="R8d0f3126349e4849" /><Relationship Type="http://schemas.openxmlformats.org/officeDocument/2006/relationships/image" Target="/ppt/media/image18.png" Id="R82605b486c874678" /><Relationship Type="http://schemas.openxmlformats.org/officeDocument/2006/relationships/notesSlide" Target="/ppt/notesSlides/notesSlide13.xml" Id="Rb0565ff31e7444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2390a17f84f93" /><Relationship Type="http://schemas.openxmlformats.org/officeDocument/2006/relationships/image" Target="/ppt/media/image19.png" Id="R25fc0550d3464902" /><Relationship Type="http://schemas.openxmlformats.org/officeDocument/2006/relationships/notesSlide" Target="/ppt/notesSlides/notesSlide14.xml" Id="R84e6308609854e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320fe3c415480b" /><Relationship Type="http://schemas.openxmlformats.org/officeDocument/2006/relationships/image" Target="/ppt/media/image20.png" Id="Rf843485207ae4e7b" /><Relationship Type="http://schemas.openxmlformats.org/officeDocument/2006/relationships/notesSlide" Target="/ppt/notesSlides/notesSlide15.xml" Id="Rf3eea8aad1e846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9aa1e6deb485a" /><Relationship Type="http://schemas.openxmlformats.org/officeDocument/2006/relationships/image" Target="/ppt/media/image21.png" Id="Rf0fbd8e6bfd041f0" /><Relationship Type="http://schemas.openxmlformats.org/officeDocument/2006/relationships/notesSlide" Target="/ppt/notesSlides/notesSlide16.xml" Id="R64c21d55891249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122662e494af2" /><Relationship Type="http://schemas.openxmlformats.org/officeDocument/2006/relationships/image" Target="/ppt/media/image22.png" Id="R747de01ab30d48d0" /><Relationship Type="http://schemas.openxmlformats.org/officeDocument/2006/relationships/notesSlide" Target="/ppt/notesSlides/notesSlide17.xml" Id="R7f6cd582bf7845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58a7125a604f0a" /><Relationship Type="http://schemas.openxmlformats.org/officeDocument/2006/relationships/image" Target="/ppt/media/image23.png" Id="Rba305b0cdcb14369" /><Relationship Type="http://schemas.openxmlformats.org/officeDocument/2006/relationships/notesSlide" Target="/ppt/notesSlides/notesSlide18.xml" Id="R68205fc5dd4244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fb67f1deca4573" /><Relationship Type="http://schemas.openxmlformats.org/officeDocument/2006/relationships/image" Target="/ppt/media/image24.png" Id="Rce500af77d264161" /><Relationship Type="http://schemas.openxmlformats.org/officeDocument/2006/relationships/notesSlide" Target="/ppt/notesSlides/notesSlide19.xml" Id="R8cb43cd427494b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21e9fda7d456e" /><Relationship Type="http://schemas.openxmlformats.org/officeDocument/2006/relationships/image" Target="/ppt/media/image25.png" Id="R2e3a35d60c574319" /><Relationship Type="http://schemas.openxmlformats.org/officeDocument/2006/relationships/image" Target="/ppt/media/image26.png" Id="Ra9282175382c4d10" /><Relationship Type="http://schemas.openxmlformats.org/officeDocument/2006/relationships/notesSlide" Target="/ppt/notesSlides/notesSlide20.xml" Id="Rc40f28d40e3b45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e83336df034fa8" /><Relationship Type="http://schemas.openxmlformats.org/officeDocument/2006/relationships/image" Target="/ppt/media/image27.png" Id="R208b673d45394abb" /><Relationship Type="http://schemas.openxmlformats.org/officeDocument/2006/relationships/image" Target="/ppt/media/image28.png" Id="R59db43b88a654207" /><Relationship Type="http://schemas.openxmlformats.org/officeDocument/2006/relationships/notesSlide" Target="/ppt/notesSlides/notesSlide21.xml" Id="R1ed460f525864e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0853241144d80" /><Relationship Type="http://schemas.openxmlformats.org/officeDocument/2006/relationships/image" Target="/ppt/media/image29.png" Id="Rf59d1ea738c54422" /><Relationship Type="http://schemas.openxmlformats.org/officeDocument/2006/relationships/notesSlide" Target="/ppt/notesSlides/notesSlide22.xml" Id="Rd191e0f1336f4f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4413a4ace475d" /><Relationship Type="http://schemas.openxmlformats.org/officeDocument/2006/relationships/image" Target="/ppt/media/image30.png" Id="R5fccced64b5a43f7" /><Relationship Type="http://schemas.openxmlformats.org/officeDocument/2006/relationships/notesSlide" Target="/ppt/notesSlides/notesSlide23.xml" Id="R488ad745a5ae46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c234a92664414f" /><Relationship Type="http://schemas.openxmlformats.org/officeDocument/2006/relationships/image" Target="/ppt/media/image31.png" Id="Rac31498a26654899" /><Relationship Type="http://schemas.openxmlformats.org/officeDocument/2006/relationships/notesSlide" Target="/ppt/notesSlides/notesSlide24.xml" Id="Rc5155069022a45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c9782551c43c3" /><Relationship Type="http://schemas.openxmlformats.org/officeDocument/2006/relationships/image" Target="/ppt/media/image32.png" Id="Rb173220bafb34e21" /><Relationship Type="http://schemas.openxmlformats.org/officeDocument/2006/relationships/notesSlide" Target="/ppt/notesSlides/notesSlide25.xml" Id="R7cb89bbfdebd4b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96a7c4f894e8b" /><Relationship Type="http://schemas.openxmlformats.org/officeDocument/2006/relationships/image" Target="/ppt/media/image33.png" Id="R69a93430d60e488b" /><Relationship Type="http://schemas.openxmlformats.org/officeDocument/2006/relationships/image" Target="/ppt/media/image34.png" Id="R767a62e6792e432e" /><Relationship Type="http://schemas.openxmlformats.org/officeDocument/2006/relationships/notesSlide" Target="/ppt/notesSlides/notesSlide26.xml" Id="Reb5882d94e984e2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a581f612c4cfb" /><Relationship Type="http://schemas.openxmlformats.org/officeDocument/2006/relationships/image" Target="/ppt/media/image35.png" Id="R52852119f6394383" /><Relationship Type="http://schemas.openxmlformats.org/officeDocument/2006/relationships/image" Target="/ppt/media/image36.png" Id="R7d5060d64c0d410a" /><Relationship Type="http://schemas.openxmlformats.org/officeDocument/2006/relationships/notesSlide" Target="/ppt/notesSlides/notesSlide27.xml" Id="Raf7354a8249c4d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fa8142a4643dc" /><Relationship Type="http://schemas.openxmlformats.org/officeDocument/2006/relationships/image" Target="/ppt/media/image37.png" Id="Re632950ff6314a90" /><Relationship Type="http://schemas.openxmlformats.org/officeDocument/2006/relationships/notesSlide" Target="/ppt/notesSlides/notesSlide28.xml" Id="Rf9aa94df32e546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8445a0e2ad4d56" /><Relationship Type="http://schemas.openxmlformats.org/officeDocument/2006/relationships/image" Target="/ppt/media/image38.png" Id="R6eba3ef284804a1c" /><Relationship Type="http://schemas.openxmlformats.org/officeDocument/2006/relationships/notesSlide" Target="/ppt/notesSlides/notesSlide29.xml" Id="R8ea685a946f04d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43321b42d4ade" /><Relationship Type="http://schemas.openxmlformats.org/officeDocument/2006/relationships/image" Target="/ppt/media/image39.png" Id="Ra34b8356dfec49b8" /><Relationship Type="http://schemas.openxmlformats.org/officeDocument/2006/relationships/notesSlide" Target="/ppt/notesSlides/notesSlide30.xml" Id="R4eb8f3bd7592468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e54b1e05144a50" /><Relationship Type="http://schemas.openxmlformats.org/officeDocument/2006/relationships/image" Target="/ppt/media/image40.png" Id="R4546d4300a274083" /><Relationship Type="http://schemas.openxmlformats.org/officeDocument/2006/relationships/notesSlide" Target="/ppt/notesSlides/notesSlide31.xml" Id="R37d5338cce0446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ac8b93d804e23" /><Relationship Type="http://schemas.openxmlformats.org/officeDocument/2006/relationships/image" Target="/ppt/media/image41.png" Id="R786a9ef8e5be4307" /><Relationship Type="http://schemas.openxmlformats.org/officeDocument/2006/relationships/notesSlide" Target="/ppt/notesSlides/notesSlide32.xml" Id="R8ad991fd8b2548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ac51c2f9d94cc6" /><Relationship Type="http://schemas.openxmlformats.org/officeDocument/2006/relationships/image" Target="/ppt/media/image42.png" Id="R1325f7a6798547a1" /><Relationship Type="http://schemas.openxmlformats.org/officeDocument/2006/relationships/notesSlide" Target="/ppt/notesSlides/notesSlide33.xml" Id="R1df81aab315c4ae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bac1be7634467a" /><Relationship Type="http://schemas.openxmlformats.org/officeDocument/2006/relationships/image" Target="/ppt/media/image43.png" Id="Rb352aee96a13492f" /><Relationship Type="http://schemas.openxmlformats.org/officeDocument/2006/relationships/notesSlide" Target="/ppt/notesSlides/notesSlide34.xml" Id="Ref11f704df9d413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337d2f1c64c89" /><Relationship Type="http://schemas.openxmlformats.org/officeDocument/2006/relationships/image" Target="/ppt/media/image44.png" Id="R8de9d08d3c244427" /><Relationship Type="http://schemas.openxmlformats.org/officeDocument/2006/relationships/notesSlide" Target="/ppt/notesSlides/notesSlide35.xml" Id="Rc9ed6e21ecd2472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0dcb9407149b1" /><Relationship Type="http://schemas.openxmlformats.org/officeDocument/2006/relationships/image" Target="/ppt/media/image45.png" Id="R5c33eda49e1a467f" /><Relationship Type="http://schemas.openxmlformats.org/officeDocument/2006/relationships/notesSlide" Target="/ppt/notesSlides/notesSlide36.xml" Id="Re033235323b34d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60c81d4f1f4d30" /><Relationship Type="http://schemas.openxmlformats.org/officeDocument/2006/relationships/image" Target="/ppt/media/image46.png" Id="Rd15d1af9d61a480f" /><Relationship Type="http://schemas.openxmlformats.org/officeDocument/2006/relationships/notesSlide" Target="/ppt/notesSlides/notesSlide37.xml" Id="Re46687b531cc416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340eaa52b440ef" /><Relationship Type="http://schemas.openxmlformats.org/officeDocument/2006/relationships/image" Target="/ppt/media/image47.png" Id="R95569bf338414350" /><Relationship Type="http://schemas.openxmlformats.org/officeDocument/2006/relationships/notesSlide" Target="/ppt/notesSlides/notesSlide38.xml" Id="R5effea35a8e04e9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42efa3cb74f9e" /><Relationship Type="http://schemas.openxmlformats.org/officeDocument/2006/relationships/image" Target="/ppt/media/image48.png" Id="Rb6b453aa50274551" /><Relationship Type="http://schemas.openxmlformats.org/officeDocument/2006/relationships/notesSlide" Target="/ppt/notesSlides/notesSlide39.xml" Id="Rf2a326426a4444a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48e7e17724f85" /><Relationship Type="http://schemas.openxmlformats.org/officeDocument/2006/relationships/image" Target="/ppt/media/image49.png" Id="Rb18bc86c2e4f435a" /><Relationship Type="http://schemas.openxmlformats.org/officeDocument/2006/relationships/notesSlide" Target="/ppt/notesSlides/notesSlide40.xml" Id="Rca23497b57b44cd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6510b88d3401a" /><Relationship Type="http://schemas.openxmlformats.org/officeDocument/2006/relationships/image" Target="/ppt/media/image50.png" Id="R1c0a5409d7ba449c" /><Relationship Type="http://schemas.openxmlformats.org/officeDocument/2006/relationships/notesSlide" Target="/ppt/notesSlides/notesSlide41.xml" Id="Rdeaf885b145e47c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fb187f24540b5" /><Relationship Type="http://schemas.openxmlformats.org/officeDocument/2006/relationships/image" Target="/ppt/media/image51.png" Id="R22795155a6e64bc6" /><Relationship Type="http://schemas.openxmlformats.org/officeDocument/2006/relationships/notesSlide" Target="/ppt/notesSlides/notesSlide42.xml" Id="R138763badac048b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520b7418004e19" /><Relationship Type="http://schemas.openxmlformats.org/officeDocument/2006/relationships/image" Target="/ppt/media/image52.png" Id="Rd8b2cd6e22c44a21" /><Relationship Type="http://schemas.openxmlformats.org/officeDocument/2006/relationships/notesSlide" Target="/ppt/notesSlides/notesSlide43.xml" Id="Re48a4618878e40c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f0d8a170634304" /><Relationship Type="http://schemas.openxmlformats.org/officeDocument/2006/relationships/image" Target="/ppt/media/image53.png" Id="R25985edd0ed44150" /><Relationship Type="http://schemas.openxmlformats.org/officeDocument/2006/relationships/notesSlide" Target="/ppt/notesSlides/notesSlide44.xml" Id="R81d439a533eb46d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7bd2b2a9b24fb5" /><Relationship Type="http://schemas.openxmlformats.org/officeDocument/2006/relationships/image" Target="/ppt/media/image54.png" Id="R59b80367997b4afe" /><Relationship Type="http://schemas.openxmlformats.org/officeDocument/2006/relationships/notesSlide" Target="/ppt/notesSlides/notesSlide45.xml" Id="R8d1a3ba1a9b04a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CF509-4A2F-4160-95BC-D0DC211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AEA8C-6E53-40AB-AA3D-F7EA854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24dee0d204f7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4C095-FD2B-4F80-82EA-4D74A1A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666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From plasma boundary to magnetic coils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1A3D7-6F9B-4F2F-8190-2F2FC24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C7764-0062-40E0-A560-A3788644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003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Lecture 2: coils, quadratic flux, single-stage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6658B-4690-463C-A90D-D7767104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EE45D-BC3C-42ED-BAAB-E40823E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Stage-2 coil design translates a target field into hardware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8E7DD-3A31-41A4-A7B5-BA73271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90ABC-2E56-4C09-A74A-2BDF878A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central diagnostic is normal-field error together with coil 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BC849-2F0B-46CF-B417-E3A7D16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171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327d5752d47f2"/>
          <a:stretch xmlns:a="http://schemas.openxmlformats.org/drawingml/2006/main"/>
        </p:blipFill>
        <p:spPr>
          <a:xfrm xmlns:a="http://schemas.openxmlformats.org/drawingml/2006/main">
            <a:off x="7862045" y="1257300"/>
            <a:ext cx="2582959" cy="2724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8EE73-6A7D-4024-926B-DBC287C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7690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22692-0A41-4194-8903-F2B9A0E0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542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CEA-IRFM / Renaissance Fusion School on Stellarators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3925F-F8B2-44FE-8648-F5141BFC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Aix-en-Provence,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23DA3-43A1-4D63-A386-D0292C1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38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Rogerio Jorge, University of Wisconsin-Madison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E3E12-3ADB-45E7-AF33-18CB509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18270820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45387-B031-4D27-86EB-5E0F30C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5DCBB-F9A8-4E83-BDB2-987FBD3D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2DD89-144F-4397-87E2-6EB9DB05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19197-528E-40CC-9A38-AFF6386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c6eb5019e48a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9A89D-73C8-4C1F-886D-22805B6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9866B-DF32-4AEB-A7B3-C8990D79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1. Stage 1, stage 2, and single-stage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30812-6595-4595-8F74-E47EA66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BAFF2-9F59-4778-A28B-89865016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7D57A-D6F3-475E-A47B-8078E15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Stage 1 asks which plasma boundary is attractive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8F479-3A42-495E-866F-06B81AAF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CFE87-730A-4E44-AE86-1F3152A0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Stage 2 asks which coils can produce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4E16E-AD64-49DC-A75B-31B4CAA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38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391C6-6F67-48FA-ABBA-D90221A7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Single-stage design changes plasma and coils together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87CF4-CFBD-45A1-B132-0249EB88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314C0-7710-4C87-8804-11C0345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229D4-4E8B-4553-9F00-748E3DEE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AEDF8-BDD8-4DC2-8CDD-5E8B895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1587401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B9B86-CBDD-4AE6-89E5-C0BE7016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FAB79-BDB6-4314-8E7F-90C936D7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5db0ce30b44c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BA942-8857-4144-B040-930FE05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is single-stage optimization?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968A1-5EA5-4A2E-982E-9F55260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0B82-C4BF-4E02-AB9E-8B93214A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7803-08F8-469A-8C32-BFDA393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ED606-95BB-4C90-ABA4-AE06A27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44444"/>
                </a:solidFill>
                <a:latin typeface="Aptos Display"/>
                <a:ea typeface="Aptos Display"/>
                <a:cs typeface="Aptos Display"/>
              </a:rPr>
              <a:t>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F827D-E37E-479D-A9C5-82DD03A7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plasma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A4596-2D84-49D1-AE38-84A44D0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E1BDB-409A-494D-8E9A-4DAF529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8C005-D4E9-4564-89D0-55E17CD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44444"/>
                </a:solidFill>
                <a:latin typeface="Aptos Display"/>
                <a:ea typeface="Aptos Display"/>
                <a:cs typeface="Aptos Display"/>
              </a:rPr>
              <a:t>Stage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62377-6BEF-4BEB-986C-5FD938E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6A03-2A95-4F10-A4BF-9423EDB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37339-9FD7-4E15-AED7-0AD7B45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87B7C-5373-4621-AC93-FB13D4F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Single stage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77AF1-C0DE-40F4-BB4A-5740C7CC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expanded degrees of freedom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575D7-9BD5-46D4-9E96-904D4741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6F6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F6F6F"/>
                </a:solidFill>
                <a:latin typeface="Aptos Display"/>
                <a:ea typeface="Aptos Display"/>
                <a:cs typeface="Aptos Display"/>
              </a:rPr>
              <a:t>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26460-24AD-4E9A-8400-F3C2ADAA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53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6F6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F6F6F"/>
                </a:solidFill>
                <a:latin typeface="Aptos Display"/>
                <a:ea typeface="Aptos Display"/>
                <a:cs typeface="Aptos Display"/>
              </a:rPr>
              <a:t>Derivations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54693-10EA-4A4E-BFA2-41C0FDC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Design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B3563-D53A-4CD9-98C6-C9218A14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45117-3F47-4643-9CDD-2EE5F62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19663-7CAD-4C7C-BAB0-46C029C4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EC8A1-9BFB-49EF-BACB-A3C10FB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</p:spTree>
    <p:extLst>
      <p:ext uri="{BB962C8B-B14F-4D97-AF65-F5344CB8AC3E}">
        <p14:creationId xmlns:p14="http://schemas.microsoft.com/office/powerpoint/2010/main" val="12280944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F68BA-7AF3-42B2-8148-93C609BE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CB3AC-FE21-452E-B319-CE4C1263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14226a726454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7442B-F4EE-4E32-900A-BBCD9A09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coil inverse problem is ill-posed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ECB5E-2193-4FDE-95D6-0831819C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49C37-C138-4233-9C2B-291357F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3B387-8803-4E76-A9A6-7D51850D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3DDA9-B78B-4FD5-884A-A406B8B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72E61-C1C9-4C2A-A413-549C155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Many current distributions can approximate the same 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BB89B-973C-4299-B46C-C41F729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143EB-E6B7-4328-8184-EDF403B2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5300E-1C29-4051-95B1-1C3D08CC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ADE9B-9711-429F-8A8F-5B620901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Regularization selects the buildable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12CCD-4CFE-4768-8C81-D699F8A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93B16-BE50-41C5-96D4-6C0C7BA3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5B73F-E8BF-4D90-887F-6B0140A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63523-2FE4-4115-B6A5-9AB9379C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26597-8CAA-4682-88B2-E41B489C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618ED-AD20-4586-951E-50EE489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94E82-EB8A-433B-AD71-A7671E78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</p:spTree>
    <p:extLst>
      <p:ext uri="{BB962C8B-B14F-4D97-AF65-F5344CB8AC3E}">
        <p14:creationId xmlns:p14="http://schemas.microsoft.com/office/powerpoint/2010/main" val="19711210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10AD7-E7E7-4B29-80CC-C20F581A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A78AC-0FE4-447B-BD92-E90F86F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e45154c46425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A7350-4B7A-424F-81BE-19E85237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Quadratic flux is the basic stage-2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9934C-1337-46DA-A34A-787DD68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722C6-9644-4543-BF33-BCAD599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B43F-9D18-424E-865A-108895C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98221-CF92-4BFD-BEEF-A4CF0C9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C0EE-CA83-4B36-8DC1-077DA39A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Measure normal-field error on the target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CD4CF-99A7-4640-9902-B0E1707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2A00F-66EE-486E-90CA-F3AEEDE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E577C-F89E-4D40-9055-B86BF27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6B9E6-11F9-471A-B7E9-03048558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Low B dot n means the field respects the requested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1B3DB-C0C7-487F-B286-FCBE3CC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9EFA3-1D57-4BED-AAB0-F1580E0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BFA4A-D15D-4D32-B995-776F7EA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5F031-D295-43CF-BB32-A535329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86987-F5EE-4653-BDAE-66E70ADB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40FC0-ABFB-47D9-A13E-D854C42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20FC1-3261-47F4-9A68-428BCCF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414197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574F4-0A21-46DD-9432-B40C15B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6060A-764E-41C9-9166-05C6D06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955808e9b489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5BB9C-DA9D-4CB6-8A8F-CFF29F2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Current-potential methods regularize a surface current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B06A0-11D9-4801-B707-7039A28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04613-CA97-401F-ADFC-8813019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9525">
            <a:solidFill>
              <a:srgbClr val="C505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27994-E0ED-4CC6-AE86-5C44617E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2F6F2-98CE-48C2-B3D3-A9C0ABB6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2D897-1967-435B-A0EA-5535C13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A8B49-086C-43C0-A4D1-E524EA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DDBCE-AA36-4C8F-A77E-0CAB334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7A524-7383-40F2-B556-449267F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012A2-9900-47F6-8B35-9FA1B74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3B855-71D0-423B-87E1-06564BF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752A3-4DF7-4BC9-A18A-81FBCD74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C981D-0BF6-42CE-A3B0-534876E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97D6B-A53F-4B38-905A-BBF1BB6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A6CBC-1899-46F5-9D6B-4B92075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10E12-98FE-482A-BD49-E45CA5A0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2D30F-E5BC-47EE-A12C-FC2C05E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D42F1-C08E-46B3-BDEB-53C35FD6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4528B-B08E-416B-A2E5-CD192BC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B2399-0A31-4988-909A-43699FC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A6298-EA1F-4B7C-935D-5BC114FF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67692-DFB4-46F7-B4C2-0670585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Pareto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2D833-3013-4A14-852E-375AAE9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0E427-3F6E-44EF-8F3F-C101B151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NESCOIL and REGCOIL solve for currents on a winding surface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24513-70FC-47E9-B9B8-BCC8B978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61265-EBBD-4520-B035-9CEDFC4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Regularization trades field accuracy for smoother current patterns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60F6F-4439-49CB-8999-740F510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01F0D-703A-445B-A9E2-85048B35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848C57-53EE-4D40-91C2-6F191C44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D8F4E-521D-459B-959C-CF1FF0A6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11068055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A6FC2-D97D-4F2C-BEC7-901F17C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8FF8F-F2D1-4331-8729-16E272F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fbc731c5941b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C7DB5-0E3F-483A-B8A5-BF99E8EE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Filamentary coils convert fields into curves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8D7E0-2E14-4990-89C9-48411EA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FB16A-0F1D-4BA8-91A4-349DEA0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713C0-8731-4367-9AD7-5B7FCBA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F8E04-1650-4CE6-9605-73D4BA5F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7DFA7-9479-4BB7-AEA1-8AE91FD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Curves have length, curvature, torsion, and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3F07C-1047-42C7-891A-F1FD2F53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E9037-C8D5-443F-B065-58A4628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CC6B5-906D-4B4B-A98B-23CA832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0DE2F-835D-4ACE-AFDC-5952FE2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field target can be easy for a surface current and difficult for discrete coils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773CB-CF84-450C-8CD4-80F3E46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3B951-C126-4CBC-BFDE-6CF2B3FB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F099B-D504-4C33-9577-5F3F7A05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B711A-ACCA-447B-8F13-9B19A26F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53AC4-8E30-40AB-A00F-6A44828B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D4C31-31E5-49D1-9CA1-96F372F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F27A5-31E7-482F-9FC7-D7B4F07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8343966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52A98-8B14-48F5-AEDD-401CBF6B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280BE-5032-469F-B68E-3F4E11BA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9cbcc4f55484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1112-1DE3-4776-9BF1-748A6128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SIMSOPT is the mature stage-2 teaching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CA8FD-0A54-4905-9B82-48392C1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E1761-5A2E-4F7A-9AFF-A99A72E6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256E6-D27C-4610-AEE6-8C7EFF9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A404F-CA40-4A34-B1B6-43870450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cached-mode command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97BBB-19DC-4041-96B2-8413D624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590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scripts/run_smoke_tests.py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scripts/execute_all_notebooks.py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scripts/build_powerpoint_decks.mjs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scripts/check_release_ready.py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7FC2B-1334-421F-8893-5467B6A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1EFD5-16EB-4499-9529-F1734CC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Geometry objects, curves, Biot-Savart fields, objectives, optimization 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5BA9-BB0F-4DB9-B950-1C8D6F0E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30714-0309-4E07-AE57-99ED03E3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Research mode should use verified public QA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FAA24-452B-4313-8D55-B85C6E80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EFE94-C977-444B-B7D1-B18844E6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32CFA-4CA9-4033-8A8D-F52E5EEA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47C6F-6962-49BF-B51B-AEFAF441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383680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4C23C-7DA0-4741-98E8-11DA7DC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DA591-8023-4E3E-B376-7B73934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bb69b97e946f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D65F1-C707-46D1-BC66-7B27A598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SIMSOPT stage-2 coils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49753-7301-46B4-9F55-FF53428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B8A1C-7783-45E4-88E2-5A0912DB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F40C1-E9C3-490F-9B23-19160F33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6ED37-D788-41C5-9B82-857B8F2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26804-80E3-4066-9AE3-87626E0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notebooks/04_simsopt_stage2_coils.ipynb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7DCE8-4555-45BB-ADF8-13E627BD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0E785-7586-48CB-8779-FB9D280B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Load public QA input or cached coil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C522F-032A-464A-9645-EE9B4A9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875E4-1A06-4AAB-A4DF-42ED0ED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initial and final coils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D78E4-4F5D-4999-BA29-1B02F5C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E7E49-7CDD-4AF8-8BA3-4A679ED6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Compare normal-field error before and 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73623-512C-4D89-848E-82B75851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1976A-6A9F-4D10-B098-DB65DE62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A37DD-F43D-4D37-A012-ACB0162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8AA04-28AB-43E0-B0E1-CBB40C90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30ECE-E38C-40EC-AE69-830EDF4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6067F-F27A-4E11-B966-4587EF25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29D1E-9C4B-487D-A1E6-3A8D0BF9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ECE8F-F433-40F6-9287-5D0E6A9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82EAE-9716-452C-AF33-A6C564A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636EB-7237-449B-8DEC-D8F415C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A09C73-CA08-4100-8890-989BE2F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B8F62-C226-4278-B6EB-EC469FC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17A3F-205C-4DDB-82D7-24A3E40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43EA8-3F28-4F75-9FDD-D80E8D6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C3779-1D32-458E-AD9E-FA79575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9BB39-0BD6-46DE-BAB8-E691A03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9600E-F222-4846-9CF9-F4812BE8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D6C036-8CC7-4205-94EF-C97B2EE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19674328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24C6E-FF8F-4D58-B915-45BB5CE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B2D2E-C146-404B-BDA0-407A2037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8208104a04d88"/>
          <a:stretch xmlns:a="http://schemas.openxmlformats.org/drawingml/2006/main"/>
        </p:blipFill>
        <p:spPr>
          <a:xfrm xmlns:a="http://schemas.openxmlformats.org/drawingml/2006/main">
            <a:off x="2209829" y="1790700"/>
            <a:ext cx="3486092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713C2-0194-42D4-8A4C-75E7AA4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332D-1B8F-433A-9893-C0F84692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96882-EAED-4802-A118-06366F08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teaching curves are simple enough to 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A8F38-679D-478D-B029-540DC73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F46C-8478-469E-9AC5-422E9539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Their main lesson is the diagnostic grammar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105B9-5EFB-4727-A4F3-AE84411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2EA1-2E58-40AD-A6B7-9F5FC9F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75CA6-7D77-4069-9F74-537D19C8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5b82a0868463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990EC-7DAE-4C2C-8D2B-067058D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initial coil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F1B91-0355-4581-AD89-BBD9D59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F3735-F93A-421D-89DD-7D13F8C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F7957-41CC-425C-A838-011A074B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11DA8-2637-46AC-B72B-B05AF761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89D43-78B7-470D-998A-ADF87DFC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8403481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8FAB0A-7034-4D48-99AB-1174E6C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BC9DE-BFFD-4268-A047-AD056D5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49db5bca148e3"/>
          <a:stretch xmlns:a="http://schemas.openxmlformats.org/drawingml/2006/main"/>
        </p:blipFill>
        <p:spPr>
          <a:xfrm xmlns:a="http://schemas.openxmlformats.org/drawingml/2006/main">
            <a:off x="2209829" y="1790700"/>
            <a:ext cx="3486092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1FFAC-F020-42B9-A118-48A76D81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48BB9-325D-4FCC-97FC-9A1A697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4F133-91AC-41F5-86C1-A35F020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coil plot without diagnostics is incomplete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E36D-225B-45E6-A2E9-9B9ABE0F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5C5D0-471B-465E-972F-0FA4175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Students should ask: length, curvature, clearance, 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A79AA-77BC-4C5A-89C3-55B4CD6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12C7E-E1BB-4EFB-B65C-C94A182A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BC00C-C453-47A3-9B87-BCC6099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56bb8f0d0469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10D3F-D3B4-49F3-A19F-B8B21B6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final coil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2733B-E6F6-4313-AC4E-6C2C2B0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850DE-E12E-40BC-92F0-E9D0FC7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740D6-786C-418D-BC6E-E8E090D5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76197-F334-482D-BB85-87F98CF4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50266-D5D4-460D-94C5-DF2F9BE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3906049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30146-266A-4655-8C92-4736E70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C8DB0-5641-4B73-9F21-52167E3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9a94af17d4e5b"/>
          <a:stretch xmlns:a="http://schemas.openxmlformats.org/drawingml/2006/main"/>
        </p:blipFill>
        <p:spPr>
          <a:xfrm xmlns:a="http://schemas.openxmlformats.org/drawingml/2006/main">
            <a:off x="609600" y="2012648"/>
            <a:ext cx="6686550" cy="3232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DD07B-90CE-4922-987F-319B2EB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5F998-A332-47FE-8BB9-9B89893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FB7FA-3FF3-4021-9054-85D2E69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Before/after maps show where the target surface is damaged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76638-1248-42D8-A3BC-17DF6EB2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470A8-FE61-4B17-A561-59143AE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hot spots matter for robustness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8A33A-350C-4185-8CB4-DDCD636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9780-953B-4171-A5F8-FCC0BAA8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7EE2B-F858-4F37-8B51-E13A75CB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52ada73e940c9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230F4-E0CE-4616-8717-AF1A3A1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normal-field error before and 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72339-1B56-4EC5-8E99-B5FB127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1AD04-BC9F-4DF0-AB48-939BEA6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32163-26DD-4777-A24F-11B192E9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BE83-54AB-47FB-A760-57F575B8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63B99-009E-4562-9E1E-068FDCF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15082503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8FF46A-6CB3-4CBE-9F79-1416BF7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B2756-381F-43F8-80A5-E67143C6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f3126349e4849"/>
          <a:stretch xmlns:a="http://schemas.openxmlformats.org/drawingml/2006/main"/>
        </p:blipFill>
        <p:spPr>
          <a:xfrm xmlns:a="http://schemas.openxmlformats.org/drawingml/2006/main">
            <a:off x="927702" y="1790700"/>
            <a:ext cx="6050347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FE58E-AEDD-4E17-A2AB-1E8B299F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6C0F-F5FF-46F2-AFA4-2B379C8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39D9E-AB8E-4283-B7EA-11426FA6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Shorter and smoother coils can worsen field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8B706-D6FE-4784-86C9-A43DC8DD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2450-F6DD-47F4-9D74-F82F09F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single optimum hides a design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AB36E-D012-44B0-906E-FAE7FFA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00E0D-689E-4205-A4FC-06548A8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4C977-019F-4ACF-9781-CB8A529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05b486c87467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772E0-74BA-4885-B32A-571EF871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regularization tradeoff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D477B-148E-41D2-85F0-AF3D67C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77CD6-FF6C-4A5B-85E6-0AAB1DF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949C3-1349-4408-97E5-9D779875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DB6EA-0136-4C66-933E-ED0854D4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51199-7582-4D58-8F48-85058419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8451403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B925AD-340F-4E80-B91F-CB8541B1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AB184-7F49-4CBF-81F0-57AE440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c0550d346490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4E11-83BF-42D9-B992-B64259D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Coil complexity has multiple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EA975-754E-426E-A3E0-D76290C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72E9F-87A0-4881-B04B-566AFE9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4FFB-EA1E-4566-8046-5BD046D5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FD3AE-47E1-4873-98F5-B759286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E84EB-37EC-4432-B7D6-415FDCB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3BF8B-5401-4D77-A271-6C1DDDC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5E709-F08C-4FEB-B93B-599984C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83817-44F0-4118-8F13-E57DD125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9FFE2-D9E5-458F-80BA-021C8DE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1AF97-BD71-4EEB-8CCD-C12E558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CEE3D-EEFC-47A7-9B1A-94F312B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69A2F-EF8A-48EF-A876-0F4811E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Maximum curvature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50017-56FD-46CB-BC15-258B5EE9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AC60F-809F-440C-8BA3-2489FFA3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515A8-EA3F-4F68-8DDB-EF2C5740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E7EB4-0A4F-4551-BFC1-C55AD451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Mean-squared curvature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ABA84-3188-4570-A3C4-46302BBF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EEBBE-0B1F-429B-9DD8-DCCEA15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5F58D-A893-44FF-97B2-C4CA25F8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B9A52-8D3C-4DD2-AEAE-E91B11E8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Torsion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645EC-CB01-40EA-AC7E-3A9D42F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970135-9DC6-4118-8CE8-801053E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D15CA-2964-492E-B9E0-9CFCC6A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292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84CA8-4C14-45BA-A319-A05E0ED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Coil-to-coil and coil-to-surface separation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13FF86-3E73-4DF5-8946-CBDEAA4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C6921-6ED7-41E7-9F78-756A173B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CB8A7E-5CF6-46D6-9216-18FB27A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62FCE-0233-48A5-AB73-4B1A941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FD6BA-3DE2-4562-B084-1E45CB8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5150394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1C82F-5FDC-48E7-B2DD-EABA4AC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0D28E-C376-497D-8B55-4188B828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3485207ae4e7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DB04-A81A-48F5-8BD1-78D2D01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Ports and maintenance enter early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41285-02EF-4583-8586-5C8D477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CBD6F-4623-41F3-BD16-8022580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8DF47-F6FF-40BE-9A48-0E57B859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94877-D0A5-4A01-A58D-838B6CC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11622-FCB2-4179-B5A3-46D626D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Access constraints can invalidate attractive coil 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CC00-9598-4A63-A385-0A35E04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1E585-4ABF-4CC2-9249-E964993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DE479-966E-485C-92EC-2613714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DC72E-8263-431B-B160-AB01B20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engineering constraints as penalties or hard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0DCB7-0D6E-4AA8-9290-27A2DC5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AE241-8980-4CCF-A489-18C21D0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5CCDE-E1A6-47BA-B5B1-E8461DC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6E804-9DE3-4A0C-A3F1-6B53C8DF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2C81F-440B-4214-93D1-E623E986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451D7-B76D-4BAF-801B-BCDFE1FF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908EE-117A-439A-9E43-FBD1BB5B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20183213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23F6F-9AC6-4737-95A3-3A79C974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FB901-1B3E-4A35-AE0A-0FE7DD0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bd8e6bfd041f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DCE0F-6A9F-4584-B250-673E49A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HTS tapes add orientation and strain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4B17-4468-4B31-B43B-48B491A5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07C97-BEB6-4403-9984-18BCCD4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2BE81-18B3-4DAB-B3AD-3F5F001B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C7827-CCD0-4A8B-91E9-BA5C4A0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08BBD-235A-42FB-A157-5F39D800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reactor coil is more than a mathematical filament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F1063-188E-4F1C-A5F4-2B1B28D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BB128-828C-4FB0-A0EE-23D399E8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255E5-F375-478A-9EBF-4FF64080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73C38-CE28-42A1-9360-437F5A9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Curvature and force metrics eventually become mechanical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05586-3F60-4C17-8F46-366AAFE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68F45-CFB6-44A8-8CED-6BC57C22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B1CF8-C4CE-44BE-8C7A-E2FEC85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48678-016C-46BA-BCF3-6E35AD3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16EA3-EF96-4B6A-9EDB-EF1609EF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9B8A8-4FEF-43A3-BA03-DC6E44B5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106C4-A9F5-4260-9C4A-45DE77C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20157927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AB032-6280-48E0-82F7-EB3554B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DBBFC-EDC4-4E95-B2C5-F50212A5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F5A54-E8F8-4FE8-BC2E-A96B5767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045AF-7FB8-430E-B06C-9FDBCE3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de01ab30d48d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522C1-D8A2-47FB-BD1B-B9903BB7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2707A-A0B2-4333-A4C7-1F06DF3D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2. Fieldline and particle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4C19D-C3FC-4AF9-9EBC-E62937A4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161DC-AA4A-4B84-97AD-EA17E7E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371CD-A2C8-409C-9913-0D96E667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Coils can match a surface and still change topology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7D31D-F5E5-4E92-AB12-7D80DD4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74C85-68F2-49A8-8882-AC6E16B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Fieldline and particle diagnostics catch late-stage surprises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160FB-1715-4E8E-9288-1EE8FAA9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7BC71-98B2-4E3F-B042-DF1C238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31A1D-CE3A-4794-9FC7-C2D38C58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1B1C-18F2-481F-AAAE-6D2B0C59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17</a:t>
            </a:r>
          </a:p>
        </p:txBody>
      </p:sp>
    </p:spTree>
    <p:extLst>
      <p:ext uri="{BB962C8B-B14F-4D97-AF65-F5344CB8AC3E}">
        <p14:creationId xmlns:p14="http://schemas.microsoft.com/office/powerpoint/2010/main" val="19880370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BFB1B-C568-4109-AB34-12E4739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D4E0F-F20C-4197-BA9D-611BE87B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05b0cdcb14369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FA272-0394-4900-9325-5F909EE2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Fieldlines diagnose topology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0EA3F-F710-4516-8048-3B83F26E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3DD2A-07FE-4D1B-83E9-39F4CA0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16382-9716-40A8-BF0E-4ED0A750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F6BB3-3F2E-47DA-8C40-11B9421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0B538-9B5E-4D61-9762-BDA3E4B0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Reveal islands, stochasticity, and topology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56535-7AA1-479F-A4E8-3747D82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3C83F-DD1E-4AB6-A468-D8D61F4E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70EF3-6488-41D7-A995-36F7D49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6AC7A-4C92-41AA-B766-1178051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Fieldline plots are followed by particle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DC918-2549-484D-ADB2-9718D40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FB49C-0A5D-4BDB-AE93-6D76365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51467-9996-49CB-A6EA-4E8196B2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01D56-8A23-49AA-908B-9D16F3A1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CFAD4-E990-48DE-BA68-CB79F92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15BDF-D569-48B7-AE22-1F9E49E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08D66-985D-435D-83BD-9C0D941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15852102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0DA48-4D43-4B54-A96E-97D48CC4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4314B-9621-415E-A1C0-A091470C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0af77d26416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C0E14-BEC9-4BC9-9EC8-7C37AB91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ESSOS fieldlines and particles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E2B9D-13D4-4DF2-89CA-716597F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56144-319E-496D-9D49-1212707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B8145-9BE1-4169-8871-063F511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BADBE-2FE2-44D2-944C-C4308CB5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7D3D-5A09-45A2-B077-35C938C3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notebooks/06_essos_fieldlines_particles.ipynb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9E483-59B7-4A81-83BF-CE032BFB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2A866-53FC-4628-A2CF-54114C1E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cached fieldline and orbit 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87E86-2264-4C63-ADC2-880FB4F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AFED7-A199-4319-AD77-D1C7127D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ESSOS in research mode only after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8839A-CA11-45F1-B060-C1133A9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32BD1-A2F3-4BB8-9189-5A906E2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Discuss fast-particle relevance for reactors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61CA8-B529-4C29-87A8-C948EBF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3320B-F3D2-46EB-B53B-ED74E6F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62B8F-AAEE-48C1-BABE-6EA33FE2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F4F22-B2D8-4D0B-8DB3-8C5380E6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94A4A-F30B-4963-80AF-DE64F8DC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6ADBB-B54B-4537-868A-9BEB75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66547-ED29-4296-B471-6CC42B18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567EE-85FF-4811-8478-3EE4999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F4D19-4522-41E3-89FE-9118DCA9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B5FC9-2E80-41E2-8429-BF4E882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636CD-F8CF-4719-A222-6873F6D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29A22-A3C7-4816-B469-0E2748E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7554C-117C-4F8F-A2C3-9210E10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92DF5-EBF5-40A8-ABDE-85E5E5AA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2335A-9704-4E15-8AAD-4631CEE3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AC9B7-C0E6-43F7-B4F9-0FB26DE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AC3BA-7A60-4CF7-B27D-733951DF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4CE45-9350-4191-99DD-40A65A5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19</a:t>
            </a:r>
          </a:p>
        </p:txBody>
      </p:sp>
    </p:spTree>
    <p:extLst>
      <p:ext uri="{BB962C8B-B14F-4D97-AF65-F5344CB8AC3E}">
        <p14:creationId xmlns:p14="http://schemas.microsoft.com/office/powerpoint/2010/main" val="21257512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6407D-8E86-40C0-851D-83F4FB7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A70BB-C677-4896-AA49-6F1F2D2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a35d60c574319"/>
          <a:stretch xmlns:a="http://schemas.openxmlformats.org/drawingml/2006/main"/>
        </p:blipFill>
        <p:spPr>
          <a:xfrm xmlns:a="http://schemas.openxmlformats.org/drawingml/2006/main">
            <a:off x="2209829" y="1790700"/>
            <a:ext cx="3486092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8A45F-1AB8-4597-B33D-94E5F153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CAB87-778E-42FA-A3CC-3F60FEA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D7E1C-88BF-49B3-8D12-FE0DB2A0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Good fieldlines support the coil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B83A1-141E-4479-9646-BC48DA2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4485C-BEAD-4F8E-99A0-E5AAB68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Bad topology catches failures a scalar map can miss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4F12A-5CE7-4287-B9E3-06920528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5EA4-FC64-4E96-96D3-F415BD49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4A1EE-E7C5-4427-8437-5625E68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82175382c4d1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37263-130F-4BF8-AA22-B9C0A949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cached field-line diagnostic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26E4A-CF64-4C1D-889A-7DC0711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6348B-E1EF-4453-9D1F-73CA2F3D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8F632-1346-494D-9F78-E47736B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48CC1-163D-464F-A336-704CCC68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E4CEF-AA0C-4939-BFA5-9E0A831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20</a:t>
            </a:r>
          </a:p>
        </p:txBody>
      </p:sp>
    </p:spTree>
    <p:extLst>
      <p:ext uri="{BB962C8B-B14F-4D97-AF65-F5344CB8AC3E}">
        <p14:creationId xmlns:p14="http://schemas.microsoft.com/office/powerpoint/2010/main" val="7144077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E34D0-D761-4349-92E1-C872D86E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7D533-08DE-4EF9-AB81-D6EA624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b673d45394abb"/>
          <a:stretch xmlns:a="http://schemas.openxmlformats.org/drawingml/2006/main"/>
        </p:blipFill>
        <p:spPr>
          <a:xfrm xmlns:a="http://schemas.openxmlformats.org/drawingml/2006/main">
            <a:off x="1602941" y="1790700"/>
            <a:ext cx="4699869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6D386-CB27-4F25-A69C-22FAC3B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B1686-CC3C-4228-AA84-A789B12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B3724-9D32-4932-8801-CB8543E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Fast-ion and alpha-particle losses are reactor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619EE-CE17-4CAF-BB86-BF5AC0A4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F702F-6B49-43AD-A853-AE1028B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Guiding-center and full-orbit fidelity should be chosen deliberately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8C7E3-2881-4FC7-8751-ED36948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DA75F-ACED-48A3-B9BB-A9C6818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DA44A-593C-475A-9B89-A5E705B5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b43b88a65420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9AB96-0FFF-4638-A621-54A6FC3A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particle orbit cartoon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44EBA-40A8-4283-BCF5-DEFAAE6C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6E5D8-7148-485E-A8E4-FA33DA9E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37E1D-7D37-4555-9241-88E3A89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10679-5515-46A0-9359-29270775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6C32A-F34A-4322-B0B7-4C2CC24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21</a:t>
            </a:r>
          </a:p>
        </p:txBody>
      </p:sp>
    </p:spTree>
    <p:extLst>
      <p:ext uri="{BB962C8B-B14F-4D97-AF65-F5344CB8AC3E}">
        <p14:creationId xmlns:p14="http://schemas.microsoft.com/office/powerpoint/2010/main" val="153120438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91C8F-BBC3-48BB-848A-B63E1803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B3DA8-D261-42D1-AD49-147D944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B3F1-4C09-48CE-A018-0340159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495F9-5BC8-49CF-8453-34D26B1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0917C-ECAF-46EE-BC96-178D2A0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FD525-CB7E-4E0B-B158-E82A20DD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Stage 1 may find a boundary that no reasonable coil set can make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2E4C5-72AB-42D5-AF86-BA34A299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708BD-E355-4C83-8480-AD735292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Stage 2 may return coils that damage the original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E6282-ABE1-45DC-8202-8217AAAA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40EAA-F71C-4060-A030-0830AFA0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E3127-16F7-4EE8-9E23-D0E8BCB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d1ea738c5442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595F-D0A8-431F-BF3F-93A1C42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Two-stage optimization can change the plasma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8F710-7519-47F1-9B78-2C1581BE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A7B99-D1D8-484B-8369-0D60F7F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B48B7-05A7-4497-AC38-DD248DB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13873-574E-483D-A067-FB31A4A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58DF4-96AB-408E-8451-5A394FA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22</a:t>
            </a:r>
          </a:p>
        </p:txBody>
      </p:sp>
    </p:spTree>
    <p:extLst>
      <p:ext uri="{BB962C8B-B14F-4D97-AF65-F5344CB8AC3E}">
        <p14:creationId xmlns:p14="http://schemas.microsoft.com/office/powerpoint/2010/main" val="12212248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FA257-D57E-454B-80BD-7205049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F46B6-E5F3-4C93-80C9-1C96EF1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F047A-FCD3-4CFB-AB86-BECE915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3E86F-1E3A-429C-A8C6-ECF02B4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cced64b5a43f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907C8-D345-428A-A354-D9B0691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7874B-8C8A-46DD-85D9-3375FFB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3. Single-stage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100B9-3AA1-4424-A63F-4736673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74FA1-3D80-4B76-877E-17305E9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E75EC-A4A4-4081-8F2B-3CA1C7D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Move plasma and coil variables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0670B-15ED-40F0-A896-45A8E68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78CD7-7F5E-4370-84B5-FCCC849C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continuation to keep the problem teachable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71137-B64A-4C05-AAFF-11085AA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ED8C-2CD2-4F8C-8E34-B938AFD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22428-B2A0-4293-9AA1-7DAA387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F9E1D-1DDF-4A0B-8AB4-82C2584F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23</a:t>
            </a:r>
          </a:p>
        </p:txBody>
      </p:sp>
    </p:spTree>
    <p:extLst>
      <p:ext uri="{BB962C8B-B14F-4D97-AF65-F5344CB8AC3E}">
        <p14:creationId xmlns:p14="http://schemas.microsoft.com/office/powerpoint/2010/main" val="21343377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EA283-4E33-43DB-A10F-8A2624C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CD601-59E7-49A4-8E63-E368BA4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1498a26654899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7291A-4562-4977-A8C3-1B3AEED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Single-stage design keeps coils in the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5FD16-B809-44F5-9BCB-780FE3F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59E06-6812-45F1-BBDF-1153D480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9525">
            <a:solidFill>
              <a:srgbClr val="C505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7F265-1F95-4084-A3FC-4EB1E5A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C3C4F-4AB7-4102-BE20-C0F2E1E1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9E04B-63F6-4E3E-AE3C-03B2AA9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95891-ED62-49B4-B8D0-1D48546C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1A1C6-7CDD-4172-9314-EEC75B58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9F8FF-42AA-499E-B82F-3B3B62BC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7E0BD-271F-4161-8A7A-46B370B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A6A85-185D-42DD-AF4F-AF8EAA90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87B39-0583-4C96-83DE-92C552D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9525">
            <a:solidFill>
              <a:srgbClr val="C505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A3D15-A097-4FE3-82F8-8C4DB08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457AA-A577-4314-B8F5-7E51AFBD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66BA7-28B7-4430-A016-5C6465F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8BE69-5C03-41B5-9B07-51CA7BB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EFC0B-1769-4B00-834D-C98DCDA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9BF97-43CF-4787-AF36-21ADA36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414C7-2C54-44DA-9A90-BA38CD0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2CFB0-857D-4860-97FD-2970828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BA348-4CDC-47F1-B7D3-ABBBCE5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E57E3-B9AA-4CCA-90F8-6B6336B3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Pareto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A62CF-943D-4FD2-9020-420CB47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57E3E-90D4-48D4-9192-05B910A6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Boundary variables and coil variables move together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31348-DF37-4B8F-A84C-33B48AD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B52A2-2517-4276-B614-C82F44B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objective includes plasma metrics, flux error, and coil 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76B33-64BA-423E-B498-D79144F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01F17-939D-41E0-8D0F-448AC2F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B47A6-2BE0-4CCE-AE9B-6B5CF1E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B2F385-0E79-458B-9DEE-EEFE338C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74881515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C298E-94A9-453F-A12C-45259B2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EE13F-020E-4AE4-8B6E-50AD3C1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220bafb34e2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EFB54-CCAA-4ED0-9052-889A750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single-stage toy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F0992-33B7-4F00-9560-0141D63B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54D6D-2C3E-4E42-BC8E-77D1131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3A085-F7DE-41F9-A2FF-16C7D21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8B77C-3951-4772-9AE0-38ED9A0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820B6-CF0B-4DCC-876B-D3B4AEEB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notebooks/05_single_stage_toy.ipynb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90117-92E1-49E6-95F5-1920474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6B9E6-CC8E-4926-8D95-59E08AE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objective pieces separately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A03FA-7809-4A7A-AD2F-CA62C40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BCA53-1BD0-4795-9F8F-AF09F0A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Vary the flux penalty weight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DCDAF-5FFA-42E3-8ADC-C26BFCF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A2AA-0365-481A-ACFA-82287717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Identify the penalty that prevents unbuildable solutions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797ED-6294-4140-BC5F-62014CB8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D6673-2AAC-4BB7-A0EE-BE7010DB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BC4AC-B788-4C9F-8531-2DB94F3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A0EDC-8815-4FFA-9C62-6B30465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02D5B-AA82-4147-BA8F-81DD6C4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E5418-C7D7-47F8-BEE9-DA90FBE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FD2BC-C112-4534-8A44-D0AEDA3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87E79-8BE3-4493-AF3D-D18931A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C4945-B6C3-4B4D-9199-B2D8A8A4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8EC8E-FEF3-475A-9075-8EECDE5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73FAD-46C4-4577-ADEA-E1B2166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BAE7A-5838-4B36-A490-55AA1C6E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60378-65C8-47A3-8666-1F99F31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9619A-AC2E-4F13-9967-D29B649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8C0FA-A0A7-46DB-83D0-67C35702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23F46-B54F-4853-AE04-F04B80F5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3B9731-5BDB-4C3C-BFC9-B8ED58A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D40D3-B4E4-4518-8428-2021FB4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25</a:t>
            </a:r>
          </a:p>
        </p:txBody>
      </p:sp>
    </p:spTree>
    <p:extLst>
      <p:ext uri="{BB962C8B-B14F-4D97-AF65-F5344CB8AC3E}">
        <p14:creationId xmlns:p14="http://schemas.microsoft.com/office/powerpoint/2010/main" val="82945120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C770C-ED69-4CDF-BE4E-282A125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09841-7E8A-49F3-8236-34F8E376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93430d60e488b"/>
          <a:stretch xmlns:a="http://schemas.openxmlformats.org/drawingml/2006/main"/>
        </p:blipFill>
        <p:spPr>
          <a:xfrm xmlns:a="http://schemas.openxmlformats.org/drawingml/2006/main">
            <a:off x="918229" y="1790700"/>
            <a:ext cx="6069291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BE797-4265-4C56-B95D-C6FE62B2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D357D-2612-475B-BAFE-0FBDF76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2A3A8-BC02-4311-8947-80125F9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total objective can decrease while one term stalls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33462-27B4-4DA2-A399-1522768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C7F53-84E3-4596-846C-82833A2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terms together with the sum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35E91-11CE-454F-B5A7-A880395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D688F-968E-4292-B275-6B26BC2F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68EA3-3362-4BA8-BDA7-86A0FBB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a62e6792e432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207B6-D319-47EB-85AA-3825A3F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single-stage objective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FF2D8-6FD6-4760-A357-8A62C475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6977F-14F6-4202-AF48-BC20D8C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ED189-5D20-436C-A663-B9A1A5B8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C6111-4D0F-4802-AB55-5C21B21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10F3B-FCE1-483F-8C10-E6EA187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26</a:t>
            </a:r>
          </a:p>
        </p:txBody>
      </p:sp>
    </p:spTree>
    <p:extLst>
      <p:ext uri="{BB962C8B-B14F-4D97-AF65-F5344CB8AC3E}">
        <p14:creationId xmlns:p14="http://schemas.microsoft.com/office/powerpoint/2010/main" val="57816639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C4C7A9-1F1A-45ED-9F0F-A27022B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48781-715C-4AD0-9EAB-ADDEC46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52119f6394383"/>
          <a:stretch xmlns:a="http://schemas.openxmlformats.org/drawingml/2006/main"/>
        </p:blipFill>
        <p:spPr>
          <a:xfrm xmlns:a="http://schemas.openxmlformats.org/drawingml/2006/main">
            <a:off x="908834" y="1790700"/>
            <a:ext cx="6088081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62866-12B8-42F5-9105-889ED16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21539-2467-411D-A244-DD102440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5ED91-E407-4B36-94D9-67EFA0FE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Start from an easier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2614F-EE56-411A-8EE0-037F4D6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89838-767A-49E9-9B76-2247FDC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4500"/>
            <a:ext cx="30670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Increase coupling or constraint 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86E60-6088-4365-B7CF-E7CF122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9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BDAC5-5F33-4D2E-8419-A434B3C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92550"/>
            <a:ext cx="30670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Watch which term starts controlling the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3A8F0-6E42-40CB-AE8B-F77F47CD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C484E-9F8C-48C3-80A5-E016740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F7774-F279-41A9-826C-D0258ACA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060d64c0d410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884F7-ADE2-4C7E-8BF3-72A8DE4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weight continuation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234D2-4887-490E-910F-72C4B23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B0332-AC63-44D0-91B9-ED29F1C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D2F0F-EFC2-4BB8-804D-43DCE0A7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C9B9E-B3BE-491E-BC86-30B5B712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48084-D2E2-4FDB-B639-21F6086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27</a:t>
            </a:r>
          </a:p>
        </p:txBody>
      </p:sp>
    </p:spTree>
    <p:extLst>
      <p:ext uri="{BB962C8B-B14F-4D97-AF65-F5344CB8AC3E}">
        <p14:creationId xmlns:p14="http://schemas.microsoft.com/office/powerpoint/2010/main" val="15384632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BB17B-6EA2-40C8-80B7-A05C58F2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D506-144F-4C31-B67C-75D3492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2950ff6314a9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599C7-2B6D-4D72-8763-77EFEEE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Direct coil optimization changes the gradient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8447E-2FFD-4F13-808E-7FF0C66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60E4D-5A20-46A8-A984-D643872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CAD9-696A-48C7-B527-529532F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C9F5-075B-4168-AC56-4AD9EAF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5A940-2FA4-4065-A686-3D4D9B2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Biot-Savart fields are differentiable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62F0E-0B43-4FB8-8178-B05D8EFE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3D615-A8C5-4FAF-A075-B1EE0125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874B0-B326-43D8-BD58-2479135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39308-E965-4B60-AECD-95D0564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Fieldline and particle objectives can be differentiated in JAX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9B6DE-B560-4D3A-ADDC-76A621E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E365C-FF22-4340-A06E-7A3A583D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F92FD-5F52-4597-8203-EB3EE29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8BEBD-816B-4D00-8AAB-3F90478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Gradient accuracy still needs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D50EB-293E-407A-988A-C0972D3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0C8A0-80FB-45EB-B8D3-C67E80C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43676-3793-4109-879F-C2918949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2698D-16FF-492F-846E-488AE9E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5DF6A-07CA-4A0E-B3CF-73DDD37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EC0E3-FC6D-4471-A39F-C9FE9BD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C1328-B0B1-403C-9A1F-AC98A418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104660330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231FC-3247-4668-AAC5-B592193E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604EE-F752-490F-B813-05206CD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AB4D-7846-4B10-BEF5-ED4447F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D2D72-83A5-4FCF-AF9B-57B6F63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E7F89-F3B7-49E9-93D8-9B70A6D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6FA7E-8829-4849-99F0-EC94DD3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Autodiff gives derivatives of the implemented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21AA-2363-4E51-AA78-257589F0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249FD-2816-463A-BCA0-0E51BBD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implemented model still has a validity 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BF0AE-CB3C-4EFB-B4A8-505A835E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47F66-660B-498D-BB03-3AA95EC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40E78-30E9-4F0E-8348-5AA62CDC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a3ef284804a1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FBE45-758C-4B33-BAD9-CD179AB3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Autodiff still needs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41CB-AA6C-40E7-BFBD-B266A04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865B0-943C-4EF8-AB14-883003B7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319F9-430B-4849-9DE1-F8F6264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EEC99-FA6E-41BF-AFE3-9E5C029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7AA95-E955-4FB9-9410-2C8BFD8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29</a:t>
            </a:r>
          </a:p>
        </p:txBody>
      </p:sp>
    </p:spTree>
    <p:extLst>
      <p:ext uri="{BB962C8B-B14F-4D97-AF65-F5344CB8AC3E}">
        <p14:creationId xmlns:p14="http://schemas.microsoft.com/office/powerpoint/2010/main" val="207095387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121521-1A67-4B5B-9962-710DB6F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D2D2-E4B4-4D3F-A55C-26BCB697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b8356dfec49b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9D91A-B6BD-4D20-9FC4-DA0E29DA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Robustness is a stage-2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42C3F-9174-4BE7-BE70-948C79D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A0854-2393-45B0-A432-FB3CA3B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02760-EDB5-4999-9615-EED58144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8FF68-801A-4537-83AF-17EB994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96ECD-5BBB-4351-BA65-649A896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58722-43C2-4F88-8EDE-C79A0B38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107FF-5E26-488D-A8AE-0004566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0B34A-F11A-4F3C-A777-DDD86A1B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Manufacturing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CDF14-B5DB-49E7-B57F-A17E9D80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ECECD-E803-42D0-A7EF-D0BCA75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819D1-3096-401C-8FFA-440E2DA5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22BC5-0DDE-4333-B4DB-DF04D49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Current perturbations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6103D-A40A-4AF0-AEAF-9600E9D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55E1B-FBD2-41DD-87C4-D433840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9FBE3-E831-476F-AD2D-25D4664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4FD17-FDBA-4F20-9F72-A11AC214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Coil misalignment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B47B0-9F3A-4E70-B5A4-037CC26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39A40-FE57-41A3-AB45-585D0A0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14243-3971-41CA-BC5D-A7C3C59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D9D47-7C8B-4AE0-B50D-17389738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Maintenance tolerances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7F391-4145-418C-AEA9-D9B32AF0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6A063-B056-4129-863F-386399C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6E42B-E6B9-442E-BEAF-F133A198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C6550-CA04-46BB-9C3D-E4567CAC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787CE-4717-4861-A67F-80A99FC0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30</a:t>
            </a:r>
          </a:p>
        </p:txBody>
      </p:sp>
    </p:spTree>
    <p:extLst>
      <p:ext uri="{BB962C8B-B14F-4D97-AF65-F5344CB8AC3E}">
        <p14:creationId xmlns:p14="http://schemas.microsoft.com/office/powerpoint/2010/main" val="153845612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9742C-43CD-4565-A0AE-7A0C09BA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D0B5A-A8DA-4766-A893-EEFFBF9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BCF6D-A4C9-4A93-AABC-E3D69C64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3015B-BACB-4235-A6A7-CEE3E54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689AE-CF83-445B-8480-35F3532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947F8-4332-4155-9BAC-ED5CDE2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Length in 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C4411-9D1B-4765-AF0C-3732E8D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15927-F136-4680-85AF-3AC65941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Curvature in inverse 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5B304-D3FC-4F5E-BDF4-56E8065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C14AC-22E0-4B38-A6B3-C547FCC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338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Flux error normalized to field 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0D516-4186-43BC-B61A-820D282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91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B9A11-75AE-4CC5-8E6F-EBE10B7A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86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Separation in centimeters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03F38-EABF-4BDE-ACBB-1501B09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FF7AC-1361-4929-8FA8-300C074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B01D9-332B-41BF-B87B-989D3F4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6d4300a27408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7484D-2F97-40E0-8E83-F6FB6EA6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 coil objective needs units and scales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1A3D5-F211-4904-8873-C566B764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3FF42-A187-48FE-B6C4-F5F616F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244BE-4646-45AB-A27A-7005688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B638E-6DAB-465F-B8B7-4B4274D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1E193-5905-4E41-8714-18A517AE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31</a:t>
            </a:r>
          </a:p>
        </p:txBody>
      </p:sp>
    </p:spTree>
    <p:extLst>
      <p:ext uri="{BB962C8B-B14F-4D97-AF65-F5344CB8AC3E}">
        <p14:creationId xmlns:p14="http://schemas.microsoft.com/office/powerpoint/2010/main" val="6393443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536A2-81AE-483D-9EA7-2630658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B05D7-1FA9-4688-AF09-CCB707D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a9ef8e5be430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7A336-72D8-4405-8355-2526F28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Computational checkpoint for lecture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85B5A-1A45-4BEA-A8B4-92A54496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80B6-4886-4E61-9F5E-816A8CC7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7717A-7EE8-48B4-8DF9-6732C45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55D2-7995-474F-A8BE-CDE34CF5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3EDF1-6DBE-4F7E-B83D-1AB8BD5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scripts/generate_all_figures.py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B4BD9-B8B9-455E-864C-3C89C22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BA4D0-6B80-4AF4-BBBC-0406FE2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 notebooks 04, 05, 06 in cached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38E93-0673-4869-886A-DB6F3BC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A0A8D-909F-4578-A2FB-04C7B83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Regenerate coil and fieldline figures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75FA0-E8B4-4F49-9927-0D19306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87D8A-55AD-49CD-A3D9-BC1C113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which paths are cached and which are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54254-E4B0-4EBE-892B-B3614C6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DA836-8EA2-4675-AC06-063EAA0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B4648-7008-476B-8254-9124F4A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F2FD7-1204-4E78-91D6-B9E20BFE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EBE3F-E4D6-45BE-A2F8-AFA21E8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9622C-B184-47AB-817E-70564381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73D54-A555-4A06-9A39-22E4C8DF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DE784-A2CA-484C-A309-D744E0B6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F37EA-4753-4EB6-866F-015B7C1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0774D-1C19-4BAF-BAE4-7B615FE4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B30DC-58EA-4A56-B9CA-019FCB5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CCCD2-6729-496B-956E-0975F7A0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D2B56-1E9E-4AEC-AE2E-A76B20C5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3A540-2667-4590-94CD-C0B504C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A6A1E-18EA-4061-860C-4E696E38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FF30D-9576-412B-9048-2DFD87C0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97704-1347-40B5-A237-8333B77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5D08C-118A-447A-BD0C-3209B794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32</a:t>
            </a:r>
          </a:p>
        </p:txBody>
      </p:sp>
    </p:spTree>
    <p:extLst>
      <p:ext uri="{BB962C8B-B14F-4D97-AF65-F5344CB8AC3E}">
        <p14:creationId xmlns:p14="http://schemas.microsoft.com/office/powerpoint/2010/main" val="59321362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CC1F6-9C17-4E5B-978C-3CAFA3E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29234-9E7F-402A-928B-C91A985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5f7a6798547a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212BF-506E-46FB-8F72-F469999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Exercise: increase the length penalty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4BBA7-F01E-4E5D-AA23-74184293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637D5-AD84-4E52-B98E-F8C3D92B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27EA-CDF5-46A2-97D3-F9DE5017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19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13C64-4FA3-49A4-A737-E0C5C79D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5-10 minute classroom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48F7C-2008-4227-B0B5-E3BD6B20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F4AEF-7948-437C-86A7-FF50281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D2451-304C-45DD-A6BB-31586FE2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improves?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FB04-46DC-45CB-B728-8A5DA9D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41E29-9F0E-42C6-BE71-1B5C5715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52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worsens?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1320E-77F3-4A47-B92C-9C58DE2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4ECDD-CF65-406E-B7AF-66E3124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45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metric would you plot before choosing?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6917A-A4EB-4074-8660-1D69A9E8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DA39F-B5BB-4B52-BFD6-B18268A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539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Expected answer is qualitative: identify the tradeoff, not a magic optimum.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FFC60-1B0E-46DB-AB7D-CB7233E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30127-CAF7-4369-B6D3-0542828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B8228-7FCC-4DF6-A8E4-E8759B2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B346B-E6A0-4231-B33A-0A368C1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33</a:t>
            </a:r>
          </a:p>
        </p:txBody>
      </p:sp>
    </p:spTree>
    <p:extLst>
      <p:ext uri="{BB962C8B-B14F-4D97-AF65-F5344CB8AC3E}">
        <p14:creationId xmlns:p14="http://schemas.microsoft.com/office/powerpoint/2010/main" val="146275472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366774-E3F3-4E8A-A4C7-1F14D83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5D1CE-73AF-4947-A173-CE152678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2aee96a13492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80458-70AD-4015-9B56-40035AF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Exercise: choose a coil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FC13A-AD9E-4157-8FDA-42C2AF3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AE576-4F96-4194-902F-DE83676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91ABB-D42A-4AD2-A8D0-13195AD8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19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CF418-2E72-464E-8C3A-EB67F76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5-10 minute classroom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ED5BF-3CBD-4190-AC99-21C8B2A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88F8B-1560-44D0-B758-7FADFB6D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B374B-929C-47B7-A3CC-CA493777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Design A: lower B dot n, higher curvature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4AFC6-6D73-4F09-BDFD-56E0AD5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69393-7CA6-49B6-A4A7-714275D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52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Design B: smoother, worse flux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6958B-7C3D-448A-8A05-2227769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9F6B1-24A2-4D8A-9C40-FB55771D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45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one survives a first experiment?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B8C88-CB76-4E04-8B7A-96C0774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67D8A-F141-4E6D-B240-A33E13CB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539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Expected answer is qualitative: identify the tradeoff, not a magic optimum.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709A2-AE06-42A2-9FBC-0912E68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D1E97-50C1-4946-95B0-D33C35E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C58A5-FE2D-4FE5-8014-B4A17EEA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9424B-DC1C-4BC7-A4C6-5B82CAE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34</a:t>
            </a:r>
          </a:p>
        </p:txBody>
      </p:sp>
    </p:spTree>
    <p:extLst>
      <p:ext uri="{BB962C8B-B14F-4D97-AF65-F5344CB8AC3E}">
        <p14:creationId xmlns:p14="http://schemas.microsoft.com/office/powerpoint/2010/main" val="41357794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61397-C8FF-4FE2-8CAE-24D7977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E37A-38E4-4EA7-A0F5-656FA5F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9d08d3c24442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52534-F81A-4298-8CCC-FFF61BD4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Lecture 2 notebook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8B4DE-62D3-48AD-9A35-E3E93E1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65369-02EC-437E-BDDD-30E81A73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44474-A3E8-4B1A-8D6A-F722ADEF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0AC3C-8783-4E63-9FEA-15CF06E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5258B-C990-4B4B-85FA-80BACE5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54D92-7481-4E8A-A6ED-CEFAB26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C4993-6EFC-4EE5-9E79-69611A1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4F954-7A65-410E-A2DF-C62F1EE1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04 stage-2 coils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89DF6-159C-48E9-8BB3-AD69E2F4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43770-D514-4294-9523-39CDA9C7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19756-C350-499E-9E29-99526C8A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CDEA4-1D8B-40DB-9D7E-E9EF041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05 single-stage toy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7775E-FB5E-4D5E-8BEB-B421890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4FB0B-BC72-4967-8B65-0F1FAA6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1255C-4395-4C71-8AF5-6E584B1F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69D57-FAB1-460B-B37B-3DBDE60B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06 fieldlines and particles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6A192-BF6B-4C1F-81A2-530243D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E03BE-4972-409E-83D3-89BEF3D0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250A3-8D0A-4F28-B1E2-5FC7C66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697C3-2EC3-481F-8B66-83BC700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11 Pareto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1A830-0EEB-48CF-B91B-7751F344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6F79A-FC67-4A08-80EB-B9364D54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25F7E-331E-4A1C-AF6A-7261798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325B06-0152-427B-9ECB-A8F9285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76495-68AD-4492-BB87-004E78BB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35</a:t>
            </a:r>
          </a:p>
        </p:txBody>
      </p:sp>
    </p:spTree>
    <p:extLst>
      <p:ext uri="{BB962C8B-B14F-4D97-AF65-F5344CB8AC3E}">
        <p14:creationId xmlns:p14="http://schemas.microsoft.com/office/powerpoint/2010/main" val="143005111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8341A-243C-4807-91D5-9B964D38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BB84E-2E03-4CB2-B448-B8B5731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3eda49e1a467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C5C2-7FAF-458C-8C76-0D3C75A0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Five rules from lecture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4277-E817-4EFC-B03C-460D3642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1E6D-55D4-4B7B-B8EC-597C61C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02855-E5FA-4040-8FA1-349007A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Pair every boundary with coils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D5823-1DAB-483F-916C-10BA018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C7CC5-D9F8-4DED-9793-09A3EFD0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B dot n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113C1-FBDF-4E12-8312-2A2F5A31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B3026-6074-4D06-B6F8-6734454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coil complexity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737EE-B20B-4F61-8EA3-F595302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C80F6-2381-439B-B0D8-42EA5CDC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continuation for coupled objectives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5417B-646E-40DC-8618-20274CA7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D9641-DD2F-4C97-ADCE-1605DBFC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Treat engineering as a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10217-A91C-4901-AE9A-EFC62FB5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FDB85-A65A-48C2-A397-CE6EE54D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8A5B9-0DC8-4AC1-B2F1-FDEBE69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FE8EF-108F-4FA6-8FDD-A2C8D4D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ACEFC-A131-49B1-BA37-D7337F4A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D4719-573E-461C-9FBA-D8AE187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36</a:t>
            </a:r>
          </a:p>
        </p:txBody>
      </p:sp>
    </p:spTree>
    <p:extLst>
      <p:ext uri="{BB962C8B-B14F-4D97-AF65-F5344CB8AC3E}">
        <p14:creationId xmlns:p14="http://schemas.microsoft.com/office/powerpoint/2010/main" val="72182598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C36B5-7035-46C3-B52A-4C2AA38D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35471-C9C8-4819-AE89-714A310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d1af9d61a480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E162D-0DE6-4605-8FF4-F49BDEB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Stage-2 objective terms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DC85A-F976-4717-AD99-18B96F5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A5352-251C-4977-B797-2E55BC4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EACA5-1886-4EDB-90B3-A91B78B1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C3B9F-1C55-4EE6-8F9C-DC9BFCA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243A5-E8D9-45B2-9976-E4EE45E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9226A-DD2E-4F5F-8A2A-EB30E6F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E6F5E-E942-4B5D-B8A6-C40EDDF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EB456-B49E-41EB-BA7C-17AA05A2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Normal-field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CAAFB-93C8-4FDA-9515-40EA604C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does the coil set produce the target boundary?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82D8B-31A8-4236-912B-186547B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8CC70-67A3-42FF-A14C-30EE10B1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C9E24-1CA9-4CB0-8E43-9CEB0A3D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Length and curvature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0574B-4E1C-484C-A871-1BC563D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 the coils be built and maintained?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C59E5-7CE8-4FBD-A57E-89F86C2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C80EC-CA31-4414-8A56-68BE41A1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0DFCC-36B4-4D10-99AD-7A46C899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Separation and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E4018-56D3-4F6C-BACD-7A4DDDE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 the device be assembled and diagnosed?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A60E0-995E-429F-9736-83C836C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9DA9F-AEC2-403F-A278-BFEF023F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56496-3807-4981-B51C-38372F9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EF8D7-C38E-4C34-86BD-ED7190F9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37</a:t>
            </a:r>
          </a:p>
        </p:txBody>
      </p:sp>
    </p:spTree>
    <p:extLst>
      <p:ext uri="{BB962C8B-B14F-4D97-AF65-F5344CB8AC3E}">
        <p14:creationId xmlns:p14="http://schemas.microsoft.com/office/powerpoint/2010/main" val="113351231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7B66F-4FA0-4A47-B9DB-EC0D1050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0D12E-6818-46FF-9636-A3D9E9B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69bf33841435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BEF6B-EA50-40EE-B077-99463201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 - SIMSOPT research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A4919-84EF-4407-B10F-46771FAA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D686C-193D-4605-BFCB-7C327FA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F06D-14DB-4380-9998-CFD0BA5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4D0DA-23CD-46BB-97EC-DEF28F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9DFC0-D16C-4DFD-ACFE-A6500B00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Load the public QA target or a verified local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03293-AC0C-4165-A530-CCBB987B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8DEFD-C864-46CA-9721-DF71A33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1F6D5-7301-44D3-8C14-1B4CC1C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AC510-AB01-45CD-8D81-30ADD03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Build curves, Biot-Savart fields, and objectives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3B331-D73E-47F4-82FD-AEB6677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04E0D-7766-4322-8D75-6119853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1FF56-55A3-4BC2-AC25-E9FA802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B52D3-0BF1-4129-8418-D00402C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 a tiny optimization before trusting a longer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C0336-ACF4-465D-8FFE-E6023DAD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A9DD5-E04E-4196-8AD0-C2B8BBDD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259EC-53B2-4F08-8053-FE7B7A4B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C8C02-72C5-4756-AD63-E40F98D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64A1B-9B19-443F-9E6D-B48CDE7D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1757C-C034-4F74-8D54-AEF89CC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58533-E3C2-42C5-8186-9F189A3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38</a:t>
            </a:r>
          </a:p>
        </p:txBody>
      </p:sp>
    </p:spTree>
    <p:extLst>
      <p:ext uri="{BB962C8B-B14F-4D97-AF65-F5344CB8AC3E}">
        <p14:creationId xmlns:p14="http://schemas.microsoft.com/office/powerpoint/2010/main" val="30343064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3575CF-6B09-46B6-BC87-F1E78B93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FA5B-7606-4721-B14C-22E3615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453aa5027455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85F07-AC42-46C4-B33B-7DF57EC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Fieldlines and particles answer different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917F6-DCB5-4075-B46E-B8CBA7E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584B2-2420-4654-8612-268A040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4CC2D-8F4D-4B41-8494-E3765DE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D6486-95F9-4626-8FA0-5DEF3ADC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12D9F-06D4-4E1E-94BF-05B103D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Fieldlines expose islands, topology, and stochasticity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0013E-9084-4A2A-A467-4E514A5B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22F17-CEAF-4220-919E-549B715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3FD1A-ED3E-48E7-911F-09C39D5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C6E4-0D7F-42BE-A548-B77ACDA5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Particle orbits expose fast-ion and alpha-loss 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E2310-637F-473E-BCFC-233422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7975A-1140-4451-A3B8-B66D7B1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9023B-0BB0-44E7-B120-5BE315D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1FB51-7EDB-4E6D-BB4A-5698ADE0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Both diagnostics should be rerun after coil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2DC86-9C3D-4A4A-94BA-818853F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34770-99F1-4645-BC45-B026CA6E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374E3-D7D0-4ACC-90A6-96E5B66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51EE6-3B54-4711-9C80-6B3ECFA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3A388-A0FA-440F-AD45-8DC4EB38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12CE4-8C06-4ED9-ADBA-DF48C37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FC06F-EFA3-4611-82FC-5B61B7E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39</a:t>
            </a:r>
          </a:p>
        </p:txBody>
      </p:sp>
    </p:spTree>
    <p:extLst>
      <p:ext uri="{BB962C8B-B14F-4D97-AF65-F5344CB8AC3E}">
        <p14:creationId xmlns:p14="http://schemas.microsoft.com/office/powerpoint/2010/main" val="10773751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E36F5-D705-40C6-A109-97DDE2CB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07914-E447-485F-8C1E-67BD1F0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1E312-4752-4960-828D-A88D8D29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A5C9-08BC-490F-9665-B7C1824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7EE95-AC30-4BD2-BFA2-9DE4240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7546-DBEE-4ADF-B982-65D32C6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plasma metric improves without hiding coil complexity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421C8-F9EE-4CBE-AA3A-86F00D6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1DF01-6C9D-49DA-BCC0-2C34533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coil metric improves without destroying confinement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5D7FC-F660-45D6-A251-2CC3852C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C8F31-6A38-43A8-894F-92D4953B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combined gradient is checked against finite differences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E48F8-32B7-4EA1-B8BB-488176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DA479-6B79-4981-91C3-5192C88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8CA7-417E-4429-8239-260DB657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bc86c2e4f435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F63B1-1622-4707-9B01-AB70EEC8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Single-stage acceptance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861B5-A742-4111-A133-E9F2444B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728B4-64F4-4F2B-ABFF-99DFEE0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76521-4DCD-4AF2-B039-CA9CA8F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73F36-CFAC-4E7D-B522-DA610922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FD4C3-4AB2-4E52-85E7-988577D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40</a:t>
            </a:r>
          </a:p>
        </p:txBody>
      </p:sp>
    </p:spTree>
    <p:extLst>
      <p:ext uri="{BB962C8B-B14F-4D97-AF65-F5344CB8AC3E}">
        <p14:creationId xmlns:p14="http://schemas.microsoft.com/office/powerpoint/2010/main" val="1296865969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60CA3-7059-4EF9-A49E-AE2FF42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BD6C7-0162-4D3B-B5CB-DACD22D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a5409d7ba449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E4F4F-2FBC-4CC1-8E88-44E3171C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Coil robustness outputs to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5F161-3BD5-4E05-97E8-5EF2BDA1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9590A-2E76-4346-8490-241C285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69A0-7F7F-4E42-84BE-F919DE2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A112C-5462-41B5-8C7C-71ABD85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E7BB0-BBC0-4BC7-A38C-8C1BFE2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34AD5-0733-4F76-B299-E6D3502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A866-4912-4660-81B5-6F80DB0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2F289-E197-4287-ABF7-63C135A3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Manufacturing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C120C-564E-4312-B3DD-458E45D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sensitivity to shape perturbations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B92E2-1B10-4955-AFAE-4067F352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93BFA-3A27-4A7C-957D-60D5383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6555A-898D-4034-BF04-9612893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Current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B3A6B-5960-4A97-909D-222DF81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sensitivity to power-supply and trim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584E1-6C3B-457F-AAF8-30ED081E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A9386-2502-48A5-A4D1-A5B240E5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C4F77-922F-40C3-AC05-315D8FE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Maintenance tolerance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CDB23-DE79-4A11-B961-181EEED5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clearance, curvature, and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8E1F9-C9BC-4B43-8F43-A73BD0E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ABF4E-6851-4124-9643-7B267AB4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028A0-D2B4-499B-94A8-7D4C21B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ED5E9-50C8-4028-B07B-DC52654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41</a:t>
            </a:r>
          </a:p>
        </p:txBody>
      </p:sp>
    </p:spTree>
    <p:extLst>
      <p:ext uri="{BB962C8B-B14F-4D97-AF65-F5344CB8AC3E}">
        <p14:creationId xmlns:p14="http://schemas.microsoft.com/office/powerpoint/2010/main" val="53528285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762EA-703E-4442-BA82-9BD8F9CA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A274D-EC55-4763-B73F-D30B07F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95155a6e64bc6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AA5E7-D8BC-4820-9A42-5D1438F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Research path: from curves to field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86AD-8606-41C7-8C20-6B75585D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223EE-A46B-4F68-8C67-AA4C5CE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5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32BA9-0151-4A7B-9984-BAC7D846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94E5E-F5BE-4288-9944-2B5CE356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Choose a target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85B5F-DF8B-4149-A014-FB7A2B86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5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1F1F8-79B0-4C1B-BD57-092DFF6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2EAEB-433B-429C-A61C-C06AC18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Initialize coil curves with enough clearance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75D7B-924E-4533-ACFB-3C71649A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95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536F9-A0F7-4656-A902-624F88D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50850-45C4-483C-B6CF-8FF1020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Compute B dot n maps on the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1870A-6A9A-4437-A529-E2AB303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89A62-BEB5-4023-9346-6308B00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74555-CCEA-4A90-AC7A-E4DA793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Optimize with explicit regularization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848E4-8DD9-444E-8E9A-37B4BB5E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EFF3F-CA15-4500-9E56-5F6D7AC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B38CF-E06B-437C-BB11-442F9E78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Rerun topology and particle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9812C-12E9-41FD-B268-69E0069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CF0E8-032D-41FF-B781-92C59574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E1214-0E35-4A67-8492-2AABAC8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0B16B-C20B-4C64-9C53-01A334C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77571-C3B1-40F1-BF98-8908D6F5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42</a:t>
            </a:r>
          </a:p>
        </p:txBody>
      </p:sp>
    </p:spTree>
    <p:extLst>
      <p:ext uri="{BB962C8B-B14F-4D97-AF65-F5344CB8AC3E}">
        <p14:creationId xmlns:p14="http://schemas.microsoft.com/office/powerpoint/2010/main" val="203600213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75239-5D4A-42D1-9585-8BBED557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8F259-196F-4FA8-BB30-92D507D1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2cd6e22c44a2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5507-2759-4DEA-8A41-C766EBA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 - a coil set can win the wrong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9B025-7C92-4A57-8E86-8811C2D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3F5E-C834-469F-9D89-C79D93C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C4419-06BA-4B4E-BBB9-B3B0899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341AF-57F2-4874-83D3-F1FF0DE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309B2-0F69-4A98-A280-4233621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Lower B dot n can come with higher curvature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0EF69-2494-4DB0-9B3D-8B66DB19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58E8B-A408-4406-893F-1824E577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9EF5B-1304-4B13-9DFA-7AA8C16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2BC54-20B0-4038-B223-E0403653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Smoother coils can miss the requested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83F65-C441-4A13-831E-413F83D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CB1A9-2B5C-455D-83EE-0EC29D6A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4A04C-6F19-4500-83F0-AC504C5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4DB41-1765-4E33-B0E8-D01399C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first experiment needs both magnetic accuracy and engineering 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D4718-1257-4DD1-B90A-6ECD247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B1B81-3334-4D7D-85B5-378F730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6F425-05FB-4E85-BDCC-9972ED1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78990-B9A7-4704-9E66-8364FF6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1D337-4EC6-4AD6-BFB1-9C32F38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11751-A01F-4C02-8346-2E95913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590B2-2364-42ED-8CFD-2127FBE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43</a:t>
            </a:r>
          </a:p>
        </p:txBody>
      </p:sp>
    </p:spTree>
    <p:extLst>
      <p:ext uri="{BB962C8B-B14F-4D97-AF65-F5344CB8AC3E}">
        <p14:creationId xmlns:p14="http://schemas.microsoft.com/office/powerpoint/2010/main" val="78669224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07733-2E3C-4042-9A72-1D5F75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A751F-7612-4ABD-A5A6-7EEB6EFA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85edd0ed4415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430A8-4198-4CA3-A361-618B6F6F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Lecture 2 take-home messages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5D7EB-0FEC-46BA-80F0-C39F42B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8229D-DA63-47E9-8BB1-8397719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49D6C-FF9B-42AB-8945-76BEF7FF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Stage 2 turns a field design into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4D580-43B7-427C-96D8-DB3EBA5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2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B393A-E9E6-4E38-B2C8-144613B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780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Single-stage optimization changes the tradeoff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449D2-E550-4FA0-A49E-6C627A16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0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083F2-2573-46D8-AF26-5B2267C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258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 simplicity is a physics constraint once the device must be built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AAE32-6230-4D43-8BA4-4D79BC2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7DF17-68B7-4AFF-8147-7DAF9E0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52C3B-ECCD-4851-A88D-E496BCD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82344-9588-4557-9A0E-9003791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E2182-175D-4E0C-86B3-82CB3B0F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4F4C1-9823-45E9-8A92-CACDEDC9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44</a:t>
            </a:r>
          </a:p>
        </p:txBody>
      </p:sp>
    </p:spTree>
    <p:extLst>
      <p:ext uri="{BB962C8B-B14F-4D97-AF65-F5344CB8AC3E}">
        <p14:creationId xmlns:p14="http://schemas.microsoft.com/office/powerpoint/2010/main" val="109983261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696F3-4A67-4E35-B224-8063A03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97DFD-A5BE-4251-A35A-C5666D95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60A03-7F98-4B55-9B2D-9260624C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80367997b4af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CF001-07B5-4AA1-A657-00B7ECC1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41839-857A-493C-86A9-AA8AD66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Take-home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F72C4-014E-4D0E-A3DC-0FE7DE46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1A3C2-E3F1-4B68-A03D-3D0CA03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D2ADF-7F56-40FF-8520-371DF874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scientific object and the computed artifact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20618-34F5-4A31-B734-FADE7D3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994FD-DB9C-4446-8565-8DA8CD6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Rerun, perturb, compare, and explain before trusting the optimum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DCDC3-5F29-417D-913D-BC2A4BFE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773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84AA9-77B4-4D70-B6F9-4EDCE6C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Repo lab handoff: rerun, perturb, compare, explain.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1A194-EF06-46E5-9CBB-1AF9B6F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45</a:t>
            </a:r>
          </a:p>
        </p:txBody>
      </p:sp>
    </p:spTree>
    <p:extLst>
      <p:ext uri="{BB962C8B-B14F-4D97-AF65-F5344CB8AC3E}">
        <p14:creationId xmlns:p14="http://schemas.microsoft.com/office/powerpoint/2010/main" val="192407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2026-05-23T14:54:31.6510000Z</dcterms:created>
  <dcterms:modified xsi:type="dcterms:W3CDTF">2026-05-23T14:54:31.6510000Z</dcterms:modified>
</coreProperties>
</file>