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69888b53c44647" /><Relationship Type="http://schemas.openxmlformats.org/officeDocument/2006/relationships/extended-properties" Target="/docProps/app.xml" Id="Rdd87b141783142e1" /><Relationship Type="http://schemas.openxmlformats.org/officeDocument/2006/relationships/officeDocument" Target="/ppt/presentation.xml" Id="R92c9c0585e424d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cc872b36814fe9"/>
  </p:sldMasterIdLst>
  <p:notesMasterIdLst>
    <p:notesMasterId xmlns:r="http://schemas.openxmlformats.org/officeDocument/2006/relationships" r:id="R2f311957e4174752"/>
  </p:notesMasterIdLst>
  <p:sldIdLst>
    <p:sldId xmlns:r="http://schemas.openxmlformats.org/officeDocument/2006/relationships" id="256" r:id="R95693dc023c843f8"/>
    <p:sldId xmlns:r="http://schemas.openxmlformats.org/officeDocument/2006/relationships" id="257" r:id="Re5404c16f61b4e37"/>
    <p:sldId xmlns:r="http://schemas.openxmlformats.org/officeDocument/2006/relationships" id="258" r:id="Rd775c6dbba8844e5"/>
    <p:sldId xmlns:r="http://schemas.openxmlformats.org/officeDocument/2006/relationships" id="259" r:id="Rcd0d6f4ae7ef4715"/>
    <p:sldId xmlns:r="http://schemas.openxmlformats.org/officeDocument/2006/relationships" id="260" r:id="R4695cd6ef51143e7"/>
    <p:sldId xmlns:r="http://schemas.openxmlformats.org/officeDocument/2006/relationships" id="261" r:id="R5954f29caee143e9"/>
    <p:sldId xmlns:r="http://schemas.openxmlformats.org/officeDocument/2006/relationships" id="262" r:id="Ree0cdf0579af4dcd"/>
    <p:sldId xmlns:r="http://schemas.openxmlformats.org/officeDocument/2006/relationships" id="263" r:id="R2baae14be0144c5d"/>
    <p:sldId xmlns:r="http://schemas.openxmlformats.org/officeDocument/2006/relationships" id="264" r:id="R79128419d9ec43d7"/>
    <p:sldId xmlns:r="http://schemas.openxmlformats.org/officeDocument/2006/relationships" id="265" r:id="R83dae758f8124453"/>
    <p:sldId xmlns:r="http://schemas.openxmlformats.org/officeDocument/2006/relationships" id="266" r:id="R16729e8b659940e2"/>
    <p:sldId xmlns:r="http://schemas.openxmlformats.org/officeDocument/2006/relationships" id="267" r:id="R6b46beb70e0d42d8"/>
    <p:sldId xmlns:r="http://schemas.openxmlformats.org/officeDocument/2006/relationships" id="268" r:id="Rf962b33e08624fd0"/>
    <p:sldId xmlns:r="http://schemas.openxmlformats.org/officeDocument/2006/relationships" id="269" r:id="R8efcbc61c4ea487d"/>
    <p:sldId xmlns:r="http://schemas.openxmlformats.org/officeDocument/2006/relationships" id="270" r:id="R73959917798745b8"/>
    <p:sldId xmlns:r="http://schemas.openxmlformats.org/officeDocument/2006/relationships" id="271" r:id="R7aca64febfc749e1"/>
    <p:sldId xmlns:r="http://schemas.openxmlformats.org/officeDocument/2006/relationships" id="272" r:id="R021a1039959841d4"/>
    <p:sldId xmlns:r="http://schemas.openxmlformats.org/officeDocument/2006/relationships" id="273" r:id="Rd88d802ddc47409e"/>
    <p:sldId xmlns:r="http://schemas.openxmlformats.org/officeDocument/2006/relationships" id="274" r:id="R6bfce02ab1bd42ac"/>
    <p:sldId xmlns:r="http://schemas.openxmlformats.org/officeDocument/2006/relationships" id="275" r:id="R1931c9876f3a4ae6"/>
    <p:sldId xmlns:r="http://schemas.openxmlformats.org/officeDocument/2006/relationships" id="276" r:id="Rfd276e4233c04533"/>
    <p:sldId xmlns:r="http://schemas.openxmlformats.org/officeDocument/2006/relationships" id="277" r:id="Rf422bf71017541c5"/>
    <p:sldId xmlns:r="http://schemas.openxmlformats.org/officeDocument/2006/relationships" id="278" r:id="R91e1f5debfe14cf5"/>
    <p:sldId xmlns:r="http://schemas.openxmlformats.org/officeDocument/2006/relationships" id="279" r:id="R5f8d048422c64d3a"/>
    <p:sldId xmlns:r="http://schemas.openxmlformats.org/officeDocument/2006/relationships" id="280" r:id="R73bcc4aba2b34dad"/>
    <p:sldId xmlns:r="http://schemas.openxmlformats.org/officeDocument/2006/relationships" id="281" r:id="R5020b15baae64fbf"/>
    <p:sldId xmlns:r="http://schemas.openxmlformats.org/officeDocument/2006/relationships" id="282" r:id="Rc145e7575f15465d"/>
    <p:sldId xmlns:r="http://schemas.openxmlformats.org/officeDocument/2006/relationships" id="283" r:id="R2be7790d7fb84861"/>
    <p:sldId xmlns:r="http://schemas.openxmlformats.org/officeDocument/2006/relationships" id="284" r:id="Rd59f21616ff441ad"/>
    <p:sldId xmlns:r="http://schemas.openxmlformats.org/officeDocument/2006/relationships" id="285" r:id="R6d6726f2842046a8"/>
    <p:sldId xmlns:r="http://schemas.openxmlformats.org/officeDocument/2006/relationships" id="286" r:id="R8c871aec21204a6b"/>
    <p:sldId xmlns:r="http://schemas.openxmlformats.org/officeDocument/2006/relationships" id="287" r:id="Ra602b52c1ee1473c"/>
    <p:sldId xmlns:r="http://schemas.openxmlformats.org/officeDocument/2006/relationships" id="288" r:id="R61d3156a8ad64ad3"/>
    <p:sldId xmlns:r="http://schemas.openxmlformats.org/officeDocument/2006/relationships" id="289" r:id="R1492c5e6f76d400a"/>
    <p:sldId xmlns:r="http://schemas.openxmlformats.org/officeDocument/2006/relationships" id="290" r:id="R2a3ff279f1474351"/>
    <p:sldId xmlns:r="http://schemas.openxmlformats.org/officeDocument/2006/relationships" id="291" r:id="R77e5880892e44b8c"/>
    <p:sldId xmlns:r="http://schemas.openxmlformats.org/officeDocument/2006/relationships" id="292" r:id="R2954b9cab53c4727"/>
    <p:sldId xmlns:r="http://schemas.openxmlformats.org/officeDocument/2006/relationships" id="293" r:id="R2e13315da57d43ae"/>
    <p:sldId xmlns:r="http://schemas.openxmlformats.org/officeDocument/2006/relationships" id="294" r:id="Rf0c4ab9b5ee54c36"/>
    <p:sldId xmlns:r="http://schemas.openxmlformats.org/officeDocument/2006/relationships" id="295" r:id="R0381777d3f4a46ea"/>
    <p:sldId xmlns:r="http://schemas.openxmlformats.org/officeDocument/2006/relationships" id="296" r:id="Rb8460bc3497a4f2c"/>
    <p:sldId xmlns:r="http://schemas.openxmlformats.org/officeDocument/2006/relationships" id="297" r:id="Rfd90632f205647b2"/>
    <p:sldId xmlns:r="http://schemas.openxmlformats.org/officeDocument/2006/relationships" id="298" r:id="Refecc69ca8214d09"/>
    <p:sldId xmlns:r="http://schemas.openxmlformats.org/officeDocument/2006/relationships" id="299" r:id="R32d209efb0624fd0"/>
    <p:sldId xmlns:r="http://schemas.openxmlformats.org/officeDocument/2006/relationships" id="300" r:id="R5050b81b21394a6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cc872b36814fe9" /><Relationship Type="http://schemas.openxmlformats.org/officeDocument/2006/relationships/theme" Target="/ppt/theme/theme1.xml" Id="R37624cc8b07e4aef" /><Relationship Type="http://schemas.openxmlformats.org/officeDocument/2006/relationships/notesMaster" Target="/ppt/notesMasters/notesMaster1.xml" Id="R2f311957e4174752" /><Relationship Type="http://schemas.openxmlformats.org/officeDocument/2006/relationships/presProps" Target="/ppt/presProps.xml" Id="R56f29178736a4413" /><Relationship Type="http://schemas.openxmlformats.org/officeDocument/2006/relationships/viewProps" Target="/ppt/viewProps.xml" Id="R8c126d784641492a" /><Relationship Type="http://schemas.openxmlformats.org/officeDocument/2006/relationships/tableStyles" Target="/ppt/tableStyles.xml" Id="Rfc3dbc9bcf494908" /><Relationship Type="http://schemas.openxmlformats.org/officeDocument/2006/relationships/slide" Target="/ppt/slides/slide1.xml" Id="R95693dc023c843f8" /><Relationship Type="http://schemas.openxmlformats.org/officeDocument/2006/relationships/slide" Target="/ppt/slides/slide2.xml" Id="Re5404c16f61b4e37" /><Relationship Type="http://schemas.openxmlformats.org/officeDocument/2006/relationships/slide" Target="/ppt/slides/slide3.xml" Id="Rd775c6dbba8844e5" /><Relationship Type="http://schemas.openxmlformats.org/officeDocument/2006/relationships/slide" Target="/ppt/slides/slide4.xml" Id="Rcd0d6f4ae7ef4715" /><Relationship Type="http://schemas.openxmlformats.org/officeDocument/2006/relationships/slide" Target="/ppt/slides/slide5.xml" Id="R4695cd6ef51143e7" /><Relationship Type="http://schemas.openxmlformats.org/officeDocument/2006/relationships/slide" Target="/ppt/slides/slide6.xml" Id="R5954f29caee143e9" /><Relationship Type="http://schemas.openxmlformats.org/officeDocument/2006/relationships/slide" Target="/ppt/slides/slide7.xml" Id="Ree0cdf0579af4dcd" /><Relationship Type="http://schemas.openxmlformats.org/officeDocument/2006/relationships/slide" Target="/ppt/slides/slide8.xml" Id="R2baae14be0144c5d" /><Relationship Type="http://schemas.openxmlformats.org/officeDocument/2006/relationships/slide" Target="/ppt/slides/slide9.xml" Id="R79128419d9ec43d7" /><Relationship Type="http://schemas.openxmlformats.org/officeDocument/2006/relationships/slide" Target="/ppt/slides/slide10.xml" Id="R83dae758f8124453" /><Relationship Type="http://schemas.openxmlformats.org/officeDocument/2006/relationships/slide" Target="/ppt/slides/slide11.xml" Id="R16729e8b659940e2" /><Relationship Type="http://schemas.openxmlformats.org/officeDocument/2006/relationships/slide" Target="/ppt/slides/slide12.xml" Id="R6b46beb70e0d42d8" /><Relationship Type="http://schemas.openxmlformats.org/officeDocument/2006/relationships/slide" Target="/ppt/slides/slide13.xml" Id="Rf962b33e08624fd0" /><Relationship Type="http://schemas.openxmlformats.org/officeDocument/2006/relationships/slide" Target="/ppt/slides/slide14.xml" Id="R8efcbc61c4ea487d" /><Relationship Type="http://schemas.openxmlformats.org/officeDocument/2006/relationships/slide" Target="/ppt/slides/slide15.xml" Id="R73959917798745b8" /><Relationship Type="http://schemas.openxmlformats.org/officeDocument/2006/relationships/slide" Target="/ppt/slides/slide16.xml" Id="R7aca64febfc749e1" /><Relationship Type="http://schemas.openxmlformats.org/officeDocument/2006/relationships/slide" Target="/ppt/slides/slide17.xml" Id="R021a1039959841d4" /><Relationship Type="http://schemas.openxmlformats.org/officeDocument/2006/relationships/slide" Target="/ppt/slides/slide18.xml" Id="Rd88d802ddc47409e" /><Relationship Type="http://schemas.openxmlformats.org/officeDocument/2006/relationships/slide" Target="/ppt/slides/slide19.xml" Id="R6bfce02ab1bd42ac" /><Relationship Type="http://schemas.openxmlformats.org/officeDocument/2006/relationships/slide" Target="/ppt/slides/slide20.xml" Id="R1931c9876f3a4ae6" /><Relationship Type="http://schemas.openxmlformats.org/officeDocument/2006/relationships/slide" Target="/ppt/slides/slide21.xml" Id="Rfd276e4233c04533" /><Relationship Type="http://schemas.openxmlformats.org/officeDocument/2006/relationships/slide" Target="/ppt/slides/slide22.xml" Id="Rf422bf71017541c5" /><Relationship Type="http://schemas.openxmlformats.org/officeDocument/2006/relationships/slide" Target="/ppt/slides/slide23.xml" Id="R91e1f5debfe14cf5" /><Relationship Type="http://schemas.openxmlformats.org/officeDocument/2006/relationships/slide" Target="/ppt/slides/slide24.xml" Id="R5f8d048422c64d3a" /><Relationship Type="http://schemas.openxmlformats.org/officeDocument/2006/relationships/slide" Target="/ppt/slides/slide25.xml" Id="R73bcc4aba2b34dad" /><Relationship Type="http://schemas.openxmlformats.org/officeDocument/2006/relationships/slide" Target="/ppt/slides/slide26.xml" Id="R5020b15baae64fbf" /><Relationship Type="http://schemas.openxmlformats.org/officeDocument/2006/relationships/slide" Target="/ppt/slides/slide27.xml" Id="Rc145e7575f15465d" /><Relationship Type="http://schemas.openxmlformats.org/officeDocument/2006/relationships/slide" Target="/ppt/slides/slide28.xml" Id="R2be7790d7fb84861" /><Relationship Type="http://schemas.openxmlformats.org/officeDocument/2006/relationships/slide" Target="/ppt/slides/slide29.xml" Id="Rd59f21616ff441ad" /><Relationship Type="http://schemas.openxmlformats.org/officeDocument/2006/relationships/slide" Target="/ppt/slides/slide30.xml" Id="R6d6726f2842046a8" /><Relationship Type="http://schemas.openxmlformats.org/officeDocument/2006/relationships/slide" Target="/ppt/slides/slide31.xml" Id="R8c871aec21204a6b" /><Relationship Type="http://schemas.openxmlformats.org/officeDocument/2006/relationships/slide" Target="/ppt/slides/slide32.xml" Id="Ra602b52c1ee1473c" /><Relationship Type="http://schemas.openxmlformats.org/officeDocument/2006/relationships/slide" Target="/ppt/slides/slide33.xml" Id="R61d3156a8ad64ad3" /><Relationship Type="http://schemas.openxmlformats.org/officeDocument/2006/relationships/slide" Target="/ppt/slides/slide34.xml" Id="R1492c5e6f76d400a" /><Relationship Type="http://schemas.openxmlformats.org/officeDocument/2006/relationships/slide" Target="/ppt/slides/slide35.xml" Id="R2a3ff279f1474351" /><Relationship Type="http://schemas.openxmlformats.org/officeDocument/2006/relationships/slide" Target="/ppt/slides/slide36.xml" Id="R77e5880892e44b8c" /><Relationship Type="http://schemas.openxmlformats.org/officeDocument/2006/relationships/slide" Target="/ppt/slides/slide37.xml" Id="R2954b9cab53c4727" /><Relationship Type="http://schemas.openxmlformats.org/officeDocument/2006/relationships/slide" Target="/ppt/slides/slide38.xml" Id="R2e13315da57d43ae" /><Relationship Type="http://schemas.openxmlformats.org/officeDocument/2006/relationships/slide" Target="/ppt/slides/slide39.xml" Id="Rf0c4ab9b5ee54c36" /><Relationship Type="http://schemas.openxmlformats.org/officeDocument/2006/relationships/slide" Target="/ppt/slides/slide40.xml" Id="R0381777d3f4a46ea" /><Relationship Type="http://schemas.openxmlformats.org/officeDocument/2006/relationships/slide" Target="/ppt/slides/slide41.xml" Id="Rb8460bc3497a4f2c" /><Relationship Type="http://schemas.openxmlformats.org/officeDocument/2006/relationships/slide" Target="/ppt/slides/slide42.xml" Id="Rfd90632f205647b2" /><Relationship Type="http://schemas.openxmlformats.org/officeDocument/2006/relationships/slide" Target="/ppt/slides/slide43.xml" Id="Refecc69ca8214d09" /><Relationship Type="http://schemas.openxmlformats.org/officeDocument/2006/relationships/slide" Target="/ppt/slides/slide44.xml" Id="R32d209efb0624fd0" /><Relationship Type="http://schemas.openxmlformats.org/officeDocument/2006/relationships/slide" Target="/ppt/slides/slide45.xml" Id="R5050b81b21394a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2e3592e35714d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0f524e8331446a" /><Relationship Type="http://schemas.openxmlformats.org/officeDocument/2006/relationships/notesMaster" Target="/ppt/notesMasters/notesMaster1.xml" Id="R7134ffbf0c9641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d43a0203374dbc" /><Relationship Type="http://schemas.openxmlformats.org/officeDocument/2006/relationships/notesMaster" Target="/ppt/notesMasters/notesMaster1.xml" Id="R824148da3f5544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4d097498a84a62" /><Relationship Type="http://schemas.openxmlformats.org/officeDocument/2006/relationships/notesMaster" Target="/ppt/notesMasters/notesMaster1.xml" Id="Rbd4e96b2cb6842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c374ab17344f5b" /><Relationship Type="http://schemas.openxmlformats.org/officeDocument/2006/relationships/notesMaster" Target="/ppt/notesMasters/notesMaster1.xml" Id="Rac7d1b1f21864b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0edb228d3244d9" /><Relationship Type="http://schemas.openxmlformats.org/officeDocument/2006/relationships/notesMaster" Target="/ppt/notesMasters/notesMaster1.xml" Id="R061732ef8c4148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2071980ea04597" /><Relationship Type="http://schemas.openxmlformats.org/officeDocument/2006/relationships/notesMaster" Target="/ppt/notesMasters/notesMaster1.xml" Id="R2d85be1ca0dc4c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d783b22a0e43f7" /><Relationship Type="http://schemas.openxmlformats.org/officeDocument/2006/relationships/notesMaster" Target="/ppt/notesMasters/notesMaster1.xml" Id="Rc61c58b21e584a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0431519ed948c8" /><Relationship Type="http://schemas.openxmlformats.org/officeDocument/2006/relationships/notesMaster" Target="/ppt/notesMasters/notesMaster1.xml" Id="R07a988633efb4a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ac20e3d26a4efe" /><Relationship Type="http://schemas.openxmlformats.org/officeDocument/2006/relationships/notesMaster" Target="/ppt/notesMasters/notesMaster1.xml" Id="R85a28c30fddf451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ff48285f2e4b8c" /><Relationship Type="http://schemas.openxmlformats.org/officeDocument/2006/relationships/notesMaster" Target="/ppt/notesMasters/notesMaster1.xml" Id="Rb6d4f032c9834f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60600f36394569" /><Relationship Type="http://schemas.openxmlformats.org/officeDocument/2006/relationships/notesMaster" Target="/ppt/notesMasters/notesMaster1.xml" Id="R0a17a97a6745426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45819792644e99" /><Relationship Type="http://schemas.openxmlformats.org/officeDocument/2006/relationships/notesMaster" Target="/ppt/notesMasters/notesMaster1.xml" Id="R5bd8aa878ea3423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dd831a347774b43" /><Relationship Type="http://schemas.openxmlformats.org/officeDocument/2006/relationships/notesMaster" Target="/ppt/notesMasters/notesMaster1.xml" Id="Rd409f461e58d4d3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209f66e68574ccb" /><Relationship Type="http://schemas.openxmlformats.org/officeDocument/2006/relationships/notesMaster" Target="/ppt/notesMasters/notesMaster1.xml" Id="R452b23f2e1d148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dc077ee6c1841ea" /><Relationship Type="http://schemas.openxmlformats.org/officeDocument/2006/relationships/notesMaster" Target="/ppt/notesMasters/notesMaster1.xml" Id="R40427507a68d42f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20a0080cba24d1c" /><Relationship Type="http://schemas.openxmlformats.org/officeDocument/2006/relationships/notesMaster" Target="/ppt/notesMasters/notesMaster1.xml" Id="R6db63f141f9f432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42e822e84e84c9d" /><Relationship Type="http://schemas.openxmlformats.org/officeDocument/2006/relationships/notesMaster" Target="/ppt/notesMasters/notesMaster1.xml" Id="R2127b5a36fe14b3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1decc13baf045a6" /><Relationship Type="http://schemas.openxmlformats.org/officeDocument/2006/relationships/notesMaster" Target="/ppt/notesMasters/notesMaster1.xml" Id="R0ced5b707fbd464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9cd6e538a5847f2" /><Relationship Type="http://schemas.openxmlformats.org/officeDocument/2006/relationships/notesMaster" Target="/ppt/notesMasters/notesMaster1.xml" Id="Refda206f7642494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2b95be67b7e46bc" /><Relationship Type="http://schemas.openxmlformats.org/officeDocument/2006/relationships/notesMaster" Target="/ppt/notesMasters/notesMaster1.xml" Id="R45fa8be8cb444c4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d31bd60390c479f" /><Relationship Type="http://schemas.openxmlformats.org/officeDocument/2006/relationships/notesMaster" Target="/ppt/notesMasters/notesMaster1.xml" Id="Rd5f81e7db19b43f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21119b698f34315" /><Relationship Type="http://schemas.openxmlformats.org/officeDocument/2006/relationships/notesMaster" Target="/ppt/notesMasters/notesMaster1.xml" Id="Rec73ac08eec6472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3a3fd452b424203" /><Relationship Type="http://schemas.openxmlformats.org/officeDocument/2006/relationships/notesMaster" Target="/ppt/notesMasters/notesMaster1.xml" Id="R07f0acb8a854457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0bec4d7e7264574" /><Relationship Type="http://schemas.openxmlformats.org/officeDocument/2006/relationships/notesMaster" Target="/ppt/notesMasters/notesMaster1.xml" Id="R37fa0dfc88284e1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c85a4b1c1e64534" /><Relationship Type="http://schemas.openxmlformats.org/officeDocument/2006/relationships/notesMaster" Target="/ppt/notesMasters/notesMaster1.xml" Id="R7ec20c2209fb435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6c53aae828442db" /><Relationship Type="http://schemas.openxmlformats.org/officeDocument/2006/relationships/notesMaster" Target="/ppt/notesMasters/notesMaster1.xml" Id="Rbd4057c9d0224a1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ee73255d3874eac" /><Relationship Type="http://schemas.openxmlformats.org/officeDocument/2006/relationships/notesMaster" Target="/ppt/notesMasters/notesMaster1.xml" Id="R88a160ec59d7472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bf001ce426e4c0f" /><Relationship Type="http://schemas.openxmlformats.org/officeDocument/2006/relationships/notesMaster" Target="/ppt/notesMasters/notesMaster1.xml" Id="R460cdb065b6243b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554c3322187486c" /><Relationship Type="http://schemas.openxmlformats.org/officeDocument/2006/relationships/notesMaster" Target="/ppt/notesMasters/notesMaster1.xml" Id="R97120eba840a470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1188720c6414bea" /><Relationship Type="http://schemas.openxmlformats.org/officeDocument/2006/relationships/notesMaster" Target="/ppt/notesMasters/notesMaster1.xml" Id="Rf6a1be04b56d4fa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43fd90df4d24c44" /><Relationship Type="http://schemas.openxmlformats.org/officeDocument/2006/relationships/notesMaster" Target="/ppt/notesMasters/notesMaster1.xml" Id="Ra6e799ab773949e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2defcf5ec7649cd" /><Relationship Type="http://schemas.openxmlformats.org/officeDocument/2006/relationships/notesMaster" Target="/ppt/notesMasters/notesMaster1.xml" Id="Rdeda1edbe14a435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0e1ae21e43646b1" /><Relationship Type="http://schemas.openxmlformats.org/officeDocument/2006/relationships/notesMaster" Target="/ppt/notesMasters/notesMaster1.xml" Id="Red4765d528a145f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45e20db12e042ec" /><Relationship Type="http://schemas.openxmlformats.org/officeDocument/2006/relationships/notesMaster" Target="/ppt/notesMasters/notesMaster1.xml" Id="R1f395f28341f464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b2b015cffff49ed" /><Relationship Type="http://schemas.openxmlformats.org/officeDocument/2006/relationships/notesMaster" Target="/ppt/notesMasters/notesMaster1.xml" Id="R5856aef626214c6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a93d8911e2d4536" /><Relationship Type="http://schemas.openxmlformats.org/officeDocument/2006/relationships/notesMaster" Target="/ppt/notesMasters/notesMaster1.xml" Id="R44a2f6507600478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5b7532945bf4445" /><Relationship Type="http://schemas.openxmlformats.org/officeDocument/2006/relationships/notesMaster" Target="/ppt/notesMasters/notesMaster1.xml" Id="R325a3529fc3345c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da41733326c494f" /><Relationship Type="http://schemas.openxmlformats.org/officeDocument/2006/relationships/notesMaster" Target="/ppt/notesMasters/notesMaster1.xml" Id="Rc1025c7adda84ac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c28c1d533e44789" /><Relationship Type="http://schemas.openxmlformats.org/officeDocument/2006/relationships/notesMaster" Target="/ppt/notesMasters/notesMaster1.xml" Id="R0767944da58d45e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f670556753d4e8a" /><Relationship Type="http://schemas.openxmlformats.org/officeDocument/2006/relationships/notesMaster" Target="/ppt/notesMasters/notesMaster1.xml" Id="R376cc407b7bb414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6388b23c55a4703" /><Relationship Type="http://schemas.openxmlformats.org/officeDocument/2006/relationships/notesMaster" Target="/ppt/notesMasters/notesMaster1.xml" Id="R5ce452846a37463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f210977de3d4f0a" /><Relationship Type="http://schemas.openxmlformats.org/officeDocument/2006/relationships/notesMaster" Target="/ppt/notesMasters/notesMaster1.xml" Id="Rbc9610f947634eb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35822c55ec64539" /><Relationship Type="http://schemas.openxmlformats.org/officeDocument/2006/relationships/notesMaster" Target="/ppt/notesMasters/notesMaster1.xml" Id="Rf662dfd3572d467f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2c32d5e1d9b40b4" /><Relationship Type="http://schemas.openxmlformats.org/officeDocument/2006/relationships/notesMaster" Target="/ppt/notesMasters/notesMaster1.xml" Id="Rfa56215e9b9449a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fc0c387f8c541c5" /><Relationship Type="http://schemas.openxmlformats.org/officeDocument/2006/relationships/notesMaster" Target="/ppt/notesMasters/notesMaster1.xml" Id="Re4bac19f656345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f516e9ec83429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c36a5dfb7ea4403" /><Relationship Type="http://schemas.openxmlformats.org/officeDocument/2006/relationships/slideLayout" Target="/ppt/slideLayouts/slideLayout2.xml" Id="Rb72e0439854540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2e0439854540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a2fb4484d143e9" /><Relationship Type="http://schemas.openxmlformats.org/officeDocument/2006/relationships/image" Target="/ppt/media/image.png" Id="R878c091933ea4479" /><Relationship Type="http://schemas.openxmlformats.org/officeDocument/2006/relationships/image" Target="/ppt/media/image2.png" Id="R0dbc076af1d041e1" /><Relationship Type="http://schemas.openxmlformats.org/officeDocument/2006/relationships/notesSlide" Target="/ppt/notesSlides/notesSlide1.xml" Id="Rae1a66f75cfb4b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0affc643324440" /><Relationship Type="http://schemas.openxmlformats.org/officeDocument/2006/relationships/image" Target="/ppt/media/image3.png" Id="Rf75becad66764ef6" /><Relationship Type="http://schemas.openxmlformats.org/officeDocument/2006/relationships/notesSlide" Target="/ppt/notesSlides/notesSlide2.xml" Id="R3c573a99a0344b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72b7be3e294b3b" /><Relationship Type="http://schemas.openxmlformats.org/officeDocument/2006/relationships/image" Target="/ppt/media/image4.png" Id="R2f547532652e4735" /><Relationship Type="http://schemas.openxmlformats.org/officeDocument/2006/relationships/notesSlide" Target="/ppt/notesSlides/notesSlide3.xml" Id="R1b41f2bb941646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888c679f244c50" /><Relationship Type="http://schemas.openxmlformats.org/officeDocument/2006/relationships/image" Target="/ppt/media/image5.png" Id="R5e00f09843ae4646" /><Relationship Type="http://schemas.openxmlformats.org/officeDocument/2006/relationships/notesSlide" Target="/ppt/notesSlides/notesSlide4.xml" Id="R6e627038e81542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7dbbb962b64344" /><Relationship Type="http://schemas.openxmlformats.org/officeDocument/2006/relationships/image" Target="/ppt/media/image6.png" Id="R21fee4ea091c4248" /><Relationship Type="http://schemas.openxmlformats.org/officeDocument/2006/relationships/notesSlide" Target="/ppt/notesSlides/notesSlide5.xml" Id="R74e3725c882048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68028ab4594cde" /><Relationship Type="http://schemas.openxmlformats.org/officeDocument/2006/relationships/image" Target="/ppt/media/image7.png" Id="R9813807ce2454054" /><Relationship Type="http://schemas.openxmlformats.org/officeDocument/2006/relationships/notesSlide" Target="/ppt/notesSlides/notesSlide6.xml" Id="Re3cf60d2228044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94eb67ec9f4059" /><Relationship Type="http://schemas.openxmlformats.org/officeDocument/2006/relationships/image" Target="/ppt/media/image8.png" Id="R733c50d407bd4c42" /><Relationship Type="http://schemas.openxmlformats.org/officeDocument/2006/relationships/notesSlide" Target="/ppt/notesSlides/notesSlide7.xml" Id="R7e7cbcb2226542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ff3c994016469d" /><Relationship Type="http://schemas.openxmlformats.org/officeDocument/2006/relationships/image" Target="/ppt/media/image9.png" Id="R19ced4a7cfbf4198" /><Relationship Type="http://schemas.openxmlformats.org/officeDocument/2006/relationships/notesSlide" Target="/ppt/notesSlides/notesSlide8.xml" Id="R102fb27e54a44b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76f2eb1ff94179" /><Relationship Type="http://schemas.openxmlformats.org/officeDocument/2006/relationships/image" Target="/ppt/media/image10.png" Id="R3356acf5ffb9421d" /><Relationship Type="http://schemas.openxmlformats.org/officeDocument/2006/relationships/notesSlide" Target="/ppt/notesSlides/notesSlide9.xml" Id="R6ed9a4ed8b2542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0aa4a87cca4711" /><Relationship Type="http://schemas.openxmlformats.org/officeDocument/2006/relationships/image" Target="/ppt/media/image11.png" Id="R7a3223939c5c45ea" /><Relationship Type="http://schemas.openxmlformats.org/officeDocument/2006/relationships/image" Target="/ppt/media/image12.png" Id="R62327bd7aa034bd2" /><Relationship Type="http://schemas.openxmlformats.org/officeDocument/2006/relationships/notesSlide" Target="/ppt/notesSlides/notesSlide10.xml" Id="Rd95155092d4c47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7819a953e64c77" /><Relationship Type="http://schemas.openxmlformats.org/officeDocument/2006/relationships/image" Target="/ppt/media/image13.png" Id="Rf0553b766563434a" /><Relationship Type="http://schemas.openxmlformats.org/officeDocument/2006/relationships/image" Target="/ppt/media/image14.png" Id="R7251b2e7b37246e8" /><Relationship Type="http://schemas.openxmlformats.org/officeDocument/2006/relationships/notesSlide" Target="/ppt/notesSlides/notesSlide11.xml" Id="R298f7c6d2b01409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64c2c596024773" /><Relationship Type="http://schemas.openxmlformats.org/officeDocument/2006/relationships/image" Target="/ppt/media/image15.png" Id="R8e82c6c0a7c44aa1" /><Relationship Type="http://schemas.openxmlformats.org/officeDocument/2006/relationships/notesSlide" Target="/ppt/notesSlides/notesSlide12.xml" Id="Rbd960a9d797746b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3f01f97b654177" /><Relationship Type="http://schemas.openxmlformats.org/officeDocument/2006/relationships/image" Target="/ppt/media/image16.png" Id="R090cb25c8e8c48e5" /><Relationship Type="http://schemas.openxmlformats.org/officeDocument/2006/relationships/notesSlide" Target="/ppt/notesSlides/notesSlide13.xml" Id="R9a02549122784dc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c78f6e504d4669" /><Relationship Type="http://schemas.openxmlformats.org/officeDocument/2006/relationships/image" Target="/ppt/media/image17.png" Id="R64485051c022480e" /><Relationship Type="http://schemas.openxmlformats.org/officeDocument/2006/relationships/notesSlide" Target="/ppt/notesSlides/notesSlide14.xml" Id="R416dab4fbcf0498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50557bca664e1a" /><Relationship Type="http://schemas.openxmlformats.org/officeDocument/2006/relationships/image" Target="/ppt/media/image18.png" Id="Rb5acba2ae4264c0f" /><Relationship Type="http://schemas.openxmlformats.org/officeDocument/2006/relationships/notesSlide" Target="/ppt/notesSlides/notesSlide15.xml" Id="R0d1c61037d35458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085ef4b71f4c5c" /><Relationship Type="http://schemas.openxmlformats.org/officeDocument/2006/relationships/image" Target="/ppt/media/image19.png" Id="R888ab2e15aef43ec" /><Relationship Type="http://schemas.openxmlformats.org/officeDocument/2006/relationships/image" Target="/ppt/media/image20.png" Id="Rf1bc7ba267534c92" /><Relationship Type="http://schemas.openxmlformats.org/officeDocument/2006/relationships/notesSlide" Target="/ppt/notesSlides/notesSlide16.xml" Id="R6358ffcce65149b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735971cbe6472b" /><Relationship Type="http://schemas.openxmlformats.org/officeDocument/2006/relationships/image" Target="/ppt/media/image21.png" Id="R8fcf27beb9304704" /><Relationship Type="http://schemas.openxmlformats.org/officeDocument/2006/relationships/image" Target="/ppt/media/image22.png" Id="R85b10aa2447647be" /><Relationship Type="http://schemas.openxmlformats.org/officeDocument/2006/relationships/notesSlide" Target="/ppt/notesSlides/notesSlide17.xml" Id="Ra5500538d1e8439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d93cfb403b4cb1" /><Relationship Type="http://schemas.openxmlformats.org/officeDocument/2006/relationships/image" Target="/ppt/media/image23.png" Id="R50308713894f4b5c" /><Relationship Type="http://schemas.openxmlformats.org/officeDocument/2006/relationships/notesSlide" Target="/ppt/notesSlides/notesSlide18.xml" Id="R77fd53f2ed434f1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971efeb21d4a2a" /><Relationship Type="http://schemas.openxmlformats.org/officeDocument/2006/relationships/image" Target="/ppt/media/image24.png" Id="R4793d4db0a874e6b" /><Relationship Type="http://schemas.openxmlformats.org/officeDocument/2006/relationships/notesSlide" Target="/ppt/notesSlides/notesSlide19.xml" Id="R4f46935f9ed04e7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0a431c08bf4a3c" /><Relationship Type="http://schemas.openxmlformats.org/officeDocument/2006/relationships/image" Target="/ppt/media/image25.png" Id="Raece446ea691403b" /><Relationship Type="http://schemas.openxmlformats.org/officeDocument/2006/relationships/notesSlide" Target="/ppt/notesSlides/notesSlide20.xml" Id="R625dfafeec764fd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9a8e566bc14188" /><Relationship Type="http://schemas.openxmlformats.org/officeDocument/2006/relationships/image" Target="/ppt/media/image26.png" Id="R328ca7a6b2cd4e99" /><Relationship Type="http://schemas.openxmlformats.org/officeDocument/2006/relationships/notesSlide" Target="/ppt/notesSlides/notesSlide21.xml" Id="R568ac6b35b754c6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9f3d4cc8254ddf" /><Relationship Type="http://schemas.openxmlformats.org/officeDocument/2006/relationships/image" Target="/ppt/media/image27.png" Id="Rf71bae92c50b4fca" /><Relationship Type="http://schemas.openxmlformats.org/officeDocument/2006/relationships/notesSlide" Target="/ppt/notesSlides/notesSlide22.xml" Id="Rdfedf3edd5084b5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f0af8a977346a2" /><Relationship Type="http://schemas.openxmlformats.org/officeDocument/2006/relationships/image" Target="/ppt/media/image28.png" Id="R35e3385ffb9a4041" /><Relationship Type="http://schemas.openxmlformats.org/officeDocument/2006/relationships/image" Target="/ppt/media/image29.png" Id="R057b148753474093" /><Relationship Type="http://schemas.openxmlformats.org/officeDocument/2006/relationships/notesSlide" Target="/ppt/notesSlides/notesSlide23.xml" Id="Rf7aba07553ba402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b354b5f76b403d" /><Relationship Type="http://schemas.openxmlformats.org/officeDocument/2006/relationships/image" Target="/ppt/media/image30.png" Id="R7e2d0d9ea7684cc7" /><Relationship Type="http://schemas.openxmlformats.org/officeDocument/2006/relationships/image" Target="/ppt/media/image31.png" Id="R55e77db1d4af427a" /><Relationship Type="http://schemas.openxmlformats.org/officeDocument/2006/relationships/notesSlide" Target="/ppt/notesSlides/notesSlide24.xml" Id="R50873473540a4b7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6cfff89dfc4db0" /><Relationship Type="http://schemas.openxmlformats.org/officeDocument/2006/relationships/image" Target="/ppt/media/image32.png" Id="R5188293f9b7b4dbd" /><Relationship Type="http://schemas.openxmlformats.org/officeDocument/2006/relationships/notesSlide" Target="/ppt/notesSlides/notesSlide25.xml" Id="Rb7947795421b4d8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b2f88348e24e13" /><Relationship Type="http://schemas.openxmlformats.org/officeDocument/2006/relationships/image" Target="/ppt/media/image33.png" Id="R086c814074e94a6d" /><Relationship Type="http://schemas.openxmlformats.org/officeDocument/2006/relationships/notesSlide" Target="/ppt/notesSlides/notesSlide26.xml" Id="R1a458ade8db8432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831bf8115b4382" /><Relationship Type="http://schemas.openxmlformats.org/officeDocument/2006/relationships/image" Target="/ppt/media/image34.png" Id="R8d105c90944b4e2b" /><Relationship Type="http://schemas.openxmlformats.org/officeDocument/2006/relationships/notesSlide" Target="/ppt/notesSlides/notesSlide27.xml" Id="R4d03a53958f04ad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cf45a6ebc3439d" /><Relationship Type="http://schemas.openxmlformats.org/officeDocument/2006/relationships/image" Target="/ppt/media/image35.png" Id="R1f8b6b4797d2439e" /><Relationship Type="http://schemas.openxmlformats.org/officeDocument/2006/relationships/notesSlide" Target="/ppt/notesSlides/notesSlide28.xml" Id="Rb1bc5a381ecc404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442f69ac294955" /><Relationship Type="http://schemas.openxmlformats.org/officeDocument/2006/relationships/image" Target="/ppt/media/image36.png" Id="R34dd3f15a0f243cd" /><Relationship Type="http://schemas.openxmlformats.org/officeDocument/2006/relationships/notesSlide" Target="/ppt/notesSlides/notesSlide29.xml" Id="Rbedb724d7ef4482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27d9f97c984ba6" /><Relationship Type="http://schemas.openxmlformats.org/officeDocument/2006/relationships/image" Target="/ppt/media/image37.png" Id="Rfc9e807667114d9d" /><Relationship Type="http://schemas.openxmlformats.org/officeDocument/2006/relationships/notesSlide" Target="/ppt/notesSlides/notesSlide30.xml" Id="R12e6004282c34a7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4f553bf61949cd" /><Relationship Type="http://schemas.openxmlformats.org/officeDocument/2006/relationships/image" Target="/ppt/media/image38.png" Id="R0f9e6432472b4bda" /><Relationship Type="http://schemas.openxmlformats.org/officeDocument/2006/relationships/notesSlide" Target="/ppt/notesSlides/notesSlide31.xml" Id="R885c40a6038749a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592a827ce04291" /><Relationship Type="http://schemas.openxmlformats.org/officeDocument/2006/relationships/image" Target="/ppt/media/image39.png" Id="Re368931a65474d11" /><Relationship Type="http://schemas.openxmlformats.org/officeDocument/2006/relationships/notesSlide" Target="/ppt/notesSlides/notesSlide32.xml" Id="R366890a0c3cd41c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0b62fd0bdd4317" /><Relationship Type="http://schemas.openxmlformats.org/officeDocument/2006/relationships/image" Target="/ppt/media/image40.png" Id="R81d7e79390b04e76" /><Relationship Type="http://schemas.openxmlformats.org/officeDocument/2006/relationships/notesSlide" Target="/ppt/notesSlides/notesSlide33.xml" Id="Re39a4a9e8d92418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417979696d43c2" /><Relationship Type="http://schemas.openxmlformats.org/officeDocument/2006/relationships/image" Target="/ppt/media/image41.png" Id="R419a7bd49b78442b" /><Relationship Type="http://schemas.openxmlformats.org/officeDocument/2006/relationships/notesSlide" Target="/ppt/notesSlides/notesSlide34.xml" Id="R8e5f7375e63b4d5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4973e765e84401" /><Relationship Type="http://schemas.openxmlformats.org/officeDocument/2006/relationships/image" Target="/ppt/media/image42.png" Id="R32b4ab3b64a74d02" /><Relationship Type="http://schemas.openxmlformats.org/officeDocument/2006/relationships/notesSlide" Target="/ppt/notesSlides/notesSlide35.xml" Id="R4c5e3833e98a49f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75a464ee764097" /><Relationship Type="http://schemas.openxmlformats.org/officeDocument/2006/relationships/image" Target="/ppt/media/image43.png" Id="Re1bd0aade587468c" /><Relationship Type="http://schemas.openxmlformats.org/officeDocument/2006/relationships/notesSlide" Target="/ppt/notesSlides/notesSlide36.xml" Id="Rcf0dd98d52cb4de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2ec584ede94abd" /><Relationship Type="http://schemas.openxmlformats.org/officeDocument/2006/relationships/image" Target="/ppt/media/image44.png" Id="R9e5b43dd242d43fd" /><Relationship Type="http://schemas.openxmlformats.org/officeDocument/2006/relationships/notesSlide" Target="/ppt/notesSlides/notesSlide37.xml" Id="Rd70ae87583d6471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e81ce728a44c14" /><Relationship Type="http://schemas.openxmlformats.org/officeDocument/2006/relationships/image" Target="/ppt/media/image45.png" Id="Rb3766c8deb364e68" /><Relationship Type="http://schemas.openxmlformats.org/officeDocument/2006/relationships/notesSlide" Target="/ppt/notesSlides/notesSlide38.xml" Id="R18cc3a3199db48e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8fe94600e94621" /><Relationship Type="http://schemas.openxmlformats.org/officeDocument/2006/relationships/image" Target="/ppt/media/image46.png" Id="R567aa224bd724f8d" /><Relationship Type="http://schemas.openxmlformats.org/officeDocument/2006/relationships/notesSlide" Target="/ppt/notesSlides/notesSlide39.xml" Id="R347fde71a77b4a4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a30517766e47d4" /><Relationship Type="http://schemas.openxmlformats.org/officeDocument/2006/relationships/image" Target="/ppt/media/image47.png" Id="R93b873ef64f34807" /><Relationship Type="http://schemas.openxmlformats.org/officeDocument/2006/relationships/notesSlide" Target="/ppt/notesSlides/notesSlide40.xml" Id="Rbd1dfa3c06a047e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6778f592384804" /><Relationship Type="http://schemas.openxmlformats.org/officeDocument/2006/relationships/image" Target="/ppt/media/image48.png" Id="Rbb5150caa2804ed2" /><Relationship Type="http://schemas.openxmlformats.org/officeDocument/2006/relationships/notesSlide" Target="/ppt/notesSlides/notesSlide41.xml" Id="R3f832eb7ca3044f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132a9f38d14281" /><Relationship Type="http://schemas.openxmlformats.org/officeDocument/2006/relationships/image" Target="/ppt/media/image49.png" Id="R3a82fb59431e4555" /><Relationship Type="http://schemas.openxmlformats.org/officeDocument/2006/relationships/notesSlide" Target="/ppt/notesSlides/notesSlide42.xml" Id="R3b7f1102db4342c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2037e0d8024a6a" /><Relationship Type="http://schemas.openxmlformats.org/officeDocument/2006/relationships/image" Target="/ppt/media/image50.png" Id="Rf33461e529414fa2" /><Relationship Type="http://schemas.openxmlformats.org/officeDocument/2006/relationships/notesSlide" Target="/ppt/notesSlides/notesSlide43.xml" Id="Rc60bae9cf1b04c17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ad3c68463f4bf8" /><Relationship Type="http://schemas.openxmlformats.org/officeDocument/2006/relationships/image" Target="/ppt/media/image51.png" Id="R45f35243aff74de8" /><Relationship Type="http://schemas.openxmlformats.org/officeDocument/2006/relationships/notesSlide" Target="/ppt/notesSlides/notesSlide44.xml" Id="R5eedbae46bcc40a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4d288eaaa54571" /><Relationship Type="http://schemas.openxmlformats.org/officeDocument/2006/relationships/image" Target="/ppt/media/image52.png" Id="Rf09edaffd6044419" /><Relationship Type="http://schemas.openxmlformats.org/officeDocument/2006/relationships/notesSlide" Target="/ppt/notesSlides/notesSlide45.xml" Id="R7abb0956c35042e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F68874-E64F-44E4-BDF4-52C5A430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DD2898-D6FB-4C70-801A-7B038EB9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8c091933ea447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509983-E282-4ED5-8EE8-4DCC10383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85800"/>
            <a:ext cx="666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can we now optimize directly?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325EA-7119-4835-A5F7-0C69E529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146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A07751-37A5-4EB9-955E-9874BB30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003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1: geometry, equilibria, Boozer coordinates,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8B98E-34BD-4ED6-B144-07F3D39C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BFE219-756E-4A69-B072-1DB1885E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Equilibria, spectra, transport metrics, coils, profiles, and design decisions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E4481A-8DBC-4D54-9B1B-D120B48B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E221BF-C85C-4BDD-BCB4-4AF3F12A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lecture sequence follows the same computational object through each step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D35016-AD71-4347-BA5E-FA948C62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c076af1d041e1"/>
          <a:stretch xmlns:a="http://schemas.openxmlformats.org/drawingml/2006/main"/>
        </p:blipFill>
        <p:spPr>
          <a:xfrm xmlns:a="http://schemas.openxmlformats.org/drawingml/2006/main">
            <a:off x="7848203" y="1257300"/>
            <a:ext cx="2610644" cy="27241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9CBD63-F506-426B-B766-2EAD4604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ED76F5-A014-436F-82D6-F5BC5CB1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305B00-643F-4BA2-9CC2-094C5076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6A3EB6-C914-4CF1-BC2C-A9C149DD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6EE58D-6251-4114-B7A8-8B398608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8697190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269906-1B71-44BC-8810-9A5CA2BC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8641D5-6B7E-42C2-9D2B-153E581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E34002-5D9F-49A1-817E-C20B4316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BD60AE-BF39-4DAD-BB88-7EF1F654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becad66764ef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C3AB5-9E82-40FD-BA80-D7AAF5BE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08BF02-88BC-4379-92D8-A3E611FE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1. From magnetic confinement to optimization variables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CA0CEB-4611-452D-98DA-375BB338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AA75F7-AC76-4E53-AFD4-E3F8DCFF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5D882E-136D-4313-97FB-5255A5B6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Use geometry to define the search space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273F4-7438-4BD3-A305-137964FB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A6B734-8C91-4386-883B-D40AE14D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Use computations to decide what changed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239230-2B6A-4B1A-A34C-77395E81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65AF37-BB08-4A48-9BAF-AD4C6B74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2BBED9-4CC4-491A-8ACC-9421DBC5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D8D429-67D2-4A0D-BDA4-574E5BE5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95394854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668F6A-08E3-450D-884B-09048DCC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66280-750B-4718-9833-0692BEFA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47532652e473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555CFE-4E42-4E6C-BF46-4A285313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Stellarator optimization starts with a parameterization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02EF6-0321-416C-9654-B67393FA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2B82BA-2A28-4079-AAF9-2A646C45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5B5A84-0169-4BF3-A36D-6D5C5435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66793A-16A8-472D-90F0-2B3626CB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CAC25-80F8-4F05-AD84-76AC3955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67BF27-192E-4E5A-B688-64043BE3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1DE34C-8BF1-40C0-AEC9-C1066B65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2C9DEE-653F-42A5-A503-282FD78B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11C9A6-4FB8-46A1-9605-82C364F6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7189E3-1803-4891-ADFE-91EEBB7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1B5A3-8754-438A-9582-D70E969A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289BE4-55AE-462E-AA95-4FF01599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82FED6-83D8-4F9F-9BD6-0EFA4279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366C4-44FB-43B8-8B93-EC08104E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F74751-63D3-4AF7-9949-E983F8C2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75CAF6-70FF-414A-9764-F7F81EB7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051E5D-06C9-468E-B488-32CEE9DB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BE8CD8-1CD4-4D3D-913C-902E9179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314AA7-AA77-48CC-A705-F15E89D7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4E1911-223E-4345-93B5-D9DE13B4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AA620E-3472-4FBF-833B-76B4D7E8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78B932-A3F9-4754-991C-311B6A38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5C6658-D2BE-4171-8A42-58FD7311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Fourier modes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534220-9FF9-43E8-B715-739E737C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A33606-803E-4903-AB0D-A0F73215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Pressure and current profiles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C6FC69-E4B6-4A6C-B193-3356A572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F07840-CAFC-49BC-9F3C-D5C3B72F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Aspect ratio, iota, volume, beta, magnetic well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928DD2-50C4-400A-851C-848B63F1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B21AF6-E5D0-4A0B-8098-F262AA76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C1CE29-202D-482E-A714-13E94124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7E6854-0D09-4C55-9907-5420BC5E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178390880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5918A0-3885-4C6A-AE32-BA613E20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972D0C-6D86-41D5-9D33-7E64EC22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0f09843ae464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6F2D3-01BC-48F6-AB0A-82CB54B1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inverse problem starts with choices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5CF8E-CECE-4517-9B88-B83BF217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78E2F5-D7E6-4A87-A8C9-2080C6C3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2A422-B632-4005-A5B4-C3D8CEA7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5CD82D-103E-4718-B9AB-29996A0C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F7004-09C1-4FDC-BB55-5391BD6D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variables before choosing an optimizer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0BFA7A-B798-403B-9386-0D7CD63A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687BE1-020F-4C97-BF14-5BB715B5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78B6A5-0AFA-4FD3-B9CC-FA93D095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56BE4-C227-4958-B132-DDBFA498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which physics model is active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ABA95-9F9F-42CD-ADB7-D1744520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BCB7B0-58E1-44B4-8DD4-3152A29D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5A01F9-ACC4-47DE-A1B3-5C2AA71C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5F4A7A-0B5B-441D-9E1F-43CB5792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assumptions before comparing designs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0A9491-2242-495A-A249-06E7B677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CFAF47-E9E1-45BD-A0AA-D157FC5C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5EF494-1946-49B3-8988-23647ABE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B0DBCF-62E3-43D9-B8A7-15BB81E9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32D6EA-17B9-4096-8673-74F58358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D0E43A-D745-4692-885F-9B97B003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47C801-033C-4A2F-9F85-038E9620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1507460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692630-9DA5-44B4-A911-8F0C65D1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11E1AB-3B68-4799-A97B-113077B1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fee4ea091c424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590D2-96F1-4773-ACCE-D8BF8038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6F12F-7F54-4D44-8A0C-2D96D4DD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C5D72-2DF2-40F0-A397-395DBD05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7E2D2-7115-4662-8848-0FFCE891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D9F642-CBFB-4A27-B1BA-7F51535A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F5A5F5-3C9E-4BAD-9081-17C0B9BC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1C1625-124C-4188-AF8C-B942D91C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D9A535-0398-4B57-B5E8-FDA9A6F8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B81DC3-94A5-446B-A8BA-FA169F6F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3C4EB-3500-4573-8A0B-9ECE6B87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AC9E3A-E2C4-4376-B278-F7D7E4F2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6407FD-B6E9-4B3C-87E7-78A80A3F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80C619-067D-436D-9165-17A431F4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66B86-5BF9-46FF-AEFB-75351234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652916-D214-4E0C-AF31-19EF8F05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027C6C-0464-4739-B87E-9C53A1A4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D1EDB7-1C07-431D-BBE0-DFD49994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68343F-AABF-4944-AE67-621B6A5D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19C2E6-339D-4C19-BF0F-42444CC2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930712-37A6-4BC4-94A7-DD287F7A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9E7476-D6C1-4652-A2DF-40610DCF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FEF436-6008-41CD-AAF1-BE84A1B4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E23AC4-011A-48C0-84F4-08DD5AB6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501B7A-6B24-4A50-AF7E-19940C8B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Inputs: boundary and radial profiles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6CF2C-1DF4-455C-A348-3BC0F2F3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4A3C51-C974-4F1D-B5F6-71ED8A6F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Outputs: nested surfaces, rotational transform, magnetic diagnostics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73594A-B7ED-4A6D-93F9-65ADD045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D60754-DB24-40EF-9817-A664DECB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Artifacts: wout file, figures, status 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919C2C-0493-436B-88D1-927FF153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163911-439C-40A1-8BC5-CC41124A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B0A500-C3C5-4C77-875E-16D425D2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C7139C-01D9-4C7E-BD89-81B22923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167268505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DB25A4-2B48-4484-AB11-D89809F1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E8143-9E14-45AD-A6C0-D271A974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13807ce245405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E26F7-5D71-4EB2-BB05-0FD0A338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Boundary Fourier modes control the shape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024893-A400-42DD-9932-F4A337D5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FA4EB-CC82-48E0-9D4F-A312326C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A5ED6-0F2A-44BC-ADD9-F4175F31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6B836-DF39-45B1-AA31-D83A643E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515388-6AB9-4CE3-875E-FA078EF8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Small changes move symmetry, aspect ratio, and resonances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F2B93B-251E-413B-A79E-9503E9FE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43D68-7825-4282-A633-D72366CC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F9370-9930-4F7C-84FA-A036B06F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F102A2-3643-4A66-B5D3-FC4C7E43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mode scans to teach coupling before live optimization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A6C43A-046A-4742-A3C1-CD722379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914B-3614-4903-AF3A-BBB8EF3F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E9F542-D94C-4A14-9EB4-43FEB1A0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8696D-D7A9-40BB-9703-F1FA17B4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64079C-FBAC-430C-B358-5C61147D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08C137-B52C-401C-8416-F8DEF71D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77B4B-ED29-4005-BA78-64724A76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3131029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B06452-6D34-4C1F-AFF4-F17377EC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DD365B-966A-4629-ABA0-BA25A5FF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c50d407bd4c4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288AE-A90A-4D23-957C-46B69003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Profiles are part of the equilibrium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292C0-8BCD-4A43-9288-3F6A986B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09581A-191F-476E-9803-3EF56520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96F8F-0821-4768-B06B-02B8E76E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75DB6-3FD7-440F-83CB-FD8E9BBC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0C83A7-892C-499B-95E4-CA2F57D4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Pressure and current profiles change rotational transform and stability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05EF4E-8E6F-410A-98A1-B5027254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E495B0-E56C-4C4F-A7A6-85F37540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0F512A-A33F-44FF-9AD9-7877784B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79D9D-ABD3-4A53-860D-448A9AD9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boundary-only story is a first approximation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93FAC6-53D7-4884-A93B-71E5CDF2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7323B9-CB9A-4E06-A2FB-6D7CD6AA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2FF754-C1F9-4C07-8D8C-B6184BC2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72B939-84B1-470E-A599-F1924E65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009BB6-7E43-4BC9-A008-4AC0D381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39F613-1A26-44B1-AB3A-C35F809E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E3F92A-8DCB-4866-8B94-CDEC7CE8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190680119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43E520-67A4-4D9D-A6FD-DB643912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21850-D1B7-4D87-B713-23F4E11E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ced4a7cfbf419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C8282-743F-4A94-AF3A-EB221EFA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VMEC is the first computational gate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5690C4-8C5E-413E-B78D-F86360E1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ED39F-FB08-49CB-9E80-861FC27B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32E06-2B8B-4992-9B8E-766712A4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1F1496-3B9F-441F-B9C2-633FFA93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521FBA-F764-44D3-A03F-DF794C87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2FF8A1-0B79-461C-BA58-8ED5A03F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A7E55-B0C9-48D3-9C4B-7E41AFEB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Input: boundary and radial profiles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432BB-67E2-4E81-9DF9-9EF0F2E1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93826B-49F0-44A0-903C-027235FD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Output: nested-surface equilibrium and wout 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C36DDD-AD08-4F3C-9EA4-7A0F7837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53971D-3233-4FEA-A061-CDC8EE7F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Teaching fallback: cached surface and iota profile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7DE8C0-B443-47A1-B52A-A123E337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E3B636-F241-4FB4-A191-DBEAA19B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190072-3114-4CAC-8A59-BAE754CA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9D31E7-6DDC-4F35-A566-BB15936A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116738186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65F6F3-FF5D-4CC6-83DB-B2841308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B37D3-10AF-47F3-8AC5-4DB030A3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56acf5ffb9421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CEFBAE-7D96-40B0-99BA-9CC3711D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wout file is a checked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AC4E8-71A2-4BB0-B0BE-A17E591D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2271B3-1641-4FF3-A471-39971CBC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477C7-C269-4258-B621-34CCDD10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538207-A6D1-4302-8459-BD58D020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BC1AFF-CAF7-408C-9CA5-5F2421B8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CE096-05D1-4877-972B-90854BF6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148A98-03FA-4AB2-847C-6240BEE7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dimensions, variables, iota profile, aspect ratio, and surface geometry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A9FB1-5F1C-4C81-974D-F60FE040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140A2D-0467-462B-9EBE-81EE39B4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plot without the file provenance is incomplete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8F90E1-0446-4F06-A3ED-CC8021C6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0ED6FA-611C-4E1E-A258-140B8FB0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D4DC3D-59E2-49F6-9BB4-5084FD65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2EA30E-C79B-4121-B09B-60C0D7BD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162876740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5F4E06-35AD-4AF6-A4E2-41BAB0FC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6FE5BB-5C36-446B-9B34-47CCD144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223939c5c45e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CDB26-5785-446B-BD1D-49D7A546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HSX-like QHS surface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773E1E-F68A-4E77-930E-11FF0E25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BCF444-213B-47F9-976E-DD7418CB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27bd7aa034bd2"/>
          <a:stretch xmlns:a="http://schemas.openxmlformats.org/drawingml/2006/main"/>
        </p:blipFill>
        <p:spPr>
          <a:xfrm xmlns:a="http://schemas.openxmlformats.org/drawingml/2006/main">
            <a:off x="2191147" y="1790700"/>
            <a:ext cx="3523456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E5FB3C-4B36-4268-A4DE-DF6AC543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86D72-0E49-4942-A907-0E97CBBA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5DA0D6-3BF8-433B-94BF-4965D57E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Small stellarator case for classroom calculations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7E9262-22B8-4E3C-BFB0-1E914903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9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E7B779-5EF4-46AB-B23E-10BFEB1A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84500"/>
            <a:ext cx="30670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Natural quasisymmetry example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F31EA-909D-461B-BFC2-70F6E911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97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82F739-D5DF-40B8-AB8A-92D2881B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92550"/>
            <a:ext cx="30670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cached figures for live robustness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CF8A6B-7743-4FC3-8793-7628F028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18D907-FEB4-4B74-86D8-5C290564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49340F-C7C0-4088-B485-BCF9D8CE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12C2D0-EE6D-47C0-8CBF-20D6C7C5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E029AD-247F-4C90-8010-D2623335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7C5EE4-AF1C-47A7-90D7-D9A8B010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79536181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E86EF9-02DC-402D-BD6B-BF396FBB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73BE9F-80F2-457D-9DA3-BB78C27E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553b766563434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1B0B4-6E56-4E17-8B66-526885AB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rotational transform profile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BE06D-D5DA-4A31-8742-45EA00EE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8EAD75-A392-41FD-B491-73DD56E2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51b2e7b37246e8"/>
          <a:stretch xmlns:a="http://schemas.openxmlformats.org/drawingml/2006/main"/>
        </p:blipFill>
        <p:spPr>
          <a:xfrm xmlns:a="http://schemas.openxmlformats.org/drawingml/2006/main">
            <a:off x="1009773" y="1790700"/>
            <a:ext cx="5886204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B0E2A-8C0A-46AD-B071-ABA97A8C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CE5EDF-C249-4DE5-B776-66AFC3B5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9C2003-CD9A-4DFF-A50E-31530EAF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Iota controls field-line pitch and resonance exposure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C821CB-DE5B-43F3-93B4-2BFAB54F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2B650A-1A6B-4275-AC2A-9982DFD8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changes in iota as a first optimization diagnostic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719DB-2AD3-4691-A244-1B60BC2F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C5F98-2D9A-4B8F-B063-5DA7C1FE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E76A01-170C-4CB2-AAAE-0B921B93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4D95B-FB37-4FBD-A4A2-9F4F98B8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B78869-4456-484A-854B-758B5E96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4E430-3F69-4D7E-A7BA-C8557A24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9654978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215525-C3C4-40E6-8B78-64832932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50469-0C75-4B7A-9C46-BB8855A3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2c6c0a7c44aa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D6A6BF-45E2-4836-B719-AF8D41F7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Equilibrium convergence is a result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907A9-5FFF-4DE3-A274-764C96CD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D1430-9487-4FFE-8019-5698718D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6BB42D-7E66-4377-AAC1-E351C574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0856D6-83AB-47DE-97F2-5D7507DD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6641A2-F647-4160-BF0F-2BC90E52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3CABD-DCDB-4AF1-93DE-C2ACB2F3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Non-convergence contains information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50E5A1-AD34-40C6-BC33-417642AA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50E990-EF50-46EC-914D-DA19BE52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Bad resolution can create attractive false 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4AF9B0-DFE2-4768-AAEC-9127F4F3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2AD99B-2321-4945-8814-22306DD9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 mode keeps the lecture moving while preserving the warning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D923B-8A5F-4F71-BBEC-9883CF94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61038E-1D8E-4B0D-AD6C-DFADEAF5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E21473-31C8-4353-ACBC-CF53B8E9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1CCB11-60D8-48DD-B221-6126E229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4D76BE-3267-4ED9-962E-BC6E6040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09D70B-6B2B-4BA7-B51B-9877A6BF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47706250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DBEA00-3D94-479F-9DD2-1D1A6048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B9521-9F15-48E0-8DCC-0E28CBCB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0cb25c8e8c48e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2FD5C2-9DAB-4B4B-AFA5-6BF72241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first equilibrium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A87E41-95DF-43C3-A833-C2BFFDE8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56E080-8824-4161-9DE5-B9A14640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29245-2950-481E-8487-4082CAE1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8025A8-C4BD-49F6-AD89-2C8F39B3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E6DBC-0885-4587-8781-CBD59E72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notebooks/01_vmec_jax_first_equilibrium.ipynb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BE62B6-5645-4D57-A069-F69DFA83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EBD3D-D519-471C-A1BE-1EFDCA2E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Load the HSX wout file when available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C6B0A9-A0CF-465B-9D20-82CE3EB9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621169-53A4-497F-889A-8A7BF7ED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LCFS and iota profile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F55710-1669-485C-BCA1-DFE3F8C7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8E9D95-B932-4C9C-B43E-C84782BD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boundary-mode proxy and inspect metric coupling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7A3EEC-2934-4F3B-A32E-168A5E9A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032BC-9843-49F3-A389-A0A04562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61037B-6726-4D49-B897-E86D670D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12AFC8-3D99-485B-BD89-25CB41D0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73FB82-924A-4B23-9F74-F1012E33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20A443-EA22-491C-A46D-763A8A53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A057D8-3216-4008-8767-D7DEA172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DDCBFB-B3E4-4A94-B2DB-BF963F8B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F0576F-1153-4A36-9D4E-3DEA4B70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9DC849-48E1-41EB-99C9-2C11581E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21F360-79C0-411D-A215-9E3021F2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6DB9C7-F923-49BB-80F5-6743BC16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01E963-1B2E-4FDC-8654-A37FDB9D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7548C5-4278-4BEF-8507-E36CF651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C5F1DC-DE82-4ACA-B322-4582D781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C997B6-A155-4B8E-A4A4-F2256759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39830E-536E-455A-B76F-DD695DCB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3DB184-CF14-4E71-A4F7-75CF18F0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136616539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0CAE52-8C44-4B4A-AD64-0BD20F6E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4C1282-0A88-42CE-886E-35D3F5B5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BE7D89-D8C0-496B-B522-159A39AE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E28F0-B65D-4514-89A9-1436F33D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85051c022480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FD7FC-D5B0-43C3-AE3F-04DC8E8E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25C571-1F1F-40CA-96FF-6DE94F79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2. Boozer coordinates turn geometry into spectra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F40BB6-3B3C-426E-9AE8-99564EF3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D88B7A-A2C3-4BB2-AC1F-E6E16040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692CB-3063-4F3A-888A-C5DBD7BF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Represent magnetic-field strength in useful coordinates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6D5215-79B8-41F5-A298-D68165E5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F3EF4B-4800-4815-B2A5-7D9233DC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Separate symmetry-preserving modes from symmetry-breaking modes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49BF12-93A7-4401-A058-0B8258D7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8800D-8737-49A0-9622-79ACE2B0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582BFD-555A-4284-B312-AC886385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C23D15-BFA1-40BE-B042-32308399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52125763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9E86BA-FACD-49D0-911E-534EBAA8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9537FB-AA4B-409C-916E-26788A59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cba2ae4264c0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51B2D-95C3-488A-997E-5B89E6A4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Boozer coordinates make symmetry measurable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9D726D-2DF7-4E86-A1AF-7D911F53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A8410-8976-4FE1-939C-79FA0D26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069DE-4298-42C0-A79D-9030902A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7ED8A0-DF3B-4B5D-85DF-8C72E80F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A8FC0E-85C0-4EBA-9C3F-C1B06CF6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Many design targets are statements about |B| in special coordinates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53DD4A-9C59-483A-8364-A1EF1E45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C7E357-1510-4EEC-8CB7-3B329ADA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4CE2AD-9F93-401B-9A55-EE179747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91985-65E2-4A0D-B6EE-2D7517C1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spectrum converts geometry into a table of modes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478462-9607-4380-BD50-FA8BD88F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643FF1-10DF-4EA0-9F53-F9D474D9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92E1A-97DC-4287-9672-79E289FF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59EF94-673F-4369-B552-20D0CA26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44DAF-EB48-4CAD-AA76-73D4CC37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E6EBF5-1D72-4651-A8F4-4F00CF95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7FCD0C-81D6-4F29-995C-E94DB2D1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180596999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2191F2-A2D3-438F-96AC-4F2CDD97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DE12C-BC34-4D32-8192-9A661A10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8ab2e15aef43e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36FD3-6312-4847-B132-2B95464E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B(theta,zeta) contour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74E350-761F-4086-95A8-CE9BCE4F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0AD806-55AA-4C3D-98D0-1A2F661C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bc7ba267534c92"/>
          <a:stretch xmlns:a="http://schemas.openxmlformats.org/drawingml/2006/main"/>
        </p:blipFill>
        <p:spPr>
          <a:xfrm xmlns:a="http://schemas.openxmlformats.org/drawingml/2006/main">
            <a:off x="1209147" y="1790700"/>
            <a:ext cx="5487455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A9E9F9-A4F8-465B-87EE-1DD468B8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9E93D2-4AFD-4022-9F22-87BAB710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9A383-81D5-47E0-8245-61F4A5ED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Clean bands suggest dominant intended symmetry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D7BE9-58CB-4BB8-B777-E68C9540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325C9-77E2-4A84-9D28-EB92CC6D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the contour before reading one scalar residual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950106-68CD-4897-AE14-EA01C62F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721BFC-D120-4E64-90D0-FB818C18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CD2313-78C1-436A-B5AB-ADE65EA7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20676C-F29A-499D-9B38-33CC42E4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AE9428-6E05-4A62-94AE-CC62DC2D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586586-7E78-4132-B58C-F5DD09A0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73407639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CDB94E-36FB-4D48-9788-5BC0A53D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A84385-AF2A-478E-98F1-E0D9D310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cf27beb930470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F4017-4AE3-48CC-83FD-70A093FB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Boozer spectrum heatmap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BEA88F-EA92-4E6A-91A2-5AE24F28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65622-5C35-41A1-BAF0-DBDBFA46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b10aa2447647be"/>
          <a:stretch xmlns:a="http://schemas.openxmlformats.org/drawingml/2006/main"/>
        </p:blipFill>
        <p:spPr>
          <a:xfrm xmlns:a="http://schemas.openxmlformats.org/drawingml/2006/main">
            <a:off x="625845" y="1790700"/>
            <a:ext cx="6654060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57F64-90F9-49CD-8150-BFE928BF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33CB9-EC77-45A0-A367-19900129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CF76A3-6AA3-48F7-BE1A-7B0A5B1D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Dominant symmetry-line modes carry the design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DE2D8-54E3-4953-9C15-4A297E93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FE5F67-ED76-465F-A409-5D644C5A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Off-line modes define penalties and diagnostics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6BAC75-72AE-4004-8FB4-FBE9DFD8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2D2D9-BF8C-43D4-814B-AB90DAC9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07156A-C245-44F1-A4F5-9400E100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841DA8-33FF-48E7-AAF2-7F28206A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C1E8E-3753-4250-A985-E79701E4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6D8929-9A9D-422D-8F54-6BC4638D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202085705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9744E0-DDC1-4B95-9B96-5C7CFEE0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11F23E-A1EA-4FE2-BCB0-8376073B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08713894f4b5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DFA247-93B1-4B36-BF50-F0364D12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Several symmetry targets use the same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CE244-80E5-4A36-966E-3E7A632F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63625C-DD43-4B83-8737-54F828BC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FCBF80-5621-4175-885E-976C16C7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DE37DE-08A5-4E26-B979-5D73DD20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5727A5-F650-49BB-BFFF-8E744C47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Quasi-axisymmetry, quasi-helical symmetry, and quasi-isodynamicity differ by mode structure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3894C6-A5EB-4203-91D6-7DA07F34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7DEFC9-0AD5-4AC4-BEEC-7536474E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7DDBCB-1370-48B0-AA92-1EA33BC9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1A8B33-CF84-48D4-A812-F1A78463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residual must match the intended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E5D740-EAB3-4911-B9CD-B250E83E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81E0BC-DAD6-4450-9CCA-4DA00516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AB3237-876D-48A6-83C2-3BC4F1C3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D85848-ECF8-4E84-AD1E-C0D5E544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FD662-A308-4C8C-AD12-54657C14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10A7A3-A907-4652-A83F-98F0C08A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B39361-4EDA-4A58-9577-06E38CE7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36533825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205927-E83A-497F-9BB7-291BA635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9F0CF-B5D2-47D4-AA5D-2E813DC0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93d4db0a874e6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332282-7BC1-4E36-BCB2-6D35BA38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Boozer transforms need a convergence audit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DAC9CD-CC7E-45A1-A6DB-F4D75094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6F6A23-751F-4931-AD47-AD47436E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DFE63-CB10-43A0-9A3B-654AF036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CBA40F-8E50-4BAA-85A6-17B21E81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E7B8D-9BC7-4173-BB15-46C75F71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8AD5AA-2A92-4938-B2C5-9466BDD8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modes were retained?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7D8895-A22A-4C8F-932D-9DF517A6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E8672-EFED-4527-8A7E-F6D7033F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surfaces were used?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F978B5-1BF8-4E62-81F6-AE139B98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AC2EB2-BEED-4422-9AB8-A7A28C74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Was transform convergence checked?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883DC5-7051-4207-9501-589CF254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64D180-102C-4389-B20F-ED8E864C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BE7BB9-FFB6-4ED5-BE63-73626382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660230-9BD0-4A18-AFB9-A84FD5E5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16F8A7-6C84-4ABD-A7EC-E5ECEB3F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E18783-16A1-47DA-836B-CBF0A496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12405653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CEFDF9-1BBE-42B7-820E-45B625D2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3895F-66FB-4AC6-8B76-0B1BAC7A6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ce446ea691403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1F693B-F08B-4672-A01C-5921A501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Boozer spectrum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824C5-06B3-42F3-9076-1F649B88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F15B8A-0D31-459A-BBCF-D9340298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E5B1E9-2858-44D7-AE46-7521BF3C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0A9CED-A499-459F-99C4-19D4707D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797B86-F3AD-4AF0-8EC6-81C034D6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notebooks/02_boozer_spectrum.ipynb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23E60C-CCB2-4B60-80D0-C6930B74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40BDEF-1D41-4940-B235-48AF1D6A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Generate B(theta,zeta) from cached modes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BFF642-0AB4-4A4C-BFCD-66AB90C7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AF8E1-C7A8-4692-93B8-E71B7AB4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Identify symmetry-breaking modes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6BD219-CA0D-4655-AF9D-8E2954F4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C61A95-EDF3-4219-8B8C-89EF9CDC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Perturb one bad mode and watch the residual rise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8324A-1AD2-4074-AF9F-60F8FA24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47BCFE-317F-495D-92CE-28CE1593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B288A7-C105-413D-864D-5CE8671C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D902-EF52-459E-8856-30ADC02A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DDD733-5306-447E-914B-AEF71E71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51CE84-8996-43E4-AA31-6962F3CA3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488350-8938-4160-8444-90E3BE28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9217E-14B4-423D-83D6-CBF9FB19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364350-C332-432D-A7DF-0054AD8A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768E65-50AE-4AE6-92EA-823F5306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AC8EF5-0E05-4A83-953A-48B45DAB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DE287F-2D4C-4D62-B7EC-8726896C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1CD00C-BBF0-44CD-949C-57887A0B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DD5BFC-8533-486E-96E0-48777B21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3D9ECD-81A1-44B3-826D-AB17650F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94BC4F-88CD-4FD2-983E-4A8694DE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1C2456-040F-4E64-A0F4-2E0BBF5A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6AAA4E-B17B-4ED3-9A55-51950EEF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26511186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540095-B67D-41FB-B331-97710381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E93F70-25D3-4FF7-BA56-EA4BEC24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3A0E23-1D9D-476D-8D68-003B90F8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4ECAC-3423-46D5-AE87-11BD538F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8ca7a6b2cd4e9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73D4A-BABE-4A5E-9F34-685F9663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49CE2-324C-4AFC-832B-0ED7B573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3. Metrics turn spectra into design objectives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B9EF8-71B4-42DA-9F5E-6A74B7AE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DDDAF4-D494-4A11-9614-B5C3AB4C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4EF895-7392-430D-A0BB-0DAF9476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Compress the spectrum into a useful scalar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3EAD36-FF5F-435F-BD32-854E9E7D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282152-534A-4B4F-9FC7-90EE11AB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Keep the full plot next to the scalar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D4570-04DF-466B-8028-36DD99C0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357A4E-74E2-403A-995B-6A4E5021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3B65A-C0C3-466A-B0E3-172243D15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B9C3CE-9414-4DEA-B771-040BAB00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174324015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259925-65BE-4D43-A118-9AA16C7B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A56EC-EBF3-4F90-9365-63AB5B78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1bae92c50b4fc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656022-3BD9-4C84-AC6F-BADAC434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Effective ripple is an optimization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2679B-69F2-43BE-AC3A-3ABFFE23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3A481-4FFB-4362-A5A7-D465FC9F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907E6-1407-4FF4-80D7-A04E2AD3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7441F-E618-4241-ABFA-B265047D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55630-B602-4B88-BA91-81A05FA2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Compresses low-collisionality neoclassical transport risk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817F4C-C3AA-4E3C-95E3-4CD7CD08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76FD32-CAF0-4174-B9AE-09686E41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3C3EC-A153-4DBD-BE39-FC79519F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C12410-6DF8-4C98-9F3F-92BD9ED9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Useful as a screen before expensive transport calculations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28AFEC-8127-4C76-BB95-015E7C9D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CA28E-6D43-40CE-9535-3C501533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D42516-DC2D-4BD0-AC9C-AEDD2EB0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F04A9F-003D-46EE-98AF-C56458BB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98DE6C-5E4F-43B1-85E4-D8D3E545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8BACE-2F99-472A-AC75-3C742F0B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6D35B1-CA60-4F8A-90DA-42663FDB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27576011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77F341-2EFB-4723-9A4D-564E7508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3868B6-7FE7-4AF7-B3D9-D343FD57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e3385ffb9a404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73498E-2F82-4BC8-8CFE-4BB3402F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effective-ripple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988F8E-960D-4136-A13F-B1AA454B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6BA67-BE04-407D-B5B0-34FAA8A08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b148753474093"/>
          <a:stretch xmlns:a="http://schemas.openxmlformats.org/drawingml/2006/main"/>
        </p:blipFill>
        <p:spPr>
          <a:xfrm xmlns:a="http://schemas.openxmlformats.org/drawingml/2006/main">
            <a:off x="639012" y="1790700"/>
            <a:ext cx="6627726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62C0D9-2D41-4F83-80CD-B75C593F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40309-CBC8-4549-A252-D1449D80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4A88EA-894C-46B1-A9B1-9AC24234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 shapes matter: edge and core can rank differently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A9047C-A6FA-4537-9758-6E20C7E6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E0833C-87F6-4829-B71C-DC113E27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One scalar hides where the risk lives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6876AB-3B23-420C-A420-BD739A53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929FD6-692E-4C06-909D-90121CB9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DDB6B7-4672-46DD-9642-70A64E16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1A341D-0AF9-435C-B197-A9E27C75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52BB33-334C-47FD-B146-2B1977FC4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FF6CC0-E907-46C6-8336-D9534E4A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116350986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3F7AE5-C2B8-49A7-9EC4-9EB27429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1E9CFD-5B3F-45A2-88CF-4AB2C1EF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d0d9ea7684cc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17924-4659-4F22-8401-67844B90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sensitivity to one geometry knob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8EDCE-2A06-4E8B-8A97-5A680BFF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ECD9AA-6D5E-4101-A903-0BE41DEE7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e77db1d4af427a"/>
          <a:stretch xmlns:a="http://schemas.openxmlformats.org/drawingml/2006/main"/>
        </p:blipFill>
        <p:spPr>
          <a:xfrm xmlns:a="http://schemas.openxmlformats.org/drawingml/2006/main">
            <a:off x="818047" y="1790700"/>
            <a:ext cx="6269656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92E90F-F775-46C5-A597-7DACEFF5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C02C7-3FCC-4633-BBF6-DC05304B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D41F8C-1C95-4456-BB00-8DE8CA78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useful metric tells the optimizer which direction is worse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7450D5-D54F-46B3-B5A1-E0A03AC4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C0D2E0-67DD-4F5E-8012-1EE726B9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differences are enough for classroom intuition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5DB1C5-03BE-4985-864C-31343F0A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A970E-D17B-47CE-95E8-4E31AFC5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E0190-CE11-4E09-BF75-009806AE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0244E4-E5D9-4E11-BD67-C2DA51C9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A2F559-2772-4C15-8238-C5B9321B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8EEA43-531D-47C2-A40D-CBAC1454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201807061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1159C4-C5F1-49A7-8D54-B91A7E0B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7476F9-485C-48D9-BE93-7BD1E3F4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8293f9b7b4db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FE339C-9F19-4B65-8C28-FAA32912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Gradients expand the design space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B74DC0-0035-40BE-851F-232DBDB1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8E6D7-CDA9-4A93-A159-F7162A82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21395C-AFF3-4394-A1BF-0AAB463F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0AE604-F875-4279-A044-62953EE9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E02F12-3370-4158-85F9-590FC72C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differences are robust for teaching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59390F-61A7-4F4F-B5DA-E2BBC501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4DF3E-8C79-49DE-9609-4653C40B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008E30-4A19-40EA-9910-D7F5DEB4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715E2A-A676-46BE-83E9-A7DFE3E9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Adjoints and autodiff become important for large searches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7FBFC3-E5B0-4AF3-BF83-B2B524E4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A71985-7FD0-473D-8771-9FDFA3A8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C08DD7-F14B-45B7-AF37-58F7B073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2E331C-4AA1-4733-A6BC-8AFEE35B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Gradient quality must be checked against physics fidelity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2811B8-15C0-4670-BFDC-3AEEFBB3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F9E3E4-C2AE-4D8E-8CC5-04658D03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056188-956A-46AE-995C-4D19F161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44D54F-1D20-496F-ACB0-BFFD2084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8372E3-0D59-478A-AEFF-100F7274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D28ADA-3222-47F3-85FD-8530213C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4B15D7-5CC9-4AA4-AB1A-12F528DF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70731063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2926B9-5005-4735-B522-13D1F791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2D460-A334-4AF3-A1AA-21C5D112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6c814074e94a6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2131E-CA7B-4DFF-A68A-361C0E4F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Autodiff changes the coding contract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FDCBC-BCB1-4708-A768-D539F5B9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B401EA-AA19-4C0F-B79D-8392BA5F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E090A4-09A8-494A-A061-539B45E5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41484B-F1D1-4532-B36E-E81D2476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88791-5822-4213-BE15-C5AF7CE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F2B232-BA9F-4F01-8248-13242EE1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807C6-9D83-4032-A9A8-2883A436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Every operation in the objective must be differentiable or isolated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2FB731-5445-4615-BAD8-04EC141F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6CD03-ED13-4180-B879-605E09AA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 mode teaches structure before research-mode autodiff tests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96B85D-9F3D-478C-AD8E-BB2D39E5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5947D9-407E-4A46-A9D4-55B8EBE1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933669-7FAE-4B95-8CEB-EE6CFE37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198446-7C1D-42FE-8F5B-527152D6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180399025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8D5659-F390-4A19-BB55-4D15A05A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385604-F2F9-4D10-8923-BA67CB51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05c90944b4e2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1B532B-3BAE-4645-B589-99B94EFF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scalar objective is a negotiation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7EDE25-2C20-4E76-BA08-B82D395F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8D27D-7985-44F4-925E-B039E694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899A4-3068-47F0-BDE7-3949290A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006B9D-532D-4AF3-86AE-6AE52805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81A83-4D00-444A-A128-D41044C3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8E8456-A207-47D3-84E1-2D100297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034B8B-7B96-4D63-85D9-C16E6762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F17BD1-2B9F-4418-AB80-3D5B81BD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401B9E-1DB2-4A11-AFE0-2568BA24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1FD189-58A6-4334-A4F0-D3E19B7D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E277FB-3BEE-4EA0-AA36-1A5146CD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5512D4-FCE1-41D5-8738-3955950B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6DE301-B3B5-4197-BA6E-C119EA71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9D25F-19A9-4C79-AE95-39062C71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F6C986-331A-4A48-ADC4-20E1F5D2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0E0C59-936A-49B6-AA8F-022E054B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98E4C3-007F-4DC0-99D4-666FD16E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B90B31-757A-4556-8CDC-0DCB7283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A2DF0E-A3CA-4251-B051-7260735B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CE0EA0-D0DB-4E7E-8858-CA475406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94CC2E-47EB-485D-B851-5492D632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7053C0-95C5-4511-9E1D-EEAA9491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D75C07-262E-42B1-8ED3-76403669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Magnetic quality, profiles, coil risk, and transport gates compete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EA3DEA-301E-4C60-AF48-738F42B5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35083C-14DA-4620-BA5E-1DADFEF6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Weights encode values, program stage, and risk choices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66B0B2-4FCA-494E-910A-95C84C4C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8A6138-37BD-4590-9EF8-AF9763F6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A8A88D-C449-4C10-9D38-027BC236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F9BEA6-B927-451A-BD1D-8ACF20E7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167762240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FCB731-0E8B-473E-A945-082429F7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0942E6-7B0F-4AC2-95C1-91F8D940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8b6b4797d2439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1E655-80D6-4FFD-A8A6-C9EB1814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 definitions need units and provenance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9BC01-0786-4A04-AB1F-528FF9DD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5D5B7F-F27D-44B6-A64B-2F022875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482F4F-AD6B-40D4-8BDA-FD54EA67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B6CD22-67C2-4FCF-AD65-B617BEF6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65C07-0F63-464F-B644-E815C425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60045-89D3-41FE-A12E-61BA6BF1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Definition of the residual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54BD2-31C0-47E6-B872-67E63BF7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86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6EB90-6815-4C96-8649-72B6BCAB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Validation domain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65FD98-8CE0-41A9-B415-E402B1FF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5AF573-16FC-4794-B9AE-613E0A50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direction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B82168-F802-4EBA-8190-1CE219CB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91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3A49F8-CDE8-400E-A5F2-E4254389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Known failure mode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D03C0B-E5C0-4AEB-82DF-13D203D2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A1AE9A-0664-4AFF-917A-804825E7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7C48F8-8745-4D04-ACE7-AD4AE649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4E40DA-2B44-4C58-9068-32DE6B61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12BEC4-6E99-47AD-9848-C874691A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FB49FC-0EC6-490B-91CC-8116A551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75741325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2BE54A-67A4-4D39-9A24-4263AD89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4C004-040E-416C-AB0B-86FDD1A2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dd3f15a0f243c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664B4-7DFB-4DE0-946E-CD08072B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Data provenance is a scientific result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102AE-2904-4624-A24A-561D6A72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E18A1B-997F-45B7-9444-5437DC7F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BE2A4-9E6A-44EB-99E8-A2B49B7F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6D8DB-064C-43EA-9ECD-126E6DA9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5474CF-193D-475E-B937-E1B815AC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C756DC-DF88-4F3F-BF96-01B6158C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1924E1-ABC4-41AD-9F82-E0A7E2D7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Real public HSX and W7-X files are fetched by script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BED366-6254-4A79-89A4-F30C620B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610E94-C6D9-4862-987C-595CC887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Synthetic/cached arrays are labeled and documented in STATUS.md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F785E3-12E4-49AD-8797-35F82238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B04802-E299-4BA2-BD39-9A4E4F5F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B8F6F3-D269-46F5-859A-1BC0877F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09EF80-21A7-4374-9B97-51202CB4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355719095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9963A0-60CF-4AC4-AD92-0AFB26A7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3EFA75-F7DD-462C-8DF7-BE2C420E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9e807667114d9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C0569-1D29-4A6D-9EAC-C098B157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Computational checkpoint for 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1DCECC-0E71-44FA-9622-040BC2E9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FC661A-5AD6-4302-89C3-AC17967C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874BC5-7103-4857-9770-964CBC31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3524BB-E3C8-46FD-B1C0-008AC932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F7B928-04CE-4C0B-8155-091BF4CA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65D1F-E6C4-4EEF-9701-9627736B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9EC942-2E79-4089-9938-18B7CE56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the environment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AF114D-B4AC-4341-ADDF-8D3AEE19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4D8138-082E-4D53-B2A3-FC2597DB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Fetch equilibria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CFDB98-9B41-44AB-BAE2-D3A9E0B5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7EC7A9-CB85-4B92-9623-1E642CFA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Generate figures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98A9D1-6077-4469-8838-3B3AE2C9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81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81F71D-27E2-4E15-99A7-84BB218D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768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 notebooks 01-03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21C714-9443-4F46-B8CA-013982B5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82CEF1-85B9-4901-9B2F-355FB78A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DC3861-652E-4528-B681-070BB7CC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FC9545-1E54-4A66-B042-67C701D9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931090-8029-4455-A3FC-F91A40C4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DC0626-D593-4D0C-946C-84436CCB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8A15A7-8499-4A13-BBF3-3ACE92FD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6D4A8B-2642-43CE-A466-FCF12066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163B49-0860-41EE-BE8E-F132C59F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24E519-47A0-4E2B-9140-C1566EC6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071F57-D3F2-4F38-99D0-671F34C1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476EAE-0F1B-4AB8-83B9-A0A61BE5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FCDB1C-BB1A-43F7-9113-DEC268C3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43383A-D42B-4F20-B174-AFCA71F4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5888A5-CEF3-479B-815D-12BCBE59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CB6AF1-D3BF-46B7-9F82-DB47EECB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FE2E96-6F44-4971-99DB-770B5C6D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8F2885-9A5D-4783-A91F-90999F22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31607381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D50300-638F-48E5-87F4-E36AB12A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62664-B7D0-45D0-9093-727AF3B7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9e6432472b4bd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87782-22E6-47EA-9A6E-C8D219C5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Exercise: change a boundary mode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4443A-41B3-4D56-BCF7-B83A9DEE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B0F4AC-6EE8-4F55-B0EA-9404B368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9E0EC-B25D-45A6-994A-2D7608DC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2A9414-60C0-4BEE-8057-8863FD0E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C053E-C569-4672-8130-DB3C6CCC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EB73E1-58A9-402B-8D91-6FD247B1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2002F5-BD63-4C02-A36C-F6417436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Predict which metrics move first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3D555-5255-46B9-9531-81F66409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27193-1145-46A5-88C4-8099C30B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 the surface and mode-scan figure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6F57DD-1815-4FA9-8435-C328C4E6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CBCE17-529D-4CF3-A4FB-F6D6766C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what the toy model can prove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9524BF-86D4-4252-AD4F-22341344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F7263E-9FCD-464C-9002-F239266D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33A88B-54F7-451E-805B-F136673D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FC6283-1417-4BCD-B13B-B1445962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2AED7C-CE92-45EE-BE69-D73763C6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49B6AC-6A78-4BF5-B192-A768D70E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71495945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DB7AF9-B320-45E4-B2BE-A1919C46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88DC40-0B66-4FF4-83B7-8AAD1955F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68931a65474d1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1DAFD-E1CA-4161-A425-5BBE257F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Exercise: circle the bad Boozer modes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5F30B0-56E8-405B-8660-5BBA70AD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523EDA-201E-4CCA-B06D-8F0169B6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D179F-BC62-49BA-8140-F1E73AB6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FA152B-CA16-4FEA-8720-844947F4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5E3710-723E-4227-A331-5FD88D7A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E86E3-8F94-40DF-BF8C-CB314F21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E8E485-E099-41D9-9CBF-AE8F46B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modes preserve the target symmetry?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15FB26-03FE-4003-9765-6D860AD3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88F6A3-AA2C-4DB5-ABB9-0A60F5C3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modes would you penalize?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540F49-A1CB-42EE-BA6D-CE187064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D1E15E-DCB2-41EE-A7D7-28EC05AC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happens if one bad mode triples?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C7A12-A846-4395-9A59-69A8E26C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7E08D9-B71A-4056-AC75-C65FF801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EF9EC4-1614-46D0-9E94-BA4260AC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6F2823-11D3-4150-89BB-01F3AD84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941A61-E523-4030-AE8B-A9EC0CA1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FEF899-8AA3-4EC5-B4E1-65614998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460198982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ED0B0F-41B5-4908-9383-B69A5ECB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0D459-F00E-4A55-9AA2-C00EA413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d7e79390b04e7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951DD1-2761-4942-ABB9-AB3826DF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Checklist: VMEC file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6DE38-9527-44C8-A934-8FDD739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ECB82F-2FCB-4C96-9B33-BCE2D7D1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270DE-1925-4407-9FCF-32532514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6075C-35AE-41B6-B12F-0C83DED4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9A14B-FE77-4039-96D3-4EB9539F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BDCB1D-8034-472E-BD64-9ED0488E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CE4E2C-719C-41F2-8A78-06498FDD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C9F52-2116-47D6-A2FE-38125F0D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409F90-7BD9-46B2-A186-316E2E11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iota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B05569-FEA5-4DC4-8484-FE819D77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FBCF8C-A277-4DAE-A91A-1652735F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F38C43-F434-4EAF-92A2-EB077E0C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154927-F922-4C75-AFCA-AC79E67E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coefficients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DE7BA-543F-4F6E-9DD0-06E4EC74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8D92C9-35EC-4C52-A5BE-B000DE58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B7F760-BA0D-4901-AEFB-52972E8E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781A10-7C19-41A3-AA8E-319C8662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volume/aspect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C77A69-01F9-4185-9DA8-DDAC168B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8691D9-D916-4EC2-8AE1-DDA16897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DDCBF5-EBF3-4577-9DD2-11A93248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FFD8C3-72C1-4EA7-888C-960B9D17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beta and pressure-current profiles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CA1B64-811D-47C6-845A-2799CCD6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DAE09B-2AF6-4C26-BB9E-0867F484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479F6F-A4BB-4607-97FF-E17540D8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78FFF7-E3BC-4308-9768-D0D5D8138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F48092-7292-4559-AE8A-18D19B2C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808DB0-69E5-47EC-B9AB-F4D25C9A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757494-3696-4CA4-8B06-B29BE120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1786454198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446944-8046-4FFB-8371-6765E33E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4086A-7872-4F6A-995D-67970E1F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9a7bd49b78442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C3B9C-5698-4095-AEB1-1094ECAC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Checklist: Boozer file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3E7EEB-9412-4722-8B4F-FA8423E4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B3AB3D-0012-49F5-B05D-CB1CA610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1CB5C1-4954-48D7-B358-A00CB281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7AAD32-AF3E-4012-92FF-C17BCCDE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B8090-029E-480A-92A8-10ADDF89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surface labels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CED2AB-E1E7-4B9D-9120-BE4674E3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3B762-DB78-4FB3-90F6-14334ABB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C811A3-4222-4663-8BFD-DD347919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E88625-147F-4A45-8965-A8AB510D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nfp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8F08E4-238C-470D-A09A-0F52A8D8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749630-416A-44F7-9EBC-25B2428A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AB453C-FCC7-46A6-B0F7-E70BE6AD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FBCDEE-968B-4707-80EF-95E32AB4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mode truncation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6DCC65-C9BC-4599-9CF3-534A38DE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C04E53-CDAB-4220-AA55-59BAF19A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646CAB-1CCE-484E-8595-80175509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7E4438-5AF9-4F5B-8549-27A15913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118426-11CE-4C58-813D-F3D3F2F3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07EBAA-E581-4727-A9E3-23255FBF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864900-7A2B-43CC-BC8A-504E3411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546006-7B11-43A1-BB3E-9C2C1C5F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dominant and off-symmetry modes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342FBF-69B4-45B4-AA40-6EF6F8D8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223C53-4978-4D2C-AC80-A46D2FD99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13CC23-FFE8-4254-96AF-9FD76266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7F457E-C0E6-4C40-9706-7B31521F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77C7EC-5B1B-42A2-9FDC-D415DCA3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48F18E-C8F9-49A1-AD9E-562F0D9F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DC55E4-E86E-4F27-AFD5-1C5A8FD6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2078389012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FEA7C-87B4-4BA5-B435-2B111C40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E443C2-6149-429C-9077-1207289C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b4ab3b64a74d0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8E4B4-B714-4C88-AABA-1C8F1622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1 notebook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A5CA4-BEEA-493E-9293-8EE73EE2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FFDCD-4767-4A20-A6C6-D0536BB6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49E698-0E70-4310-9672-656AB67E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6BB2A9-D7DB-4E8A-95A5-51CE3D75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609078-0521-45AE-B9AF-027143DE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3EB205-C56D-49C8-973A-16EC70EE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4EA3A3-7E08-4D9E-B90C-6520F3CA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7E37EE-E909-45D2-BEDF-6580D642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00 environment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C81B9C-5D28-4C74-BBFF-056F524B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3CB08-6B7C-4A18-BE3D-B14B4C04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B515D4-C6C1-42A8-A5A5-39398C47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FAC577-8D7C-4B17-9BF6-83D122AB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 equilibrium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79BCF3-1561-45BA-B849-90196B44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276C6E-1E6C-4A53-95D2-C06B1232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682EF0-9660-460F-8AC3-81D6D1BE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41C3D8-83A9-410E-8F06-26A3F2C9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02 Boozer spectrum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D2EBBE-FF39-4A1D-B356-AD299C59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10994D-A66F-4297-9F51-C232DA65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6D8AC8-E0BC-4C41-86FB-A513EFBC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B55841-450C-4A88-AD49-20202087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 effective ripple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F44880-574F-4133-8D6A-9906287B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4C0262-ED21-48AE-AAD2-5AACAFCD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3D246E-3ECD-4441-B888-2995FE4F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A86318-3F71-425D-8795-B3129DFD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7C5529-EC59-4234-B6BE-1AD673D3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567421024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8F3170-FF19-427C-A751-3ECE1E35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30E196-36F5-42B8-9D9E-F6AFCE1F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d0aade587468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E457A-F438-4352-B378-881FA30A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Five rules from 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E7484-5696-46C0-B4CD-435DB4FE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9BE34-F510-465F-9EC6-7B391C39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C519A-6EC5-4F3C-969F-E36BC7E6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artifacts with provenance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CD8756-90ED-4EBC-B645-879B7058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43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761A47-5316-46A1-98B3-9FFD8602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384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Name the design variables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B7B633-D169-47CE-BABB-03321FE0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2CADDA-061A-46BC-AF17-C2244D2F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profiles together with scalars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176741-A746-4EAF-B7CB-09868DC4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00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054EC5-4981-4AB2-83D2-5B62768D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957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the validation domain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4599C2-BC6C-4C49-A139-453446E5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CFCD6A-F4E4-4316-94B5-58E5FA4F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cached mode honest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4EE650-7F7A-41C2-9B31-C7EEAC3D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BD182E-824C-4E75-A032-EBF9084B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F7F3D0-2613-4BB7-AD4F-063A9A6F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C33B33-0A1A-4B58-B32E-27E5949F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750813-FE8F-4946-8405-5CC1DC8B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1EB475-7CA4-44A5-B703-2E33C348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1176421943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0B3087-457A-4492-81E2-043ED252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3B3A4-346A-4112-ADED-5240F4F6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5b43dd242d43f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7D6D0-E233-472E-81AB-3C292FCB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1.37: metric acceptance checklist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351D33-4E90-4406-A211-23364B70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5585E8-ED89-4DAB-8469-9D939220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DC41C0-E700-453B-BF5F-8E4021E0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46E5A-0489-4BFF-BB95-5E80115C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F3D6CB-F34D-4B18-8684-9248EA7F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7A2102-2E24-4E64-BAEB-A90EAF64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2F29C5-4408-41F6-A14E-E497BCA8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AE07E-6A96-41A7-B200-F0591CE2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0E52CB-B680-4F1C-9DB1-92A3F1D5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0A12F3-8C9F-4C90-B88A-8ECEA904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785ABD-118F-431E-8A42-B3110323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8BE3B8-4E90-4996-ADEE-F0084B32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F7AFC0-7218-4456-97D9-0FFD25C4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CC6C6B-48A1-47D3-A540-23EEF23A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527705-40F8-4DF7-B6E8-152639CD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63F1F3-AD1B-47BB-883B-481CB628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07BB68-CFE6-4D5F-BD6E-FD199BA6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8688F3-4298-43E5-BEA9-00CA142A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D23922-7547-4CD2-8382-46027A44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59475E-83D5-43DF-B692-F01E4C97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37</a:t>
            </a:r>
          </a:p>
        </p:txBody>
      </p:sp>
    </p:spTree>
    <p:extLst>
      <p:ext uri="{BB962C8B-B14F-4D97-AF65-F5344CB8AC3E}">
        <p14:creationId xmlns:p14="http://schemas.microsoft.com/office/powerpoint/2010/main" val="288099821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A4AB5A-3FF5-4485-847A-027FBDC0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FB65A-82A5-4E1A-B292-61A269E7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66c8deb364e6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2D577-6684-4B0B-952A-4F2051BB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1.38: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C2D66-181B-40B5-8A8C-3FB591AE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A6A73-62CE-448F-AE8A-60E76E11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15780E-A07F-460B-A0AB-BE120BC3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7A08F-4641-42C5-951E-0331CB87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06F70B-2299-4021-B4BB-591FF3CC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4A8D4B-888B-4D55-841A-F0AF09F0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DA346-9BB2-4B98-BE8F-BEF69C48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B7DC3A-514C-48AD-8EDE-084FBC60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AE11D-6AAF-4D32-8A08-801FD68B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EAD785-CE8C-412C-BF0E-EAAC1043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15359F-29CF-461C-AD9D-0CEB67C1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10640C-8EDB-47EA-8A8E-BD874D97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99E1A-7B9F-4FD2-9E7C-375DDC06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EFF0BF-0AC4-4A51-94F7-86C9D67B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A2BB0-CAC5-4CF1-BDED-F84D37DC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C1618D-94C7-4CA1-B9AB-A5DD91ED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BB2F5E-1A3C-48EB-A2F1-58BDF3B8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3E4A58-A070-4DCB-946C-48B4A89B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A177F3-14CF-496D-9E11-9E491A92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F79128-EDC6-4A6E-89B3-4EEE2F51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38</a:t>
            </a:r>
          </a:p>
        </p:txBody>
      </p:sp>
    </p:spTree>
    <p:extLst>
      <p:ext uri="{BB962C8B-B14F-4D97-AF65-F5344CB8AC3E}">
        <p14:creationId xmlns:p14="http://schemas.microsoft.com/office/powerpoint/2010/main" val="914699203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9FCD54-DE73-4F02-8E37-05D37826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5DC46-4DB9-4027-9EF7-B7CFC1EB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7aa224bd724f8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8F411-7F4D-45E5-B203-1872BED2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1.39: research-mode switch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81B93-4D86-4DD3-AE1A-9039189C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DD896F-194F-4896-8741-7AB5F28A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21FF0-9CAD-4EB3-A634-DB7A3534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7692D2-790F-43EE-89E4-D62E1946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DF7A5-A64E-4F01-A1F1-1007E283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9D729-8F62-4CBD-BBF0-9C2485C7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4AF70-B05D-49AA-8983-7EEE76D7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C46D2-F549-4614-9DFE-E2F9AF57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C9BB2E-2431-4AF9-A617-EAF68712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340A5A-B975-4245-84C2-5D99B1AD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6ACC7C-B805-4FFC-90D4-2BB365CB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6FA0EE-C364-4E99-A01E-6EC250AE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0C131C-9993-4B32-9EED-8CF41464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E7B8A3-0C26-4E04-9878-2B4E2F53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57BBBF-888C-4F2F-A9EB-D72EEFD4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003060-C1C2-4C75-AB2D-FA79628F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29A89F-8A34-4D8A-BF0E-67F924D8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4B050B-4BD2-46E5-9B1B-AC155F7D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4A7531-B1E7-44A0-886E-5919C148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957BC6-99AA-4659-9CAF-75564752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39</a:t>
            </a:r>
          </a:p>
        </p:txBody>
      </p:sp>
    </p:spTree>
    <p:extLst>
      <p:ext uri="{BB962C8B-B14F-4D97-AF65-F5344CB8AC3E}">
        <p14:creationId xmlns:p14="http://schemas.microsoft.com/office/powerpoint/2010/main" val="2012435871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8F36B1-1068-434A-8555-5F183E10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1E034-0B76-4934-A5A6-5EB1936F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b873ef64f3480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7A7A25-A50F-4C46-A02C-EEDB57EA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1.40: wout inspection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7B3A30-0CC0-427B-AF4E-31C04F55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49FDF-1287-4E56-904B-4DB9433A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15E7A-6B73-49EC-BF54-CABAC1B8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1DD511-B841-4426-B83C-36DBDBE0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ED6CD-F223-4348-9CFB-CF3161DA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F303B1-D9F4-4150-92CD-7A1460B8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C3F76F-CB31-4947-AF8E-A293E320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DBB00F-44FE-4451-B21E-851799B1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A7847B-A0FB-4042-AF28-7B4F61B1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C7BDA7-C8F5-4C90-B9FD-6316EB63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C392E-EC75-4DAF-85DB-5756D6AD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BF842B-79A5-458E-9946-C76ADFE0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153DF-048B-49FE-87E8-AC365809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CDB7E9-C4BC-4AAF-8D91-9B3ECB79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3BFC73-C122-4A13-A2FE-D1208B9F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8C27B7-BA1B-4C31-8D99-9E058AA8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39F18A-EE6B-4072-909E-979FA396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A25C1F-838D-4893-9337-C59A96F6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CF3ED6-E423-417A-B115-BAA91BCF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67AAAA-172E-48B6-8B92-959ACBC3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40</a:t>
            </a:r>
          </a:p>
        </p:txBody>
      </p:sp>
    </p:spTree>
    <p:extLst>
      <p:ext uri="{BB962C8B-B14F-4D97-AF65-F5344CB8AC3E}">
        <p14:creationId xmlns:p14="http://schemas.microsoft.com/office/powerpoint/2010/main" val="923940588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39A909-A7CA-42C3-B4E9-DFB95655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D92280-C6E3-4809-A9AD-87E83A68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5150caa2804ed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3212DD-B73D-4665-9B18-E8CF95C7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1.41: Boozer inspection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342DE-66AD-410D-BA99-610FDB26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C77B75-12B5-4D58-B767-D2CF0159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3DDCC7-EEBD-4D8A-BB4E-31A02966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A0CF3-19C4-406B-AE76-248E9CBF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A2CB5-20B7-46BF-87F2-DAEE5784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F360EE-321E-4539-AFC7-DBCBB220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25AB6E-CFA2-4898-9147-DB4AC16A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2644DD-714A-4B9B-A936-5455A989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3C16E8-CBFE-4C67-AEC3-E067227C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8FFA7B-6F07-4144-A641-31F38ECC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92816B-17B3-4FAF-8695-0B8ED0EF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AB21CD-2FFF-4ADD-A658-ADEADC50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3C0025-3064-477A-95B9-49D478C9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F302FB-3541-4AB4-B578-BBF471DB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F1F412-C8A1-4274-B5F2-67570943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C938C6-726E-4CA1-BCEA-4631B2AE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A16D2A-672E-4EC2-A455-DEA18A6B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4225AB-A41C-4655-879E-CA537375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DDFE3-698F-4E02-8151-76A61CB1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34ACB0-E7A8-4183-95E7-16736DC9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41</a:t>
            </a:r>
          </a:p>
        </p:txBody>
      </p:sp>
    </p:spTree>
    <p:extLst>
      <p:ext uri="{BB962C8B-B14F-4D97-AF65-F5344CB8AC3E}">
        <p14:creationId xmlns:p14="http://schemas.microsoft.com/office/powerpoint/2010/main" val="720454099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F4CC56-40DA-4E8B-AB22-3D87B1D6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3201EE-B18E-4A73-A44D-E28D0EC1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2fb59431e455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3F0BB-8228-4D3A-AE0F-C1202186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1.42: metric acceptance checklist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060AE-F477-46DB-8F09-A683F0DC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8C884F-9C41-44BE-8306-093C3313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F16223-F4C4-49D3-B519-A5D839D0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71747-C461-4CB8-BA5F-C3A639CB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B3B71-D174-4C8E-BE9A-FF85F4C2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ABEF92-12F1-4C1D-B124-285E7059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E3A86-6872-4303-B5F0-8C7A6C74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7E77C-277D-49B3-B35C-6FD2B1E0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4708E9-4278-4CC3-AC00-52F31D6C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225AD1-2637-4647-B486-AF0EE06A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C07C99-F336-4AE7-84F8-55AB91C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FF3CE-1F73-4765-95F1-158906D1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182515-3B01-456A-92FB-B899F3FA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8EE65C-292C-42E1-9A11-60B5B537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04099D-5D0D-4E11-8DDB-339DDD39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34FBE3-13BC-4613-8E82-E8258F41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EF4F21-1773-4598-9F36-144B2038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94F8C0-A8D0-489C-A379-31BD0695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51B3C2-E78B-4EEB-8EE9-E25BBD02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9B5292-8CB1-4CDC-A742-936D36F7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42</a:t>
            </a:r>
          </a:p>
        </p:txBody>
      </p:sp>
    </p:spTree>
    <p:extLst>
      <p:ext uri="{BB962C8B-B14F-4D97-AF65-F5344CB8AC3E}">
        <p14:creationId xmlns:p14="http://schemas.microsoft.com/office/powerpoint/2010/main" val="2049266638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AF2738-38A4-4228-BA60-F17B839F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09E82E-DC7E-4432-B56B-A77913E0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3461e529414fa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4A97A-919B-4351-98BD-3B31DD1C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1.43: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E5EC2-C367-4232-B681-D9CD5386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0478A-DEEB-4D31-B0AA-4CB4BA1C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58E5C-C5AF-496D-8574-FEF83092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22D603-3EE9-4547-A216-7161DCDB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1234B-9538-4DA5-9CAB-50453844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39F099-F7AD-4E70-865D-54580EE0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2F38D3-8948-4792-9277-3B641391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B7E25-0CE1-4C34-B9FC-3B2590DF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8A587-3CC1-458A-B85A-6DEF513F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9B626C-6D24-41AF-9DA3-881DE2E4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4DD3CD-41D5-415D-9916-3DEE19EC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6C620-39D0-427F-BEFB-186E55AA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FA15D8-4359-4F15-A465-9AE33AD4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D2A229-AE81-4456-B821-35E47E16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93DA64-A9E7-42AE-ABDE-40473BEA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84FD5D-9BD2-4104-A8A5-00923659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A3BBBF-D5E0-4A16-92FC-B1991CFF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D0595B-D484-4A2C-A9F6-30A4DF91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D593C0-3F0D-4516-BE82-5534BD3C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D751F3-26C9-4F70-AA29-C051CEFF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43</a:t>
            </a:r>
          </a:p>
        </p:txBody>
      </p:sp>
    </p:spTree>
    <p:extLst>
      <p:ext uri="{BB962C8B-B14F-4D97-AF65-F5344CB8AC3E}">
        <p14:creationId xmlns:p14="http://schemas.microsoft.com/office/powerpoint/2010/main" val="1209541425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935FA1-33CF-49FB-9C34-F356918E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8249B0-7B7B-474E-96CC-B9AA0D62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35243aff74de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216D6-69C3-4FC0-95E3-07D1E6A3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1.44: research-mode switch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C860B-8EF6-47C7-BDC7-9D0A065C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F5D78-A65C-4085-988C-DE34325B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DF996-E7CB-4570-B86B-FF6804F2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91012-E65A-46D9-AB63-19081613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0EBEC-35FD-4A8C-87DD-3EEA5C06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2496B-0188-4B71-84BB-222A6036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781026-06CE-4CEE-B64F-CAA81279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D3D238-DD45-4DD6-8D98-BED6DDEC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88EB0-3F61-4B82-9680-001DDF6D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783618-47C8-453A-B7F9-2E93A6F5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4C935A-2C57-42F6-A567-F7ECF56A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5CBA2A-EFD1-4EFD-ACDE-6114E361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072C60-BADE-44F4-ACA0-ACDA1F23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2372F2-D5AC-4100-BBF5-DCFA9E65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E51724-74FF-447B-8569-0CD46089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9BECF8-DE90-4C55-9C8A-5AA359E6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A5B875-102D-413F-8EF4-FD7419A3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FC8EE1-432D-4958-B8DB-08B6C66C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7C9A3E-8CA3-49BA-91DA-9A210B6C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9DA1FD-8201-4CAD-A5FB-52D96381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44</a:t>
            </a:r>
          </a:p>
        </p:txBody>
      </p:sp>
    </p:spTree>
    <p:extLst>
      <p:ext uri="{BB962C8B-B14F-4D97-AF65-F5344CB8AC3E}">
        <p14:creationId xmlns:p14="http://schemas.microsoft.com/office/powerpoint/2010/main" val="96944751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C782C3-05B5-4D4B-B9F2-BB62F78F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44572-15DC-46E7-A8C6-DEAED80E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1C5628-A317-4D3E-B040-6DBD187F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9edaffd604441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E87BC-CFA5-4CCF-998A-214DFCB4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D1F1E0-AB9C-45DF-87DA-335F66BD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1 close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83C47-5505-4335-B5AD-22B479DF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62F5C7-4A6E-4117-B66C-87FBE996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362FA8-7EE7-4D85-BFCA-D2809CAF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6906B2-5332-4400-9C70-52467FF6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9A8CDD-2BCD-428B-9B17-DC629890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the notebooks to rerun, perturb, compare, and explain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27C952-CE69-4F1D-94B0-07D0B5C2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381D1D-C4C6-4D35-B7D6-2B38865A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642FBE-4B56-41F2-B641-2D5D67E8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45</a:t>
            </a:r>
          </a:p>
        </p:txBody>
      </p:sp>
    </p:spTree>
    <p:extLst>
      <p:ext uri="{BB962C8B-B14F-4D97-AF65-F5344CB8AC3E}">
        <p14:creationId xmlns:p14="http://schemas.microsoft.com/office/powerpoint/2010/main" val="11626048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2026-05-23T14:08:54.3670000Z</dcterms:created>
  <dcterms:modified xsi:type="dcterms:W3CDTF">2026-05-23T14:08:54.3670000Z</dcterms:modified>
</coreProperties>
</file>