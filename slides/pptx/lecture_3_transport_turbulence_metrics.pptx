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9f85c8ef1d4185" /><Relationship Type="http://schemas.openxmlformats.org/officeDocument/2006/relationships/extended-properties" Target="/docProps/app.xml" Id="R437695acffc948f1" /><Relationship Type="http://schemas.openxmlformats.org/officeDocument/2006/relationships/officeDocument" Target="/ppt/presentation.xml" Id="R425449205ccf45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88c69dc6de4d22"/>
  </p:sldMasterIdLst>
  <p:notesMasterIdLst>
    <p:notesMasterId xmlns:r="http://schemas.openxmlformats.org/officeDocument/2006/relationships" r:id="R174560cf2ba842b3"/>
  </p:notesMasterIdLst>
  <p:sldIdLst>
    <p:sldId xmlns:r="http://schemas.openxmlformats.org/officeDocument/2006/relationships" id="256" r:id="R2ffd8cf407154d15"/>
    <p:sldId xmlns:r="http://schemas.openxmlformats.org/officeDocument/2006/relationships" id="257" r:id="R35959dc082144071"/>
    <p:sldId xmlns:r="http://schemas.openxmlformats.org/officeDocument/2006/relationships" id="258" r:id="Rd977bbfe35ac46db"/>
    <p:sldId xmlns:r="http://schemas.openxmlformats.org/officeDocument/2006/relationships" id="259" r:id="Rd41928a3948a4fbe"/>
    <p:sldId xmlns:r="http://schemas.openxmlformats.org/officeDocument/2006/relationships" id="260" r:id="R7b697036cb884c73"/>
    <p:sldId xmlns:r="http://schemas.openxmlformats.org/officeDocument/2006/relationships" id="261" r:id="R4b89f56965744bbc"/>
    <p:sldId xmlns:r="http://schemas.openxmlformats.org/officeDocument/2006/relationships" id="262" r:id="R1e126ad9c4c14e1b"/>
    <p:sldId xmlns:r="http://schemas.openxmlformats.org/officeDocument/2006/relationships" id="263" r:id="Rdd975ba08b284cf7"/>
    <p:sldId xmlns:r="http://schemas.openxmlformats.org/officeDocument/2006/relationships" id="264" r:id="R47737d2364b348be"/>
    <p:sldId xmlns:r="http://schemas.openxmlformats.org/officeDocument/2006/relationships" id="265" r:id="R404476dcc2ec456f"/>
    <p:sldId xmlns:r="http://schemas.openxmlformats.org/officeDocument/2006/relationships" id="266" r:id="R2eb04d5874834436"/>
    <p:sldId xmlns:r="http://schemas.openxmlformats.org/officeDocument/2006/relationships" id="267" r:id="Rf1af81cee86c4576"/>
    <p:sldId xmlns:r="http://schemas.openxmlformats.org/officeDocument/2006/relationships" id="268" r:id="Rd594b2621de44575"/>
    <p:sldId xmlns:r="http://schemas.openxmlformats.org/officeDocument/2006/relationships" id="269" r:id="R74eee040ba674dca"/>
    <p:sldId xmlns:r="http://schemas.openxmlformats.org/officeDocument/2006/relationships" id="270" r:id="R8b5b103fe78a423f"/>
    <p:sldId xmlns:r="http://schemas.openxmlformats.org/officeDocument/2006/relationships" id="271" r:id="R5d4f106e05fc4e2c"/>
    <p:sldId xmlns:r="http://schemas.openxmlformats.org/officeDocument/2006/relationships" id="272" r:id="R4b55b8b8926f4d94"/>
    <p:sldId xmlns:r="http://schemas.openxmlformats.org/officeDocument/2006/relationships" id="273" r:id="R7cd74838103e4aee"/>
    <p:sldId xmlns:r="http://schemas.openxmlformats.org/officeDocument/2006/relationships" id="274" r:id="R90d9ad4b523e49a6"/>
    <p:sldId xmlns:r="http://schemas.openxmlformats.org/officeDocument/2006/relationships" id="275" r:id="Rf3c6f1ddeb934406"/>
    <p:sldId xmlns:r="http://schemas.openxmlformats.org/officeDocument/2006/relationships" id="276" r:id="Re7f7511d251e4cdb"/>
    <p:sldId xmlns:r="http://schemas.openxmlformats.org/officeDocument/2006/relationships" id="277" r:id="R59e38c6fa5f94b70"/>
    <p:sldId xmlns:r="http://schemas.openxmlformats.org/officeDocument/2006/relationships" id="278" r:id="R20a977080cf343ce"/>
    <p:sldId xmlns:r="http://schemas.openxmlformats.org/officeDocument/2006/relationships" id="279" r:id="R3d0ef7c216dd427c"/>
    <p:sldId xmlns:r="http://schemas.openxmlformats.org/officeDocument/2006/relationships" id="280" r:id="Rfeb65dae4221445d"/>
    <p:sldId xmlns:r="http://schemas.openxmlformats.org/officeDocument/2006/relationships" id="281" r:id="Rc648e3c1057d4e85"/>
    <p:sldId xmlns:r="http://schemas.openxmlformats.org/officeDocument/2006/relationships" id="282" r:id="Ra583e6be6c664150"/>
    <p:sldId xmlns:r="http://schemas.openxmlformats.org/officeDocument/2006/relationships" id="283" r:id="R2fc1a7f9d05b4a7e"/>
    <p:sldId xmlns:r="http://schemas.openxmlformats.org/officeDocument/2006/relationships" id="284" r:id="Rc765b9c2d1c6400c"/>
    <p:sldId xmlns:r="http://schemas.openxmlformats.org/officeDocument/2006/relationships" id="285" r:id="R9f965932d182481d"/>
    <p:sldId xmlns:r="http://schemas.openxmlformats.org/officeDocument/2006/relationships" id="286" r:id="R56b2e0f11f6f4f06"/>
    <p:sldId xmlns:r="http://schemas.openxmlformats.org/officeDocument/2006/relationships" id="287" r:id="Rbb1903d87a6f4c5d"/>
    <p:sldId xmlns:r="http://schemas.openxmlformats.org/officeDocument/2006/relationships" id="288" r:id="R6d14dc392c414b01"/>
    <p:sldId xmlns:r="http://schemas.openxmlformats.org/officeDocument/2006/relationships" id="289" r:id="R4b880ae5e1954423"/>
    <p:sldId xmlns:r="http://schemas.openxmlformats.org/officeDocument/2006/relationships" id="290" r:id="Rade0ea6bfb804de4"/>
    <p:sldId xmlns:r="http://schemas.openxmlformats.org/officeDocument/2006/relationships" id="291" r:id="Ref5f2a0abb364a0c"/>
    <p:sldId xmlns:r="http://schemas.openxmlformats.org/officeDocument/2006/relationships" id="292" r:id="Rfc07f149859a4ad0"/>
    <p:sldId xmlns:r="http://schemas.openxmlformats.org/officeDocument/2006/relationships" id="293" r:id="R81f289dd64504898"/>
    <p:sldId xmlns:r="http://schemas.openxmlformats.org/officeDocument/2006/relationships" id="294" r:id="Rcaa4c082d446499d"/>
    <p:sldId xmlns:r="http://schemas.openxmlformats.org/officeDocument/2006/relationships" id="295" r:id="Re1756870c2624fa8"/>
    <p:sldId xmlns:r="http://schemas.openxmlformats.org/officeDocument/2006/relationships" id="296" r:id="Re44dad86009148b9"/>
    <p:sldId xmlns:r="http://schemas.openxmlformats.org/officeDocument/2006/relationships" id="297" r:id="Rbfabf87413474361"/>
    <p:sldId xmlns:r="http://schemas.openxmlformats.org/officeDocument/2006/relationships" id="298" r:id="Rcb755734b8f34102"/>
    <p:sldId xmlns:r="http://schemas.openxmlformats.org/officeDocument/2006/relationships" id="299" r:id="Rce43da9313a94b70"/>
    <p:sldId xmlns:r="http://schemas.openxmlformats.org/officeDocument/2006/relationships" id="300" r:id="R4fe8923fac20468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88c69dc6de4d22" /><Relationship Type="http://schemas.openxmlformats.org/officeDocument/2006/relationships/theme" Target="/ppt/theme/theme1.xml" Id="R29f4387c7fa049eb" /><Relationship Type="http://schemas.openxmlformats.org/officeDocument/2006/relationships/notesMaster" Target="/ppt/notesMasters/notesMaster1.xml" Id="R174560cf2ba842b3" /><Relationship Type="http://schemas.openxmlformats.org/officeDocument/2006/relationships/presProps" Target="/ppt/presProps.xml" Id="R9ec0196e22bc44ef" /><Relationship Type="http://schemas.openxmlformats.org/officeDocument/2006/relationships/viewProps" Target="/ppt/viewProps.xml" Id="R39c4a5872f3741fe" /><Relationship Type="http://schemas.openxmlformats.org/officeDocument/2006/relationships/tableStyles" Target="/ppt/tableStyles.xml" Id="Ra46976d29c5d4e7e" /><Relationship Type="http://schemas.openxmlformats.org/officeDocument/2006/relationships/slide" Target="/ppt/slides/slide1.xml" Id="R2ffd8cf407154d15" /><Relationship Type="http://schemas.openxmlformats.org/officeDocument/2006/relationships/slide" Target="/ppt/slides/slide2.xml" Id="R35959dc082144071" /><Relationship Type="http://schemas.openxmlformats.org/officeDocument/2006/relationships/slide" Target="/ppt/slides/slide3.xml" Id="Rd977bbfe35ac46db" /><Relationship Type="http://schemas.openxmlformats.org/officeDocument/2006/relationships/slide" Target="/ppt/slides/slide4.xml" Id="Rd41928a3948a4fbe" /><Relationship Type="http://schemas.openxmlformats.org/officeDocument/2006/relationships/slide" Target="/ppt/slides/slide5.xml" Id="R7b697036cb884c73" /><Relationship Type="http://schemas.openxmlformats.org/officeDocument/2006/relationships/slide" Target="/ppt/slides/slide6.xml" Id="R4b89f56965744bbc" /><Relationship Type="http://schemas.openxmlformats.org/officeDocument/2006/relationships/slide" Target="/ppt/slides/slide7.xml" Id="R1e126ad9c4c14e1b" /><Relationship Type="http://schemas.openxmlformats.org/officeDocument/2006/relationships/slide" Target="/ppt/slides/slide8.xml" Id="Rdd975ba08b284cf7" /><Relationship Type="http://schemas.openxmlformats.org/officeDocument/2006/relationships/slide" Target="/ppt/slides/slide9.xml" Id="R47737d2364b348be" /><Relationship Type="http://schemas.openxmlformats.org/officeDocument/2006/relationships/slide" Target="/ppt/slides/slide10.xml" Id="R404476dcc2ec456f" /><Relationship Type="http://schemas.openxmlformats.org/officeDocument/2006/relationships/slide" Target="/ppt/slides/slide11.xml" Id="R2eb04d5874834436" /><Relationship Type="http://schemas.openxmlformats.org/officeDocument/2006/relationships/slide" Target="/ppt/slides/slide12.xml" Id="Rf1af81cee86c4576" /><Relationship Type="http://schemas.openxmlformats.org/officeDocument/2006/relationships/slide" Target="/ppt/slides/slide13.xml" Id="Rd594b2621de44575" /><Relationship Type="http://schemas.openxmlformats.org/officeDocument/2006/relationships/slide" Target="/ppt/slides/slide14.xml" Id="R74eee040ba674dca" /><Relationship Type="http://schemas.openxmlformats.org/officeDocument/2006/relationships/slide" Target="/ppt/slides/slide15.xml" Id="R8b5b103fe78a423f" /><Relationship Type="http://schemas.openxmlformats.org/officeDocument/2006/relationships/slide" Target="/ppt/slides/slide16.xml" Id="R5d4f106e05fc4e2c" /><Relationship Type="http://schemas.openxmlformats.org/officeDocument/2006/relationships/slide" Target="/ppt/slides/slide17.xml" Id="R4b55b8b8926f4d94" /><Relationship Type="http://schemas.openxmlformats.org/officeDocument/2006/relationships/slide" Target="/ppt/slides/slide18.xml" Id="R7cd74838103e4aee" /><Relationship Type="http://schemas.openxmlformats.org/officeDocument/2006/relationships/slide" Target="/ppt/slides/slide19.xml" Id="R90d9ad4b523e49a6" /><Relationship Type="http://schemas.openxmlformats.org/officeDocument/2006/relationships/slide" Target="/ppt/slides/slide20.xml" Id="Rf3c6f1ddeb934406" /><Relationship Type="http://schemas.openxmlformats.org/officeDocument/2006/relationships/slide" Target="/ppt/slides/slide21.xml" Id="Re7f7511d251e4cdb" /><Relationship Type="http://schemas.openxmlformats.org/officeDocument/2006/relationships/slide" Target="/ppt/slides/slide22.xml" Id="R59e38c6fa5f94b70" /><Relationship Type="http://schemas.openxmlformats.org/officeDocument/2006/relationships/slide" Target="/ppt/slides/slide23.xml" Id="R20a977080cf343ce" /><Relationship Type="http://schemas.openxmlformats.org/officeDocument/2006/relationships/slide" Target="/ppt/slides/slide24.xml" Id="R3d0ef7c216dd427c" /><Relationship Type="http://schemas.openxmlformats.org/officeDocument/2006/relationships/slide" Target="/ppt/slides/slide25.xml" Id="Rfeb65dae4221445d" /><Relationship Type="http://schemas.openxmlformats.org/officeDocument/2006/relationships/slide" Target="/ppt/slides/slide26.xml" Id="Rc648e3c1057d4e85" /><Relationship Type="http://schemas.openxmlformats.org/officeDocument/2006/relationships/slide" Target="/ppt/slides/slide27.xml" Id="Ra583e6be6c664150" /><Relationship Type="http://schemas.openxmlformats.org/officeDocument/2006/relationships/slide" Target="/ppt/slides/slide28.xml" Id="R2fc1a7f9d05b4a7e" /><Relationship Type="http://schemas.openxmlformats.org/officeDocument/2006/relationships/slide" Target="/ppt/slides/slide29.xml" Id="Rc765b9c2d1c6400c" /><Relationship Type="http://schemas.openxmlformats.org/officeDocument/2006/relationships/slide" Target="/ppt/slides/slide30.xml" Id="R9f965932d182481d" /><Relationship Type="http://schemas.openxmlformats.org/officeDocument/2006/relationships/slide" Target="/ppt/slides/slide31.xml" Id="R56b2e0f11f6f4f06" /><Relationship Type="http://schemas.openxmlformats.org/officeDocument/2006/relationships/slide" Target="/ppt/slides/slide32.xml" Id="Rbb1903d87a6f4c5d" /><Relationship Type="http://schemas.openxmlformats.org/officeDocument/2006/relationships/slide" Target="/ppt/slides/slide33.xml" Id="R6d14dc392c414b01" /><Relationship Type="http://schemas.openxmlformats.org/officeDocument/2006/relationships/slide" Target="/ppt/slides/slide34.xml" Id="R4b880ae5e1954423" /><Relationship Type="http://schemas.openxmlformats.org/officeDocument/2006/relationships/slide" Target="/ppt/slides/slide35.xml" Id="Rade0ea6bfb804de4" /><Relationship Type="http://schemas.openxmlformats.org/officeDocument/2006/relationships/slide" Target="/ppt/slides/slide36.xml" Id="Ref5f2a0abb364a0c" /><Relationship Type="http://schemas.openxmlformats.org/officeDocument/2006/relationships/slide" Target="/ppt/slides/slide37.xml" Id="Rfc07f149859a4ad0" /><Relationship Type="http://schemas.openxmlformats.org/officeDocument/2006/relationships/slide" Target="/ppt/slides/slide38.xml" Id="R81f289dd64504898" /><Relationship Type="http://schemas.openxmlformats.org/officeDocument/2006/relationships/slide" Target="/ppt/slides/slide39.xml" Id="Rcaa4c082d446499d" /><Relationship Type="http://schemas.openxmlformats.org/officeDocument/2006/relationships/slide" Target="/ppt/slides/slide40.xml" Id="Re1756870c2624fa8" /><Relationship Type="http://schemas.openxmlformats.org/officeDocument/2006/relationships/slide" Target="/ppt/slides/slide41.xml" Id="Re44dad86009148b9" /><Relationship Type="http://schemas.openxmlformats.org/officeDocument/2006/relationships/slide" Target="/ppt/slides/slide42.xml" Id="Rbfabf87413474361" /><Relationship Type="http://schemas.openxmlformats.org/officeDocument/2006/relationships/slide" Target="/ppt/slides/slide43.xml" Id="Rcb755734b8f34102" /><Relationship Type="http://schemas.openxmlformats.org/officeDocument/2006/relationships/slide" Target="/ppt/slides/slide44.xml" Id="Rce43da9313a94b70" /><Relationship Type="http://schemas.openxmlformats.org/officeDocument/2006/relationships/slide" Target="/ppt/slides/slide45.xml" Id="R4fe8923fac2046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579444d9dc549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ca6308245c404f" /><Relationship Type="http://schemas.openxmlformats.org/officeDocument/2006/relationships/notesMaster" Target="/ppt/notesMasters/notesMaster1.xml" Id="Rcea9b86597d24d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dcef5308d540ab" /><Relationship Type="http://schemas.openxmlformats.org/officeDocument/2006/relationships/notesMaster" Target="/ppt/notesMasters/notesMaster1.xml" Id="Rbd298feada8e45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2f167a785347e5" /><Relationship Type="http://schemas.openxmlformats.org/officeDocument/2006/relationships/notesMaster" Target="/ppt/notesMasters/notesMaster1.xml" Id="R6a65d4f857fa4f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f2f3077a3b4eda" /><Relationship Type="http://schemas.openxmlformats.org/officeDocument/2006/relationships/notesMaster" Target="/ppt/notesMasters/notesMaster1.xml" Id="R3447bddcce8b4d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67615bb7e145c5" /><Relationship Type="http://schemas.openxmlformats.org/officeDocument/2006/relationships/notesMaster" Target="/ppt/notesMasters/notesMaster1.xml" Id="R04d2307b805448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efc92e62d24520" /><Relationship Type="http://schemas.openxmlformats.org/officeDocument/2006/relationships/notesMaster" Target="/ppt/notesMasters/notesMaster1.xml" Id="Rb9fbb9996e29415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3d74e0d8d94e5c" /><Relationship Type="http://schemas.openxmlformats.org/officeDocument/2006/relationships/notesMaster" Target="/ppt/notesMasters/notesMaster1.xml" Id="R3fa55307dbe949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e049a5056a641c5" /><Relationship Type="http://schemas.openxmlformats.org/officeDocument/2006/relationships/notesMaster" Target="/ppt/notesMasters/notesMaster1.xml" Id="Rd52c4833f0e84a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650ed387954f76" /><Relationship Type="http://schemas.openxmlformats.org/officeDocument/2006/relationships/notesMaster" Target="/ppt/notesMasters/notesMaster1.xml" Id="Ra61c594f2cb1448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21d0d49db745d9" /><Relationship Type="http://schemas.openxmlformats.org/officeDocument/2006/relationships/notesMaster" Target="/ppt/notesMasters/notesMaster1.xml" Id="Raf28d378ed7b4ce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8e3b012d2d7491c" /><Relationship Type="http://schemas.openxmlformats.org/officeDocument/2006/relationships/notesMaster" Target="/ppt/notesMasters/notesMaster1.xml" Id="Rbb9a0bcd2c004b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6a2d71b7bfd4e77" /><Relationship Type="http://schemas.openxmlformats.org/officeDocument/2006/relationships/notesMaster" Target="/ppt/notesMasters/notesMaster1.xml" Id="R73d1f0da606f454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9a55098ad504169" /><Relationship Type="http://schemas.openxmlformats.org/officeDocument/2006/relationships/notesMaster" Target="/ppt/notesMasters/notesMaster1.xml" Id="Rb48a1226dd3b410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76e092a72bb44c4" /><Relationship Type="http://schemas.openxmlformats.org/officeDocument/2006/relationships/notesMaster" Target="/ppt/notesMasters/notesMaster1.xml" Id="R9d0c3bf9468948e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82086e72f8447c7" /><Relationship Type="http://schemas.openxmlformats.org/officeDocument/2006/relationships/notesMaster" Target="/ppt/notesMasters/notesMaster1.xml" Id="Rd49560bf2b7843f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9b73e9e1d714858" /><Relationship Type="http://schemas.openxmlformats.org/officeDocument/2006/relationships/notesMaster" Target="/ppt/notesMasters/notesMaster1.xml" Id="R0b55fec046b0463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c48c33b70c64cd6" /><Relationship Type="http://schemas.openxmlformats.org/officeDocument/2006/relationships/notesMaster" Target="/ppt/notesMasters/notesMaster1.xml" Id="R82953500d0ba4c1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e5f79e8e36d4c61" /><Relationship Type="http://schemas.openxmlformats.org/officeDocument/2006/relationships/notesMaster" Target="/ppt/notesMasters/notesMaster1.xml" Id="R0c12447885f1412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2b07aa52e834467" /><Relationship Type="http://schemas.openxmlformats.org/officeDocument/2006/relationships/notesMaster" Target="/ppt/notesMasters/notesMaster1.xml" Id="R115f8e5aae4b420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0d88de756804a00" /><Relationship Type="http://schemas.openxmlformats.org/officeDocument/2006/relationships/notesMaster" Target="/ppt/notesMasters/notesMaster1.xml" Id="Re60116059415470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a1466caa5864e91" /><Relationship Type="http://schemas.openxmlformats.org/officeDocument/2006/relationships/notesMaster" Target="/ppt/notesMasters/notesMaster1.xml" Id="R25681267dd9b407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20d6e0fab4f48ba" /><Relationship Type="http://schemas.openxmlformats.org/officeDocument/2006/relationships/notesMaster" Target="/ppt/notesMasters/notesMaster1.xml" Id="R8aeea7c546414b4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bb5d143fbb644b9" /><Relationship Type="http://schemas.openxmlformats.org/officeDocument/2006/relationships/notesMaster" Target="/ppt/notesMasters/notesMaster1.xml" Id="R17702a4424a2410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f84992eec5b4635" /><Relationship Type="http://schemas.openxmlformats.org/officeDocument/2006/relationships/notesMaster" Target="/ppt/notesMasters/notesMaster1.xml" Id="R48b0c18961c947e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391380a51ee4f26" /><Relationship Type="http://schemas.openxmlformats.org/officeDocument/2006/relationships/notesMaster" Target="/ppt/notesMasters/notesMaster1.xml" Id="R2db9227d5821463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ede4c95344f4b1f" /><Relationship Type="http://schemas.openxmlformats.org/officeDocument/2006/relationships/notesMaster" Target="/ppt/notesMasters/notesMaster1.xml" Id="Rf6f1fea26189448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95c792a10004306" /><Relationship Type="http://schemas.openxmlformats.org/officeDocument/2006/relationships/notesMaster" Target="/ppt/notesMasters/notesMaster1.xml" Id="Reff3c5177eac48d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0c57f06d2514398" /><Relationship Type="http://schemas.openxmlformats.org/officeDocument/2006/relationships/notesMaster" Target="/ppt/notesMasters/notesMaster1.xml" Id="Re703c021ea6b415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54efff6340e40f1" /><Relationship Type="http://schemas.openxmlformats.org/officeDocument/2006/relationships/notesMaster" Target="/ppt/notesMasters/notesMaster1.xml" Id="R67332c448807461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b38b11297504f4e" /><Relationship Type="http://schemas.openxmlformats.org/officeDocument/2006/relationships/notesMaster" Target="/ppt/notesMasters/notesMaster1.xml" Id="R5cca3c0cd890471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1518d81dad346b6" /><Relationship Type="http://schemas.openxmlformats.org/officeDocument/2006/relationships/notesMaster" Target="/ppt/notesMasters/notesMaster1.xml" Id="R3ed4a97546ee468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96f5b6db4594221" /><Relationship Type="http://schemas.openxmlformats.org/officeDocument/2006/relationships/notesMaster" Target="/ppt/notesMasters/notesMaster1.xml" Id="R65a021292144462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43e8780fc28473f" /><Relationship Type="http://schemas.openxmlformats.org/officeDocument/2006/relationships/notesMaster" Target="/ppt/notesMasters/notesMaster1.xml" Id="R68fbff79d1d2433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e50d6b9afcc4068" /><Relationship Type="http://schemas.openxmlformats.org/officeDocument/2006/relationships/notesMaster" Target="/ppt/notesMasters/notesMaster1.xml" Id="R5dab496e230e41b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7c1e1efc8074e78" /><Relationship Type="http://schemas.openxmlformats.org/officeDocument/2006/relationships/notesMaster" Target="/ppt/notesMasters/notesMaster1.xml" Id="R02a20ec6b4de42b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4937811bb99e4b31" /><Relationship Type="http://schemas.openxmlformats.org/officeDocument/2006/relationships/notesMaster" Target="/ppt/notesMasters/notesMaster1.xml" Id="Rd209c709a2f5402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0169663db2d4c6a" /><Relationship Type="http://schemas.openxmlformats.org/officeDocument/2006/relationships/notesMaster" Target="/ppt/notesMasters/notesMaster1.xml" Id="R928afd99a0b94be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986729c7d4c4e9e" /><Relationship Type="http://schemas.openxmlformats.org/officeDocument/2006/relationships/notesMaster" Target="/ppt/notesMasters/notesMaster1.xml" Id="R6ed777853002479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b486abeb26df4e48" /><Relationship Type="http://schemas.openxmlformats.org/officeDocument/2006/relationships/notesMaster" Target="/ppt/notesMasters/notesMaster1.xml" Id="Rbead113f97244bf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4e7570e6d034c66" /><Relationship Type="http://schemas.openxmlformats.org/officeDocument/2006/relationships/notesMaster" Target="/ppt/notesMasters/notesMaster1.xml" Id="R85ab4be7a7d9423f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1b36459010c84d96" /><Relationship Type="http://schemas.openxmlformats.org/officeDocument/2006/relationships/notesMaster" Target="/ppt/notesMasters/notesMaster1.xml" Id="R60700420126346af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0d3f0817d5a4c6a" /><Relationship Type="http://schemas.openxmlformats.org/officeDocument/2006/relationships/notesMaster" Target="/ppt/notesMasters/notesMaster1.xml" Id="R11e590107b0c48a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df95ba076724da7" /><Relationship Type="http://schemas.openxmlformats.org/officeDocument/2006/relationships/notesMaster" Target="/ppt/notesMasters/notesMaster1.xml" Id="R2d75f46101e7417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a847f338ddd4925" /><Relationship Type="http://schemas.openxmlformats.org/officeDocument/2006/relationships/notesMaster" Target="/ppt/notesMasters/notesMaster1.xml" Id="R25da822ff2954d9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a961e81f442443e7" /><Relationship Type="http://schemas.openxmlformats.org/officeDocument/2006/relationships/notesMaster" Target="/ppt/notesMasters/notesMaster1.xml" Id="R3dfe47a91f734b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c173bd2d3d45e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9819a7ad73a4c0b" /><Relationship Type="http://schemas.openxmlformats.org/officeDocument/2006/relationships/slideLayout" Target="/ppt/slideLayouts/slideLayout2.xml" Id="R26ff584feec149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ff584feec149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add33b69a34f31" /><Relationship Type="http://schemas.openxmlformats.org/officeDocument/2006/relationships/image" Target="/ppt/media/image.png" Id="R8c3bf04252e04b13" /><Relationship Type="http://schemas.openxmlformats.org/officeDocument/2006/relationships/notesSlide" Target="/ppt/notesSlides/notesSlide1.xml" Id="R6fce9b8d3e3749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0e5068ebf44977" /><Relationship Type="http://schemas.openxmlformats.org/officeDocument/2006/relationships/notesSlide" Target="/ppt/notesSlides/notesSlide2.xml" Id="Ra3875169a8894c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2b5dd7e7134fcc" /><Relationship Type="http://schemas.openxmlformats.org/officeDocument/2006/relationships/notesSlide" Target="/ppt/notesSlides/notesSlide3.xml" Id="Re9fa1ef32d4b45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689b0413004081" /><Relationship Type="http://schemas.openxmlformats.org/officeDocument/2006/relationships/image" Target="/ppt/media/image2.png" Id="R17ecdf9513e74988" /><Relationship Type="http://schemas.openxmlformats.org/officeDocument/2006/relationships/notesSlide" Target="/ppt/notesSlides/notesSlide4.xml" Id="R0795b6b44ff44e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0db553123542a3" /><Relationship Type="http://schemas.openxmlformats.org/officeDocument/2006/relationships/notesSlide" Target="/ppt/notesSlides/notesSlide5.xml" Id="Rfc7f1b173de344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38a08d38f34d35" /><Relationship Type="http://schemas.openxmlformats.org/officeDocument/2006/relationships/notesSlide" Target="/ppt/notesSlides/notesSlide6.xml" Id="Rf1290740908f46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b5e201bc244c3b" /><Relationship Type="http://schemas.openxmlformats.org/officeDocument/2006/relationships/image" Target="/ppt/media/image3.png" Id="R11fa6476b4d84ec9" /><Relationship Type="http://schemas.openxmlformats.org/officeDocument/2006/relationships/notesSlide" Target="/ppt/notesSlides/notesSlide7.xml" Id="R0c3d512a1f5142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d38eb7fe9a447b" /><Relationship Type="http://schemas.openxmlformats.org/officeDocument/2006/relationships/image" Target="/ppt/media/image4.png" Id="R3286af6c849b4d02" /><Relationship Type="http://schemas.openxmlformats.org/officeDocument/2006/relationships/notesSlide" Target="/ppt/notesSlides/notesSlide8.xml" Id="R7c96df6e3cad4bb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5282e144614e5c" /><Relationship Type="http://schemas.openxmlformats.org/officeDocument/2006/relationships/image" Target="/ppt/media/image5.png" Id="Rbe9bbac9d3ac46b4" /><Relationship Type="http://schemas.openxmlformats.org/officeDocument/2006/relationships/notesSlide" Target="/ppt/notesSlides/notesSlide9.xml" Id="R735670594e7c46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32428d56124146" /><Relationship Type="http://schemas.openxmlformats.org/officeDocument/2006/relationships/notesSlide" Target="/ppt/notesSlides/notesSlide10.xml" Id="R9f8133eff1e1494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f9f7bfcf864bbd" /><Relationship Type="http://schemas.openxmlformats.org/officeDocument/2006/relationships/notesSlide" Target="/ppt/notesSlides/notesSlide11.xml" Id="R81dcd2fad4bd4b7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bede908d0044c8" /><Relationship Type="http://schemas.openxmlformats.org/officeDocument/2006/relationships/notesSlide" Target="/ppt/notesSlides/notesSlide12.xml" Id="R113ed5caa9934f0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5f5f7f6fce4198" /><Relationship Type="http://schemas.openxmlformats.org/officeDocument/2006/relationships/image" Target="/ppt/media/image6.png" Id="R23c490c963cb4df8" /><Relationship Type="http://schemas.openxmlformats.org/officeDocument/2006/relationships/notesSlide" Target="/ppt/notesSlides/notesSlide13.xml" Id="Re9d7a1443f534ce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fbb5d3781e4c37" /><Relationship Type="http://schemas.openxmlformats.org/officeDocument/2006/relationships/image" Target="/ppt/media/image7.png" Id="R63b11c559341457b" /><Relationship Type="http://schemas.openxmlformats.org/officeDocument/2006/relationships/notesSlide" Target="/ppt/notesSlides/notesSlide14.xml" Id="R0e310c6167b94d7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75687415f14f86" /><Relationship Type="http://schemas.openxmlformats.org/officeDocument/2006/relationships/image" Target="/ppt/media/image8.png" Id="Rb838e59480384c54" /><Relationship Type="http://schemas.openxmlformats.org/officeDocument/2006/relationships/notesSlide" Target="/ppt/notesSlides/notesSlide15.xml" Id="R1f9ca2605450454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eff3ec86024a09" /><Relationship Type="http://schemas.openxmlformats.org/officeDocument/2006/relationships/notesSlide" Target="/ppt/notesSlides/notesSlide16.xml" Id="R920efbe3a6c3404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76886d49444816" /><Relationship Type="http://schemas.openxmlformats.org/officeDocument/2006/relationships/image" Target="/ppt/media/image9.png" Id="R626473c23fab4117" /><Relationship Type="http://schemas.openxmlformats.org/officeDocument/2006/relationships/notesSlide" Target="/ppt/notesSlides/notesSlide17.xml" Id="R8b4172b1cf814a6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74184f5e284982" /><Relationship Type="http://schemas.openxmlformats.org/officeDocument/2006/relationships/notesSlide" Target="/ppt/notesSlides/notesSlide18.xml" Id="Re64ab6f0a8f943f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df23004f7b43c2" /><Relationship Type="http://schemas.openxmlformats.org/officeDocument/2006/relationships/notesSlide" Target="/ppt/notesSlides/notesSlide19.xml" Id="R4ab8990c83774f3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b19a191bcd4184" /><Relationship Type="http://schemas.openxmlformats.org/officeDocument/2006/relationships/notesSlide" Target="/ppt/notesSlides/notesSlide20.xml" Id="R7c92065253a4428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20e3b060414323" /><Relationship Type="http://schemas.openxmlformats.org/officeDocument/2006/relationships/notesSlide" Target="/ppt/notesSlides/notesSlide21.xml" Id="Ra1b60daa94b3458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45fc54b9fa4f5f" /><Relationship Type="http://schemas.openxmlformats.org/officeDocument/2006/relationships/notesSlide" Target="/ppt/notesSlides/notesSlide22.xml" Id="R2a838167ca7f450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30d952b097410c" /><Relationship Type="http://schemas.openxmlformats.org/officeDocument/2006/relationships/notesSlide" Target="/ppt/notesSlides/notesSlide23.xml" Id="Re6c60443cf2b4f9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2e5d7aceb04603" /><Relationship Type="http://schemas.openxmlformats.org/officeDocument/2006/relationships/notesSlide" Target="/ppt/notesSlides/notesSlide24.xml" Id="R723c91d7204a451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6aaf3e75354675" /><Relationship Type="http://schemas.openxmlformats.org/officeDocument/2006/relationships/notesSlide" Target="/ppt/notesSlides/notesSlide25.xml" Id="R67817776d7f0489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c18347e4134fe0" /><Relationship Type="http://schemas.openxmlformats.org/officeDocument/2006/relationships/notesSlide" Target="/ppt/notesSlides/notesSlide26.xml" Id="R36cb87169b06407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6c9fa44f704131" /><Relationship Type="http://schemas.openxmlformats.org/officeDocument/2006/relationships/notesSlide" Target="/ppt/notesSlides/notesSlide27.xml" Id="Re074b3f067114d7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9a32a7dad342b5" /><Relationship Type="http://schemas.openxmlformats.org/officeDocument/2006/relationships/notesSlide" Target="/ppt/notesSlides/notesSlide28.xml" Id="R040fa1e314e74f1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57316d05914f37" /><Relationship Type="http://schemas.openxmlformats.org/officeDocument/2006/relationships/notesSlide" Target="/ppt/notesSlides/notesSlide29.xml" Id="R390e20454e3b4b9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e01560b4ee4130" /><Relationship Type="http://schemas.openxmlformats.org/officeDocument/2006/relationships/notesSlide" Target="/ppt/notesSlides/notesSlide30.xml" Id="Rd2cf4bd72e7d448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952d0f83334f44" /><Relationship Type="http://schemas.openxmlformats.org/officeDocument/2006/relationships/notesSlide" Target="/ppt/notesSlides/notesSlide31.xml" Id="R378151d4fdcc45d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1990b07bfc49a7" /><Relationship Type="http://schemas.openxmlformats.org/officeDocument/2006/relationships/notesSlide" Target="/ppt/notesSlides/notesSlide32.xml" Id="R0a9b76a843454a0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976238cd234d08" /><Relationship Type="http://schemas.openxmlformats.org/officeDocument/2006/relationships/notesSlide" Target="/ppt/notesSlides/notesSlide33.xml" Id="R37a7dc9f77dc4932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5b80c79bb94f64" /><Relationship Type="http://schemas.openxmlformats.org/officeDocument/2006/relationships/notesSlide" Target="/ppt/notesSlides/notesSlide34.xml" Id="R1fa1c43d2cba478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6bba2269d948b1" /><Relationship Type="http://schemas.openxmlformats.org/officeDocument/2006/relationships/notesSlide" Target="/ppt/notesSlides/notesSlide35.xml" Id="Rbf302ba3116f417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2bd76ed3e04ad6" /><Relationship Type="http://schemas.openxmlformats.org/officeDocument/2006/relationships/notesSlide" Target="/ppt/notesSlides/notesSlide36.xml" Id="R144ecbe7bb36461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678bfc0c90476d" /><Relationship Type="http://schemas.openxmlformats.org/officeDocument/2006/relationships/notesSlide" Target="/ppt/notesSlides/notesSlide37.xml" Id="Rfa00a416aeff4af6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3f104a3ad44af1" /><Relationship Type="http://schemas.openxmlformats.org/officeDocument/2006/relationships/notesSlide" Target="/ppt/notesSlides/notesSlide38.xml" Id="R23ff926090cd420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65e67c90434357" /><Relationship Type="http://schemas.openxmlformats.org/officeDocument/2006/relationships/notesSlide" Target="/ppt/notesSlides/notesSlide39.xml" Id="R74fc8207905c4b6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1ce12ae90d489c" /><Relationship Type="http://schemas.openxmlformats.org/officeDocument/2006/relationships/notesSlide" Target="/ppt/notesSlides/notesSlide40.xml" Id="R6bd315c102de42a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87ec8d0eb54346" /><Relationship Type="http://schemas.openxmlformats.org/officeDocument/2006/relationships/notesSlide" Target="/ppt/notesSlides/notesSlide41.xml" Id="Rb2e25bd0ab904aa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9cafa99f264a46" /><Relationship Type="http://schemas.openxmlformats.org/officeDocument/2006/relationships/notesSlide" Target="/ppt/notesSlides/notesSlide42.xml" Id="Rf5d9bd7828724eb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1a811dd5624edc" /><Relationship Type="http://schemas.openxmlformats.org/officeDocument/2006/relationships/notesSlide" Target="/ppt/notesSlides/notesSlide43.xml" Id="Ree3d44fee04a422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1550fe06a84d03" /><Relationship Type="http://schemas.openxmlformats.org/officeDocument/2006/relationships/notesSlide" Target="/ppt/notesSlides/notesSlide44.xml" Id="Raa94559d32f24c7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873d3608ba4bc6" /><Relationship Type="http://schemas.openxmlformats.org/officeDocument/2006/relationships/notesSlide" Target="/ppt/notesSlides/notesSlide45.xml" Id="R1c5aeac687354f6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2F5FA1-137E-48FC-9100-25B08E15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3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ED12AF-9D47-46A2-BEC2-060EC7FF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0"/>
            <a:ext cx="7286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3A529E-E70F-4ECB-891C-07D474DC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8ACAD-AAF6-409A-AE45-EA40A2BF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1FAE5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1FAE5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186B0B-E732-437B-AA4B-53F410E3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62050"/>
            <a:ext cx="39814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Transport physics becomes optimization metrics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32433A-A829-42DC-9E8F-53D3ED6D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3810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Lecture 3: neoclassical, turbulence, fast-particle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66699-ABE9-49E3-B510-02D8ACF4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778860-BD12-40C5-9C49-35B99A0A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3865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Lecture 3 treats neoclassical, turbulence, and fast particles as metrics and validation gates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DE945F-CCC8-4697-B7D5-563D1490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67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FF5483-87A4-43DB-81B1-6A4AB42F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The goal is not to rederive DKE or GK, but to use them responsibly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1A8C98-74BA-4764-BEF0-F56E5FE1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781050"/>
            <a:ext cx="6057900" cy="449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3bf04252e04b13"/>
          <a:stretch xmlns:a="http://schemas.openxmlformats.org/drawingml/2006/main"/>
        </p:blipFill>
        <p:spPr>
          <a:xfrm xmlns:a="http://schemas.openxmlformats.org/drawingml/2006/main">
            <a:off x="5619750" y="1406136"/>
            <a:ext cx="5676900" cy="3207528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70B34-A10F-45B0-A287-DD212D9C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5435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Computational design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F4BD4D-42AD-4392-8258-9CCD4DBF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70E01F-AABB-4887-ADEC-50FDEF5B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2163A-840A-4073-B6AD-9DEE712B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2A69F3-9D55-4CA4-86F4-C0910E85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152CFB-948F-4A3D-B3A2-41D133E8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5C3E88-8BB6-4073-98C6-18F73729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D63C64-68B4-4D0B-94DB-F869DF6B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31B664-A321-4127-B077-7272C92D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4C9BF3-80AE-405A-A64E-764A8460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E542BA-6057-45FF-AE46-FF263C07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96EAF7-85F2-48CC-A774-7F9D9DA0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24DE2A-C51F-417E-8361-35D47D4A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2E85B5-5FEB-4A96-9707-98FF6CE1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9967FE-2A66-4744-8BE2-8349AE9E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1B4313-3404-402B-9299-C194B915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EB1792-F390-43FE-934D-8812129C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DF2BD8-915A-4383-9F3F-64CDE342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1C1A7C-0721-40B2-B6AA-2382D724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04837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BB65E9-733E-451E-BBEA-DEAE01DD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96265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6ABFFD-35EE-4652-999F-0EDB0601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602932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3BC929-3B80-488B-8315-511B19E2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4290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1/45</a:t>
            </a:r>
          </a:p>
        </p:txBody>
      </p:sp>
    </p:spTree>
    <p:extLst>
      <p:ext uri="{BB962C8B-B14F-4D97-AF65-F5344CB8AC3E}">
        <p14:creationId xmlns:p14="http://schemas.microsoft.com/office/powerpoint/2010/main" val="134114729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4AECE4-257C-4B97-80E1-ACC268823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279CDF-BAE7-48F0-BCD8-1EB51FF8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F8FE7D-C3FC-4433-A825-BFBE2BED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E2CCC-4115-4904-B965-1AFFBF03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Use a cost hierarchy, not one favorite code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FE0EC-0947-4597-BC4A-96634D31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6B620-C559-4D98-965F-FF433BB7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65A029-6136-48EF-9EB7-B2320B17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00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5FC2B8-0198-49C8-B59F-E8B1F599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EB1EB5-138E-4C9D-9083-4A4A7BC5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66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2E6DE5-1FBC-4C74-B2EE-BB7DB740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62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Geometry metrics are cheap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C8AF3D-AD8B-43B2-99EF-748C74D2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18485-CC02-42C0-ADD3-820367F2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14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752717-F478-4579-8F45-B8607594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19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48C107-BC25-4C2C-A6F8-4A2EDD97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14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Boozer and effective-ripple metrics screen designs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245BDB-7305-42A7-99DE-9FD98F17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05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4F497-12E1-469D-8B90-5CBEF8D7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67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7E3E48-1738-40B0-A407-73417057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71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A6A3CC-97F8-4CC9-A99D-2094C7B0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67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DKE, gyrokinetics, particles, and profiles validate finalists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B47547-E24C-4650-8158-439AA4EF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6672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7470CD-8019-4E89-9C64-11E70664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FB704F-62C9-4130-927C-6BC7F145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CCCCFB-D0AB-473D-856E-95705CD4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89EFAD-CB55-4815-93A1-FB73DB79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B0A510-A99D-41FE-935E-7F161F54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555110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7F4338-820F-4708-B9BA-BE244C2A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DA5D80-9C8E-4928-98DE-6C883A00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AB528D-19E6-46C5-B2A7-C3068631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39828B-F20D-47C4-A921-534CD117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Neoclassical recap for optimizers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19371C-F93B-46E6-9968-833292B5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A27040-65EF-4B0C-95F8-1157EAEC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E9BEFB-C88E-43CE-97F7-FC0F38BF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06F5B2-A536-410F-9083-114E7501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58DF6-A7D1-4479-85F4-3A88C9F9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4FA71A-2FEE-4E30-89BD-7C45D13D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Symmetry breaking produces trapped-particle radial drifts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73C035-8175-4582-A471-3A784DE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EE3EEA-CD15-4904-893C-E98AD8CC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5FFA0E-2FF6-4B1B-B50F-93DCA187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131A33-DB30-4862-A094-95D7C3AE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Effective ripple compresses one transport risk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FE29FF-DB44-44D6-9085-EDB442A9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C7397D-50FD-4A24-B29C-27FF961C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D5BDFA-A792-4CCF-BF78-4EE88238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562FCB-1D02-4DAC-B979-8AF25AF3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Ambipolar electric fields and bootstrap current need richer models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C1E13C-E988-4846-AA7E-7D6A463D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51E70F-CA94-42B7-A08D-39E6B635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F98B94-34C6-402C-8A95-757EE259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4299CB-75F0-4E5A-AAE0-FE32AEC2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28E9FC-8BD5-4619-B7FD-0454A68D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59AC65-423C-4B08-ABD5-BF35E46C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D9E1ED-B85E-4ED6-B43D-F7F89B60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BAA7A2-36D5-4E9C-ACD9-7C70DEC1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9CD823-71D9-4922-B79E-5F9A9FDD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87E4C2-6C08-4F4D-8E0D-BEB34EBE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10567E-3A47-4288-B0E0-97E4619E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EDEDDD-B994-44D9-BD03-9E8FD4B3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1B292C-4195-4779-8C13-1ACEDA84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43ACF2-ED6C-452F-AF8A-F92F246C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659450-664B-4A2C-A545-80280868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E0AC74-3C43-4923-BA75-DE73B6A7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35C1B7-05BD-443E-9440-02B2616C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120CB3-BAEF-4EC5-8529-157389E3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3815DD8-DC42-4A8D-8B94-01D0D94B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92EE86-D93B-43EC-B950-CC73B174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5CD74E8-FDEF-4C02-A192-225D0390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00A220-A42D-4964-B2F6-AE29C8E1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BC41DAB-FA0F-4289-877D-0038971B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B460A7-79CB-459F-BA1D-93BA6CDA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34103D-D098-4EEF-AC93-67A1F2B3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5B1C03F-297C-47F7-9FF7-ECC721A8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C3374C1-EBBF-4887-9EAA-6CD54176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05E5C71-474D-4DFE-B920-2CE81DA6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1394248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45EC04-750C-4F41-B293-38DEFACC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222F89-A0B1-4365-AA22-9721CF05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0D02A-28C9-4B0A-BDC2-43EDC717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48B78C-2F31-4692-987E-3618FEC1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Effective ripple is an early design screen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12239-F8EC-48BB-92A4-52EB12CE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09B91-86A2-45F3-BE17-D0B0DBE3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BD4CA-15F8-42D5-A64A-5CEAEC71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ecdf9513e74988"/>
          <a:stretch xmlns:a="http://schemas.openxmlformats.org/drawingml/2006/main"/>
        </p:blipFill>
        <p:spPr>
          <a:xfrm xmlns:a="http://schemas.openxmlformats.org/drawingml/2006/main">
            <a:off x="742950" y="1700283"/>
            <a:ext cx="6619875" cy="364793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D0AA8A-9E2D-41F0-B18C-3EC27A17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93038B-F8ED-4A23-BF75-E45811DA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60836C-153A-428C-812B-C2BC7E70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Useful: fast, profile-like, interpretable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D8280E-1EA6-4A26-B7CC-13B263EE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26DB6-81B8-49D8-94AD-E5E902D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Insufficient: does not replace a transport matrix or experiment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F43BE6-2998-485E-A810-E611C61A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7DC90B-5FB8-4726-82E4-006C473A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5AA2B9-6D12-4BF0-A805-FBF10E56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A7EB4F-C637-4BE4-AFB4-25939FD1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CA411E-1F15-4289-B50E-977C9B4D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970291-30F7-4B8B-839D-28FA6CF3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39CB74-77A0-4B2B-87EE-6F7EAC92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434618-20FA-487D-8CD0-EC7307FD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1A41E4-D2E4-413D-81D6-2DEE007A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8C9456-4DA7-44C7-9794-3CB86566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976977-070C-4E86-B5E3-9E4001A1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035C34-17B0-415F-8F0D-1396BC01F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509D64-C46C-42CF-A20C-0D0F9E92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CBCD2F-E2B7-4132-8238-0E8AC44E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1C38CB-E05E-4BEC-A7AD-BBD22FB2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E5EDAC-62EA-4BAB-9C80-496D8D367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96340C-C1C7-4DD5-886F-4667A202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C236CD-E2B8-4C38-8E8D-685E9756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C69B831-A1A6-4A5D-B3FD-86679DA7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47457C-49AA-45CB-A843-8C5AA23A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84E716-32BC-4191-B12A-B2B73C4E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60E6E5-8E32-4B62-B9E4-9E2D5203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EA3A46-79D3-4A60-9085-33DEFB93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A85CFE-153A-46CC-BF60-977EEE9C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303ACD-1A50-445B-8F9B-20D23DD5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232DB1-E5A8-4D03-8355-27C57B8A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9547621-B9B5-4D7A-9F76-EF3F86D0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0844095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A03C2B-8789-4719-93FC-E0DA76D4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C5FBA-1836-414A-89E3-71FFE6E0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73D4E-D963-48F5-AA0C-2BACB7F9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E0598D-D11A-4668-9303-1D56DB76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NEO_JAX and SFINCS_JAX have different roles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D34F9F-844B-44CA-82D9-649C84D4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7A74D0-05FB-42F7-A0AE-B8FC64E9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630D0-0BA5-460B-8BB3-EF503066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34B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237471-FEE1-4723-9FB7-045C4B39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245940-435D-49FB-B7AE-E81FC84A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34B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148D9-BD4D-48FF-B5C7-2703D9A35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6D874A-6D01-426B-B261-9D91BEC1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4A4D23-B182-4F81-A279-D061D41B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E8BA04-06BD-45CC-B0E8-89DCB2F1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NEO_JAX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7B88FA-091F-4546-9F7E-BF64FF8C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compact effective-ripple diagnostics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AE79D4-D056-4C7D-92D2-99B60F8E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EAC9EA-9DE7-458E-9DDB-406F368B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9754E0-077D-428B-91CD-F995CCF1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SFINCS_JAX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74CC77-2A3E-439B-BD62-2ECE7D8C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richer radially local drift-kinetic validation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408B4E-B126-4439-8A4D-651CF92C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C2AB9E-7284-42A9-A126-5444C8A9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A41B2A-8159-47F9-B8CA-BD54B1E8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7F8FA9-F5E7-4E33-928E-DCF839F1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2D7AE0-41BC-4DA4-90BB-AD0F2294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2761951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2A1998-2012-42AD-9D29-6AFE9E80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DEC856-A826-4C54-947F-A85CDF93D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C441D-0C68-46FC-BD6E-BF11FADF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D47D36-11A8-40E7-B6F6-447D6AB1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Notebook project: SFINCS-JAX cached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941ECB-377A-4D08-8B8D-7BDC7FCA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535DF7-90AD-4F85-9BB1-6EA796BC8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DABE6-CC83-408D-8AE5-BECB30E3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7296B6-FB6A-48F4-876A-91284320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68A1A-7D5C-4C64-921A-1C831460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862329-0C37-44B4-BE92-E06B6A54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notebooks/07_sfincs_jax_neoclassical_cached.ipynb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1ABBC-681A-4552-A735-7BC9B921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B31265-BDFD-45D3-9685-94D6D313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 a collisionality scan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D04D32-D03D-434E-8303-2EC2E680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06AD89-6BF0-4B76-9F9F-29C31CB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Inspect Er roots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A46107-C1F9-4460-9BE2-8D797ADC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CB9265-8084-4D5B-AAD9-AF83689C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Plot a bootstrap-current proxy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363DE1-4EC5-42A4-AF55-C54BBC71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2ED170-C3C0-4CA0-8BEE-244CFCC5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5B10D0-AA8E-48F9-88F5-ABF752E0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C1DA73-35C6-42D0-99B6-FC67B39AD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EC96D7-7616-4D43-B324-0BC0D439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C0A4DD-841A-46F0-B883-8E65D118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9B62FA-08B4-4E8D-BB84-5E683E63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38F57E-A740-4445-8987-4C6F99BA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3053A7-F5F6-4C8E-8A3B-240ACEF4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FC1DCB-8021-4A48-B981-87E7B35B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5D5B3F-F50C-4486-BEB5-DE474E79E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7456AA-EB40-46EC-95D4-DEC22ECD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867937-FF8A-483E-B606-DCC6C11D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FC67EB-FD96-4488-AC1B-8BB74821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5C9E5E-A6F6-4EC4-B746-8CA6C025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5F38A9-5765-4592-B2DA-084584BA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240421-213D-4E24-B0FA-3B580058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CE55B9-2E43-4CA0-8E46-5974E1BC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F2E7AE-0522-45B8-A19D-F23D8BA5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731370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D7C164-F7B3-499C-B1E7-19712D8C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D31E5-1363-41BB-92EB-FB0DD79C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E9748E-0E32-4AD8-BEE0-2C9580FD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5E13C-F758-4883-97DB-0F0ED63A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 D11-like scan teaches the validation shape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EFE8B7-4727-49D8-9D70-8D14D2DB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B358C6-CE49-4B1A-9B3E-791EF412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CAB02D-0919-47F5-8CC3-94DE50C8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fa6476b4d84ec9"/>
          <a:stretch xmlns:a="http://schemas.openxmlformats.org/drawingml/2006/main"/>
        </p:blipFill>
        <p:spPr>
          <a:xfrm xmlns:a="http://schemas.openxmlformats.org/drawingml/2006/main">
            <a:off x="948847" y="1657350"/>
            <a:ext cx="6208082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04CCDA-5650-40FF-A390-501759C8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56402-EB9F-421E-8952-C6368F81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7978E2-15E2-4DD7-BE01-49BBEE382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Transport coefficients change across regimes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63BD9D-E973-463A-B419-84FB8468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CAE494-8676-4955-B030-0400AFA8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Suppression mechanisms are profile and field dependent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45BB6-62D5-4344-BCE2-D2A46B0F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D049BB-C1E8-4C11-ACE6-E9BA0B12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ECEE10-97BA-49E8-955F-4B06010E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718845-5908-41CA-9362-CC8B91AA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F01C67-ACF5-4468-A5F4-CA65EFB0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B2B08F-86B7-44F7-A609-E7141A33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C37D49-3583-40FA-BF04-B24528F8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090441-047B-4A05-85B5-3FE1554E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2B438-565A-425B-B290-138F9C9C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EC7B8-4DB7-4CF3-BF3B-550914ED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5B2185-2FA8-4F94-9161-EAA67DCA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78337D-B0A0-44E7-A2B0-6394A66F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C878E2-CED8-4AAB-86ED-26C1EC03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1C0DC6-54E2-4D12-B652-D1F6A3CA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72AC98-3B09-4457-8D2B-A509D6BB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835EE2-078F-4230-AE6D-0674068D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4A236A-D713-47BF-8833-434BD884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00C727-5141-49C5-A546-FE915C19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4FA9DD-3C6F-44CE-81DD-1AC267C9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523DF4-6D0A-41D0-9458-B29C218C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75EF23-D58C-40C3-A066-E1AF1D72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D9C393-DBB3-497B-AD21-325B6CCC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C9238A-0F3B-4866-8A51-D28A52E7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0639F8-50BC-4040-9C34-EE0009F8C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30D9146-C259-4B93-821A-C3BCA092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A47132-7ED6-417F-879F-5E8D5E4B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FCC48E-A1C0-4A15-8EBA-51F7F4E1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2354420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61498E-471A-4A91-8C3C-DB98F9C2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EA3920-9BC4-49D6-9283-B0D4316C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9793B-8213-4D49-BEBC-C1E99D2C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867E85-0630-493D-8837-1C3FEEDF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Ambipolar Er roots are not decorative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8DD95-075A-4E72-B0F4-30EEBA94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9BAEA-F613-4A44-A822-1247260F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F79AE-6CC1-4944-BB35-8502A08A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86af6c849b4d02"/>
          <a:stretch xmlns:a="http://schemas.openxmlformats.org/drawingml/2006/main"/>
        </p:blipFill>
        <p:spPr>
          <a:xfrm xmlns:a="http://schemas.openxmlformats.org/drawingml/2006/main">
            <a:off x="749389" y="1657350"/>
            <a:ext cx="6606996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6AF4E4-5A7E-485F-9D89-234C4F8F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C70066-22EB-4AD2-B764-B241FE79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453C50-D72F-4B54-AFED-AF2F6F11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Multiple roots can imply different impurity and turbulence behavior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2157FA-550E-431E-9454-B86A15D4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DA9FED-E83C-45E0-AC5A-3AD4BF74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Optimization should not hide the root choice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97B4E3-3BB6-42FE-B5F6-16A01604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94BC3D-0AE0-43CE-AD06-BD8B3A6FE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62B3EA-894D-4674-83E1-485914FC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C4D3EF-89E8-4E75-A841-EDF46DC0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B51B82-58C7-4FAA-A5D8-5F5C3077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149E9A-B4EE-4019-908A-749ADC88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BB6409-BD59-4744-99CD-04CD8F37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39F42B-F65E-455E-85CF-716069DF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934F98-F50A-42DC-B895-FFEE36E0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E2B5E8-D2D1-438B-83EC-6228F690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DE6272-772F-41FC-A3AF-50D99D4C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82C789-7F4E-4D67-85DC-E6A19E08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79E829-A1A1-4959-AC59-F89C0DD4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A4BC17-E276-4E5A-BF41-B77B6CE3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A73CD0-55BB-471C-99BB-52E67F50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5BF574-AB28-4201-BE0C-7797CCF0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9E7BED-FB6B-4C8B-AE12-BEC3D785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42CBC0-8EEF-49A8-9F70-1A81102B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6AF49A-DF24-4139-9BE1-7DE3EA4C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D2D281-B30A-49DB-9F7E-6ED79C93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0AA61-D5B6-4A87-BD85-997B7261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CB5B16-482A-45AD-9437-49780A1D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FBBAD4-FC76-467F-97BF-CA81D0AC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2B4791-39A9-495F-B238-240A6A9B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DC85B8-1FBE-4B7D-AC52-82C67D29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C46615-CDB5-49BA-9F98-64414727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FAFE63-88A4-4C1A-B19E-DBDB937E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3780607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A20014-E9DA-4B63-8ECF-0BD07BC0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48BF55-7E76-4C99-915B-5D8C99C1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D71171-CA3C-4B27-9643-46CF4149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8D5122-5121-4A57-868D-3AF80645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Bootstrap current is a constraint, not an afterthought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C4E61-739B-4FFF-A7FB-C171ED4E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7B53E-5C88-4F4C-BA9E-490A90D6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F1EDDE-659F-4107-88FC-2DD75FF6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9bbac9d3ac46b4"/>
          <a:stretch xmlns:a="http://schemas.openxmlformats.org/drawingml/2006/main"/>
        </p:blipFill>
        <p:spPr>
          <a:xfrm xmlns:a="http://schemas.openxmlformats.org/drawingml/2006/main">
            <a:off x="905247" y="1657350"/>
            <a:ext cx="6295282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1F2FEA-FD84-4218-87AE-2A2E15C9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C6A7A1-2E05-4ED2-A9D0-C250BF3E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485888-207E-4065-9089-F32C0025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It changes equilibrium and island 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DE3391-3494-446B-93E2-5C952146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B9C206-90C9-4197-801C-5ABE0BBC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It depends on profiles and collisionality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BF71AD-CEBE-458C-BA17-B7E6BF31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4FC366-3AB2-4617-A758-088F91ED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D9F2D9-733A-4879-9D8B-43B39172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234309-F753-4068-9641-74A793A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ED54F7-E38A-4881-8E5F-F23D7B41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B6BD71-A0C3-48D7-BF56-D5B381BE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1F1FE5-01E4-4B00-8E62-266C61D7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1F49D9-9138-495E-9511-AFE7D0FB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0222EA-E959-4151-8726-0F1F9E36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94095A-2BDC-4A36-AE06-AB34920E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FA23E3-9174-4C5D-B68B-36E96D12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7A8ED3-F2D2-4E49-99BD-22E7DC69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96BFCD-D945-47D1-B90D-D445FD24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A1C3F8-69E3-4F8A-A52A-00092B8E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2236BB-A2C3-47E6-83B5-89F1A4B0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0CF3C7-19BA-412C-9AF8-8F58E884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A4BB33-3B93-4AA0-9971-250F6327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CA2F2A-F8E6-434D-B37B-12A28ED3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685021-42ED-4D6D-96BE-5A767D5D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E84E9A-6E34-4F96-ABF3-C219A6F7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9B39C8-F292-425B-9914-139A0349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EF0EA7-CA67-4055-8032-477479CE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DF87C2-F045-46EF-AA02-63D55F12D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497812-2AA3-464D-ACD6-B419FAA1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AACF3D-15AF-4A5C-B18A-454AD36C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3F8B95-06A6-40CF-9D0E-7D103AD5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47CA18-DC9D-442D-AB40-0016376E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5080280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EA65BE-A571-4A6C-A2D6-459B2AEB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412293-02C7-4ED5-A140-06B13923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4FA541-FB1D-455F-B2CA-CD47680B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A722F-01D8-40DF-BBF8-0071857F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W7-X shows why neoclassical optimization matters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DB831E-D727-4377-B2D1-9B3E61A1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8866A6-0FC1-48C9-8916-99FB201C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10C57B-9AD7-4689-A266-0C217B93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E09E30-9F52-48CC-91DD-33578C3A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85CA5-3B04-4435-A9A1-2732B84D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B62A79-F2B4-45A9-B2BF-E4B899EE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Reduced neoclassical losses are a stellarator-design success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8592FC-5825-4F7D-B1F1-E5E591D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9C2EE-CD4F-4F4D-8BDE-46BC14F7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8F169E-7CA9-472E-BD07-B5048C97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D74FEC-E544-41F5-9E4A-132831B4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next bottleneck can still be turbulence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B08F26-4346-42BA-AEE2-C9959E17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6C8891-22EE-4A70-8D75-263B40B2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8117A2-1AE9-46EB-8CF3-EF889E14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2EDAEF-68CC-441D-9814-0274929A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3AA623-C655-42B5-B9A8-7B545820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76E3DA-54F0-4C59-A68D-B0A905A6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53ABB3-3CD2-4205-A422-02B05802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E19E24-6D62-4526-8BFB-3D58B56E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5C8384-E43B-4C4C-B91E-5B642893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779F11-1B3D-4441-919F-6C5CC602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07A746-726A-44D8-8B18-7A930EAF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DE32A8-297F-44BF-8972-8DCF0112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80C3BE-32A5-43FA-AE2E-DB2C3D3C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3FFA94-8729-439F-82F0-0E1450E4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51518F-B84A-48B2-8E06-ABB74086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FA9BDD-3B16-4CD0-BD12-423CB462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8FCA8B-8A81-4D43-AA74-70162D82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053A0D-2DBE-4F9A-8CDB-21EE113C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322A8E-A0CF-435B-B4D2-DB5A4367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E41A22-6AF5-4CB0-B216-1BEC0E1B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4E99F8-A1DA-4CBA-9B19-447D7DB9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4FA0905-2F48-425C-A056-1031C1F1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3C3202-1220-42DB-9DE1-8C92CF46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3AB9509-967E-4817-A46C-52CF8063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DDE8440-FA6C-426D-976E-B3CC44A4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D2E3345-02C2-4128-A607-9E94553C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94DE91F-F02E-47E5-ADFE-F949860F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125CFE8-E167-4DFA-AA48-F414C442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5695796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8C9E56-2B6D-4832-A750-37BD343F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D8D75-6388-4185-90F2-93619196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40C14-7A09-4BBA-B5A7-9F22C4F0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DB6A8-093C-4BD3-BA83-041BABAB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turbulence question is a fidelity ladder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D16281-1B2F-4972-A089-4E0A097D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7B37DA-C148-4ADA-80B3-C3BEBD94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97AED-4739-4ADE-BE7D-35712212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00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5FDD41-658A-4435-8388-FAD911EC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0F2273-53A2-466E-85DA-B23B28CE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66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CB22A1-1E52-4C7E-9D2E-5A965564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62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Linear growth: fast screen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5B9973-FFA5-44CF-B872-D187D943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B7A3A8-9825-429E-9DA5-4EAF18DA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14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B05F1C-B993-4456-B8A5-F8EA5980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19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9CBB39-9691-408D-AD9B-5AC39778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14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Quasilinear weights: ranking hypothesis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B9973F-A3D6-48BD-86A2-A6985025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05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D17AEC-63C9-4BCD-93B9-322D177A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67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C16B11-2B89-459F-88C7-63B0D18B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71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A426CB-79AD-4A58-AF35-70213852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67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Nonlinear heat flux: expensive validation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47985D-0AFC-465F-ABE0-9ABA4A1D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57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F6E46A-78EA-4134-81D6-B949805B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019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BAC0D0-93A3-4EB8-BD35-C16B37CF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24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4E4EB1-B4A1-403C-AD45-33CE26E2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619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Profiles: performance closure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F4A8A5-927B-49C9-997B-3E201F74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6672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CD1BB1-45C9-459F-AE8A-225D6B35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59CB2F-54A1-4563-9280-B6316AAD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99AF9D-3F06-4FED-909E-1F1AAC34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93F138-E459-46A6-B867-DBDC585C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22EDF8-6C7E-45A7-AEA7-F687E731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0063587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DBC270-3C10-4F76-9DF6-9988CA4F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1E3962-9844-49B0-8159-1481798D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38B606-58FF-465C-B6D8-D970F6A8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96E37-10B8-4976-AB6C-681B5AFE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Notebook project: SPECTRAX-GK linear metric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2B15A9-2442-486E-B6FC-C200CB94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318517-4B0C-43F1-9CD4-83C18FC2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D14D73-FBC1-46D8-8C23-C52E47D2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CD4E2C-2C4A-4CE3-AB79-713371B7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EEEA74-E1ED-4D7C-8247-250F9A83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41FF7C-5CE4-4C64-BCF9-53EF2B04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notebooks/08_spectrax_gk_linear_metric.ipynb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8DD5CF-B4E0-48E0-81D2-FDE2DA88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304022-CE56-4D63-806A-E079DED2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Plot growth rate vs `ky rho_i`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C57595-5A32-4964-8955-C3BEFA1F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E5F600-0968-4DF7-AD57-240E7940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Plot mode frequency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8BECFF-BEE5-4F9B-B4E3-06A35C63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1C55A2-BA36-4B49-8040-F47303A6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Say what the proxy cannot 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FEE500-EB88-4D6C-88A9-4BEBCF41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17151E-D5D6-4894-9B5F-7DF9332E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52CAC5-6466-465B-9E20-6DCAA808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0D9057-7E6E-44C8-9E46-04594F38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8FC2B3-1E21-4ABC-8FFB-0C7C3E83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86233F-9C3F-4DEF-BC8D-68E1AA69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80E105-17D8-423F-A7C3-A636B150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E766C2-652A-4B4A-9F6F-6BF3A0C6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7D0293-AE99-4A77-BA20-A83655AE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9ED1AD-D9FE-4677-AAB3-0629556E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6EAA75-B55E-453E-B7FC-D787E2F2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D0516C-7851-4683-BCA7-47939820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377167-389E-4F86-BB35-D89EFB50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1B7C0D-6930-4A4E-90FC-7FD3EE41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2E6722-7EF2-4AC7-8054-EF28FE4C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5D6B79-DFA9-49B8-BF52-5087102D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D79603-4AA7-4867-8854-7EF38267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11ACF0-E1CD-466D-867E-D572F3D5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528B82-FBC8-413F-A50F-7688CAEE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3409710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107E1D-4D61-46EC-8796-5288A636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743EE1-BCE9-4230-917D-B7EDA432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888639-8068-4073-BF4E-F2B45955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ED512F-565B-4A50-BBDF-D914FE17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Linear growth rates are useful but dangerous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AEE3A-DA7F-4D4C-8EC4-312756D2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1BACB-75D3-4261-853B-4C216419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7DD3B7-F885-44A2-BC08-9898EFA9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c490c963cb4df8"/>
          <a:stretch xmlns:a="http://schemas.openxmlformats.org/drawingml/2006/main"/>
        </p:blipFill>
        <p:spPr>
          <a:xfrm xmlns:a="http://schemas.openxmlformats.org/drawingml/2006/main">
            <a:off x="742950" y="1659449"/>
            <a:ext cx="6619875" cy="3729602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DBDB41-3B20-4545-B6CF-1259CF88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DAFE0-759A-415C-B107-0BA7ABBE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229E3B-2975-4797-8541-9FC66CE9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They indicate instability drive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B034CE-D7A5-43A5-86A2-A4DF6A79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465361-C41C-4258-9510-087C0939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They do not determine nonlinear heat flux alone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EB6E55-A5D2-4E67-9842-C315F9ED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EB398D-2095-4E26-A3A0-A4A9878B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ABC847-770F-40A3-A031-D087F064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25FDE1-CF11-47BE-B97D-609F8ED6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643309-0642-4263-96F4-01F4D441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ECB958-6ED8-44A5-833D-1AB12C51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F46D25-38D2-41E0-8456-6759640D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29A040-8B11-4CC4-938B-A45ED449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0C8DFA-16A1-4023-83E3-218150A4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E45887-5716-4236-8D13-1B552315B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4DD49F-8A3E-4076-A939-BF0FCA45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54BEA9-7BE4-4E6C-89A1-80949D3B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D8519F-1F19-405A-9B50-D0A9152A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7BD2C5-74FF-4EB2-BB2B-62EF78A3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650FCD-BBC3-453D-9CC6-1230914C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ECBB00-6F6F-4F4E-98A5-58FF983D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11CFDF-D46C-408B-94CD-02745F05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F8E9DA-EE77-4727-9E82-5A7D04EE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D23EE9-EB16-46E7-BC08-802C9A57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7AB004-7D42-4C45-A1C4-4FE06616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9CD23F-3BDC-4192-961B-06C1F280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0F9243-5828-4BED-891C-0CD557F9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67D3D9-48C7-4FA3-89C4-F0E3CBD4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2BDCE3-51B6-4286-96D4-236ADAE9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D9863D-C71E-48E0-967D-CA39CD8B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A07DC8-FFBD-492D-8F85-E4C7CA09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42DA32-4028-4956-AC77-11C09D54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04834581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561D40-48AB-4BC7-85B8-AA02007F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6B9DDE-1EF3-41A3-A21C-9D99F441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41A887-0A72-4E15-9041-3273A291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D4D774-3B8B-4B60-B10F-6D0A6FA5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Frequency helps identify branches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9AB862-24AB-4DC9-8A41-6FD59270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F2E91-346D-403A-83B8-01823294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1FC4A2-5D05-401C-A28E-16AD1702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11c559341457b"/>
          <a:stretch xmlns:a="http://schemas.openxmlformats.org/drawingml/2006/main"/>
        </p:blipFill>
        <p:spPr>
          <a:xfrm xmlns:a="http://schemas.openxmlformats.org/drawingml/2006/main">
            <a:off x="864588" y="1657350"/>
            <a:ext cx="6376599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C13F2D-A8FB-4F63-9E37-56F63678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29C9D-E6D5-4AD4-B719-984DB4F0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5304CC-775B-4FBF-894C-4FCFF8A8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Growth and frequency together are more informative than growth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702881-CF49-4133-8C25-652EA30C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AC8CE1-AC00-4FE5-AA03-94B82B47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Still not a confinement prediction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D6B98-8D9A-4464-ABB0-18C33DAF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480A15-FA30-402B-9135-A413A6A5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278728-A0E2-49D4-B147-6384CBCC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DF5FC5-C1A0-4BBC-BFB6-52548F1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3F7D7-091C-48E7-AD16-F56AE1A6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90696F-0F37-43F8-A1CB-49886539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1399EC-26AB-427D-8E40-2F0A11BC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7B3023-EDD5-4526-AB23-13DA611D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F6A033-71E8-42B7-8E6C-C63E7D87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C501E2-6C14-4A08-8486-AAD9D0B7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558DA1-A8A1-4A5C-A124-1C06050E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CDA68F-31B3-4754-99AF-572A36EB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A39C1D-D054-4B3C-8E70-64A2F327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169172-2841-4729-90FA-00B7BFC0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0E7D56-85F8-4C87-9CB2-09DD7DA7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09E855-A6B2-4D84-AB83-93082AE4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4B75E2-BBC7-48B2-9B59-E6C2710D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99D375-3298-4266-BA68-5143F96A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CAB1CC-A3D9-44A5-A7D7-FFC3E9C21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92B2B5-79A2-4551-8C8D-508681D5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1AB408-1AC8-4BE1-B260-71D0E787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95FC56-8580-4857-ADC9-67C3CAA9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CCE5C1-E64E-4352-A407-6D65DDF9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8DD072-7AD3-43CA-AF59-7A2ED80B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6E707F-2E6A-4ACA-87FA-1315F4E9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07D015-E0D9-4BA6-9EF1-4DC75DE5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EFD405-6932-470C-BF11-9179A8A0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2128824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F42BA7-2CE0-433B-A1D7-D5CC49C6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FAAA5-FA7B-47D7-8C58-3EF7599C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66F54-38E6-4665-AB73-015F218C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8E74F-400F-494E-8657-A08A8DD2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Proxy optimization can pick the wrong design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250C8C-0779-4674-B475-D618DB17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FD0C0A-CDD1-4AFA-B73E-D52A7F62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AF785E-987A-4516-99C2-363DD6F9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38e59480384c54"/>
          <a:stretch xmlns:a="http://schemas.openxmlformats.org/drawingml/2006/main"/>
        </p:blipFill>
        <p:spPr>
          <a:xfrm xmlns:a="http://schemas.openxmlformats.org/drawingml/2006/main">
            <a:off x="748722" y="1657350"/>
            <a:ext cx="6608331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3FC143-D920-402B-8777-CD249F54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243343-CD7A-4CE7-9C37-51810387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D62E01-63F0-47FA-9065-7008DC97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proxy may rank designs differently from nonlinear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1F55E2-B173-4B75-AC87-62DDA0D01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C9843F-BEB1-46A3-B31F-1D81F6DF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optimizer will exploit whatever metric you give 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05967A-DEC8-4438-9BFD-FF3B4A2A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0843C-49FC-4192-8EAE-3EF68418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897894-1D5B-4B4F-B321-06108303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9CDA8A-4505-47C9-B69D-32EFD2BB2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5AE906-487B-43E3-8614-65777BBC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CB877F-3952-4CB5-9A74-04D9ECD0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9EA9FC-FF0B-490E-BDF7-6199EB5C6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A1E13B-2E9E-4862-B6BF-16EB7BD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BEF279-E963-4FF2-8874-E6506CF23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D95452-D07C-4693-A79A-B65ECE63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81A6C0-173C-422A-813F-03E08532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5870AB-06E7-42D0-B5FA-E76A2E3C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D77F5C-0BC7-4BEF-BFBB-8B4CEC0F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E624A1-C9E6-4540-821B-B7C06A0F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B33FEA-4058-4E2A-9AF3-38506922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996731-4838-49CA-9A03-FEAEC783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FE0A66-D292-483A-A97D-A0B838A2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512C99-F2CF-47EC-B6EA-BA4270CF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3722DD-EE81-4AAC-8C80-F3C8463C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53A38B-3936-4F03-8362-913EABCB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162CE9-3BE5-45B2-926C-1661182D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CE2346-ED44-4E9B-8758-2042B2F0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5D62C1-DC62-44D9-9D0B-5D992946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D3DF13-D000-4587-963C-0EFFB494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269D11-6F52-41A0-B555-890F9276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4B4557-181A-46F7-8621-EC2B79DF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5DCDD8-1046-4B25-9444-60C29ED8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57344794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B5F76C-9925-4710-AFFB-91C50A2B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C8C353-6592-4343-B5E6-B8588BA5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B713E5-C181-48D4-8778-53CCE872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6147C-C441-40E5-B439-50E722C4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Notebook project: proxy vs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5D22DF-84AA-4AB0-8A2B-94C9A254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5A2BC-2E2A-4FF2-8DD4-DBF656A4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CF70C-4FFD-42D3-850F-1BD2400D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4BBAE-9817-4ED4-BD90-F12F66F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33D93C-B904-4018-A24C-DBEA7FC7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1F40DD-2FCD-48D6-99D2-39887355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notebooks/09_turbulence_metric_surrogate.ipynb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7EB75E-CC1E-4BA0-9697-40350504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5063FD-3FCA-44E4-BD1C-E6EDBDC6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Choose the best design by each metric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471D87-7D3B-4559-9BE1-287F9462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8D891E-4FDD-419E-9685-5CEF1A93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Compare the names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83DAEF-CEA5-4DF6-959E-17AED2B7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93895A-3859-4E68-A749-BA416CC6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Discuss why the rankings differ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78DB29-730F-40C9-A9EC-AC1DE11A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2878AA-E8D0-4BC4-9915-D8B6B159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2E30C1-4F6B-484F-870A-ABAC988A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3DFD5C-D387-43DA-A896-83F1D40A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993BDB-EB82-485D-9416-4BF503A3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80258C-7C0A-4294-8981-D6480DA6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DE8E92-4E8A-47EB-8B86-6657251E8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4AEE19-2106-48BE-9344-2A85E1C76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1C4B8B-D4AF-4B25-8FB4-C44E8A019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2388CD-D464-4072-94B0-5615E073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71E681-E8AC-4CE8-A577-B59AFE6D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67AE1D-4B50-4F51-850A-CEED0C9E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89C4AB-4998-4773-9F70-BBC09071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7D03EA-8118-4BF7-AE5B-5750AC3D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05302E-69BF-4E59-8B91-0E8F6F5F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E87582-37A0-41F3-B219-85D380BA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26B8F8-3F4F-478F-BE2E-7FF24305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0073C8-656E-4DF7-8B5A-79668FE1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3006BB-3A13-4697-9372-D746B383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97580800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6B0883-F881-4D65-AB8C-D82305E91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238C8-2BF0-452B-AFA5-ADF90498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FF89F4-688A-411B-B22E-189B8BDB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49DE30-438F-4BC7-BC08-B5B5C0E6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W7-X ion-temperature clamping motivates turbulence-aware design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43128A-5E53-4CA9-89E0-054C5B3D6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1F2CB-C206-4229-A1CD-1B09C569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EF8AB3-58D4-43A5-9A44-E8F9AA45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7000875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6473c23fab4117"/>
          <a:stretch xmlns:a="http://schemas.openxmlformats.org/drawingml/2006/main"/>
        </p:blipFill>
        <p:spPr>
          <a:xfrm xmlns:a="http://schemas.openxmlformats.org/drawingml/2006/main">
            <a:off x="977606" y="1657350"/>
            <a:ext cx="6150563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8DD22-ABAF-4BA5-A988-E9BE352A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E61325-7C4A-48ED-8BCB-B3B55F939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52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B7777D-3A37-4052-A3DC-A500C070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Neoclassical success does not eliminate turbulent limits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B031D6-BC72-4C24-8AF8-09704F66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564216-20D0-43C7-A9A9-84D4F13E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2952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Profile response can saturate performance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CD9637-EA4E-4ABB-B4F8-C32A3211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81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6A2BF-0B05-4EBD-A81C-5A82DC0F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244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Teaching rule: the plot is a design diagnostic, not decoration.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6C48C1-54C5-4019-A2BD-A2307A3F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0A3BEC-764F-4A0C-AE55-9AB74CDA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7471DD-3E71-4E56-9A29-78B52597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1FD07F-3B98-4699-B691-95D85D16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C7BE0C-41F1-4A0C-9DB0-587591C8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09AE38-B0E6-42CA-8BB6-87623F4E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86FEAD-04F6-4593-9452-C80DED36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5FCCD6-5077-440B-8BD4-34601E35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E2D867-ED8D-4A99-B743-7FA2E680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ADDA4A-E77E-467C-89D2-79F93B09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9845E1-8FEB-413E-8426-51FC4BF1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F6C5CC-C978-463E-82FA-184DD35A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F95AC-357B-4C4D-9A37-732526E4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63609D-F9EE-4747-AE9F-F91F3448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B54E73-F342-4BF6-B33A-E5D3D97F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8268D3-9906-4BBF-87DE-EB00A5D1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446C17-9439-4C23-A27C-B29FFDA2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D48565-DB71-43AF-B6C1-A56130C2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F6AF1C-3C6C-46A6-AE91-3BD32F74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665776-77C1-4812-9936-A2F6DAEA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1B52F2-D49D-4C40-930D-1B94E488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789E68-7BB8-4F6F-9E06-2BDBD7A9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CE0D3C-DC3C-4DBF-A156-6B38B242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56F7C0-3DCF-4906-B2A5-DD58A753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D135FE3-40B7-49AF-8C26-0E2372D5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77635547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76A07D-6C09-4BED-A682-560A9DB1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30ED32-AD7B-4DA4-ACB4-F1DE89F1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91D838-263A-462C-9885-BBD6A724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EF949F-BEA3-4384-8B6A-FD389AEF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Fast particles are reactor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7BAE0-CB88-4C3A-9C08-4C4B5C67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0D606-8F4A-417F-B6E3-0B5316DC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ECCE29-4AC2-40E7-A758-65B45C87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6F302C-744B-4EED-AFE6-D04D0BEF2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540067-A5E3-45A9-9253-71896F6B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888F6D-316F-4270-A2AE-D216302A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Present experiments may tolerate losses that reactors cannot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470E29-4FB5-4CB4-8526-F4C4DF9E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8E5786-39A4-4EE6-BCC0-8AC5210A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77B776-9B80-4AE8-9E90-11D72B3B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C29215-6DA0-4A51-954B-6A13A281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Alpha confinement, wall loads, and orbit classes should enter late-stage 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E538F2-30CB-4742-8B0A-AE2365AE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6DC842-F61F-4F3A-9F38-7BCCA7AD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346072-03E4-41C7-9D7F-B4C24F95D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72E7AC-B266-4335-8868-FBC26C9F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6C4751-3820-4439-A3D7-669B8A4F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143E93-E5EC-4552-BC85-C77F0A31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9DAF2A-B482-4C21-9D93-9B176042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5559A1-A35A-4FF1-B5E9-1FD24015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53D243-FE0D-4B6C-8474-E8F9115C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FE55B2-AC09-4BCF-BE3A-43D5D67E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C9716F-6D7F-4859-AAC2-CE6C3D88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C586DC-64D4-469F-B744-7A675D88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BF5311-E5D4-41F8-A815-CC4290D9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44A2DD-EBBA-422A-B548-4BE822E4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A05916-11D3-4EFD-84B1-601871D0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A50754-E788-4203-804E-69BC95C9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AA5C68-CF77-480F-A989-E4163A71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306BFF-29A5-4B1E-8349-04843BC6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234A6E-E492-44C5-94E7-42E356D82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4757BB-AA6B-421B-92E9-C0072AEC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7DA321-9DA1-4D92-949E-0C900B7F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0BFE9E-AC70-4688-B200-1EE0275B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E55C07-43DD-4470-9456-81D18AD3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25498BE-9CDF-4E4B-82C8-9EA0F946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6F50DC-F1E3-4102-9196-2BA6C3ED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734D867-5B5D-4E4C-BE0A-CCEE9353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4EED92-021A-4E25-9F08-F7DF8F32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144E495-F228-4C91-8177-583EA8C5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70208688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6A3862-2D27-4A27-93ED-4A5487E0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CE03BA-211B-4B75-8067-C9708833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6C8C13-20B1-4F9E-B8F2-47D9A4A3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16117-9E25-4EE2-B61B-61DC6429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Particle metrics connect back to coils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D5E16C-4F3C-4E27-922F-D5E50D7C4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F667F-019C-4706-B9A1-4E6EC4662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92095-E68D-4CBE-AEF2-CA3D373A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F703AD-611B-4EF4-9C3A-366EF97B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26DDA1-9422-4348-B725-2EA4A06E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F960D1-884B-44E9-BC9C-BC041FCF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Coil errors can alter field topology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18378A-F78D-4147-935D-9B4ACF55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91E62B-966C-4346-A7E9-F8530230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A247F6-1F67-4D00-B915-E7F2604C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D0CD9-3146-4B67-89F1-AE884823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Fast-particle diagnostics should be rerun after coil design changes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918E14-AF8E-45A7-BD56-32FA9578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1CD514-3F8D-4B1B-B3FC-D2D3C76C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B40EB3-76FE-41EC-A8CE-5D438437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EA1F51-56A0-4C6B-B405-D6A96FB6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4BE0F3-A429-489A-836F-C7C38805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14E173-7818-41C1-B014-529DA521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38F3C8-90B2-4CE2-B03C-6ADC5593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05EE39-74BF-4279-87BC-5A06AE92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826229-637F-4AF5-A78C-D6633DCA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5873D4-00F5-4F4A-BD96-61D0193A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F83BAA-7205-46BB-B3A9-6EC5953C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EF8B63-C69C-4E33-9E48-C90B9A8A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8784FD-AF18-49B3-A9CE-50B3F0AC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94A179-821F-4428-9772-6EEC3128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22FAFB-57DB-4D29-9303-AD5890EE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A40F70-C3F9-4060-A4BB-6B761E84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11AD30-EA64-49F2-B3A0-3C6796C8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777A66-77DD-4492-BC30-76C2A878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09F486-E4E4-4227-B6D6-893A6BE3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56AC5B7-214D-41CE-8764-A16164A0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8F475C-47DD-4391-BE67-9E91C278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E6FE5F2-D8B4-4678-B832-FF4FFA7E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0AA0B8-EAC8-40E8-9E16-2DA884A4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236E03-74FB-4A3F-855F-3C0CEE34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F59F92-19AD-4F45-BA41-1D4F3F19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8FA5486-D216-4AE2-B89D-55A9ED4E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D22BF9-E16F-4F40-8C1D-7A3C016B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44AF8A2-F80F-45F1-A7AE-626FE5D2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89732824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533BDB-6CE4-452B-9D43-3A3FB728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8CB045-FF75-49B0-AD87-98B4EE3F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1E29C9-53AC-414E-87BA-3BC2C52D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E19CB9-640B-4179-A76A-49456147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Metric trust ladder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2DFF07-8C7C-44D6-8989-287F70DC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4D498D-4003-409A-B7CE-DF90FED2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EB62BF-02FA-4527-8CE2-720C3638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00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0FDF10-56FE-4015-A010-063BD478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99A742-E78B-4553-A05A-2825FAC6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66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C92EF4-8243-47CA-AA72-3EB6876D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62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screen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3568F0-A04E-4636-A31E-15C583C8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F6AB49-203A-4BA1-86BE-799BE716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14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E3329F-F905-4669-8175-AA0218DA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19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AEDDBB-6005-4363-A196-59BC7502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14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ranking hypothesis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838BA5-E3DC-44DB-BED9-D29F3BF3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05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DF8482-9566-4431-9C5F-ABF3FA6F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67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BA6C20-4A0A-4EC2-8C16-2FDB307F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71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59EF46-334A-4511-9410-2759F83A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67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validation calculation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DE9917-7F02-4F4C-8FCA-B8BE9D37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57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FBD35B-D634-4E13-8C96-23857B05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019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DF10B3-1146-428E-BAA2-E40D618C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24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48EA5D-B36F-435B-B856-DD22E1BA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619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experiment or integrated scenario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A6A391-EE72-46B4-8F42-0B199E1C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6672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79485F-7AA6-4267-8F77-6EB605BF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63D87C-B03E-4EC5-8693-82E3B293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41A68D-DEA2-44F0-9425-B3B53BB3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1B7501-21F1-4F4D-9D0D-404FADB1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04541E-CC57-4F57-9C2B-7C427995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58535489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C3DCDA-53E7-4E3E-9658-4C22740F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7D9B4-8891-4EDD-B3D4-0D7FB630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49EB7B-3239-4B13-9F38-A1D3D1C7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E1D07D-4AAB-4438-8BCD-4D6E6FC3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Validation means comparing failure modes too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91B792-5746-4CEF-9D4B-93AA324C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3A59EB-494E-42ED-A00B-23906160B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53F781-8A97-4B06-AFAF-A698370B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027DC1-18A4-403E-BC25-64C8FF47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4BC820-EC96-4175-BEF2-40FFDDEA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1868AB-EB2D-4317-A4B0-CA730912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3A1B1B-B1B3-4416-B3D3-DA71702AE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Does the metric fail on a known bad design?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68D44A-8FEE-4363-B98B-141E45D3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85CA24-01C8-4444-A850-0ABDE6D4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Does it rank a known good design correctly?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3C7B96-6E97-4AE9-9EDE-75F3085E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EC489F-E1A5-401C-8F31-5DC69EC8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Does it change smoothly under small perturbations?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3E89B1-0886-4090-8297-37A09C76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A1115C-5D33-4791-9BA0-D2E5AF16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D2D158-1BB5-4F87-8AEA-8EFB653E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B33A75-3483-4261-BD15-93E24578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B06029-33AA-44CA-85F2-EAE2E184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07E8DB-72B8-4B61-B986-70F1B3EE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7157FA-6A99-4FEF-9D19-4E644D5D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88458508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672E31-BD29-48CE-9A56-AB3420B0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BB7989-99B8-42BE-BBF7-251C4B36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E61AAF-73BE-4B73-8C83-B601ED97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93BE3-22DE-4574-8500-B1F7E482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Computational checkpoint for 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14FB3-076B-4A0B-8CAE-88241624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EFC6F1-ACF4-4515-9C3D-BF43EE34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1A870-FCB8-4089-9E96-7BC2A4D09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2BDA7-1D55-41E7-AB96-3F21CA22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33ED55-2C24-4120-920F-03432166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C616F3-94EA-4579-A17D-866163C6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scripts/execute_all_notebooks.py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2360C7-6D26-4E97-AF94-E9CF6CBF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49B0EF-D82A-4B88-A489-C85DD6DB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 notebooks 07, 08, 09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81BC18-D1C2-4917-964C-9FF11F14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70F24C-948D-44D6-A0B5-78491BF3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Record which curves are cached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259783-7623-4E70-A427-BAC83174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CDB546-B2B2-4456-BFDD-22BFB339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Replace one cached column only if a real run is timed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B051C9-EB37-409F-91A3-CBF806F3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1C940B-DDE5-4719-AA7C-24436D67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0DBB9A-A082-4AD8-87CC-2863B8C4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50E738-1A21-4E99-8714-27062990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92EB03-44A4-4621-BD90-EA95CD6F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C6C87B-E924-44FF-9AD1-FB9E37E0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85952-1F44-4F1C-A981-7F82B619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0951E8-63B4-44A1-8566-3751AF3D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392BFA-196E-4442-9F99-94F2DF9C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9E4454-56CB-44F5-90B8-EB51FA40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788A99-9824-4312-A5A5-4AC6D60B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45DE27-D0C4-441C-85A6-9C53714D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E6F0D0-8E57-47B9-BF63-DCF4DBE5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1EAEA3-22F0-42C4-8D36-8550F277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EE7CE1-0ECF-4CDF-8684-AB46E2AB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F88EFD-0DFC-4E45-BB64-3104A252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F4F1FE-705C-4784-825F-0628DCD98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A6B775-F84A-40DB-9EEC-88C43464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00D104-3CE6-43F8-A642-EFED77A4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2045144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B346A9-D994-4021-8F96-81A3C40B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761BB5-D4EE-49E5-9284-3C381951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1DB0BE-482C-4589-A5C9-4D604A30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588901-B1FA-4BD1-BF03-8092D1E8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Exercise: choose early and late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11419-FD5D-4864-AF35-5DB863A1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4ECA75-72E7-44EA-9B54-8B049D69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EF95ED-5175-4506-A553-B89B90E7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3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75B476-B000-4430-AB22-2DCAE802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0929AA-F0C5-4264-8767-5488CDBE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2F42D2-D64B-48DF-B888-84B96625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399983-EBF1-4060-9D0B-DDC1D550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91D4C3-439A-4005-A98B-1881A2C5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Which metric screens 1000 designs?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14BE7B-7AAE-4A76-98B9-1E6A70FB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1CB2F1-6EF5-4230-8A35-56588ACD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Which metric validates 5 finalists?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5EB423-CC1F-4F52-911B-305D569D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8302B1-2638-4C16-B753-958C1C07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is the failure mode of each?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0BAD08-C9AB-4641-AAAE-D8A19F51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F76E15-491F-4DFF-A4DF-C2B97455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AF1FF5-1F3C-44E4-96F2-F6D00799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267405-109E-407D-9F52-8B8E14B8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167086-3E2B-4681-A0E4-C5BFCD6F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6D9EEB-0B84-4D05-A1E5-CEFD12A6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08927B-2070-4CDE-A6B0-C81283E7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05378715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0F4D20-895F-4A11-9BAE-73B434A3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DD8902-6768-4E32-B4CC-8123278E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383248-091A-42E0-8806-EDB48E51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06190D-E6D6-42C5-A636-992AB529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Exercise: proxy vs nonlinear ranking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A9948-1E4C-4DCA-9DEA-1AFE49CA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9140C4-239F-4800-8965-C75DC46B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A235FD-09CB-4A0B-84D4-FB86BF0B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3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B952EB-F07A-40DD-AE49-71C859F5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E335EC-EA61-4C73-94A5-E397F747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11ADEB-CC33-4209-A08B-0C6317E4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C2DDD7-A649-4C2E-98D5-9D094912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771411-F816-4C2C-9476-AE9FFF9A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Select the proxy optimum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43D1AF-7D7E-486D-A345-B0CFF3C3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34EC14-3D20-46AE-A61C-02EA55A8D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Select the validation optimum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C8AEF5-13F4-46FA-A707-B50013B9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FB896A-B6F8-4D8E-A5A6-779C2C51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why the optimizer might prefer the wrong one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248073-AE55-4444-AE50-B570B340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15693D-4331-4803-A086-82B76636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73247B-E2CC-415E-84E5-8F1456CD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06461B-92E6-44E7-96C3-42D6430D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312A21-ED3D-4B3D-A952-19A75940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3AC5D2-3272-4938-8E0D-39ACF6EA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AE443D-E218-4C10-9FB5-BBA17779F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54274240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02C679-7A11-4779-9085-A420E709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DA4792-32E7-43F8-9A55-55C98292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BB8EB0-5F86-45E2-9A83-05E40DD1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7CA905-53D1-4EF6-BCD6-5660CC33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Common trap: treating a proxy as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C05E8-C708-455B-913D-4C75DF7D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4B3B1A-8BF6-4FBA-9E7F-9CE85061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759C65-CBBA-447B-942D-53E2A240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9C6B2-2336-416E-85BD-683D3B2A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4B2A40-50C2-4BA0-8F41-76242A31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826FE-3C1D-420C-99A8-C9EB23C4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48D75-3887-49D5-A5EB-84316F98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 proxy is valuable precisely because it is incomplete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63D1B9-474D-40AB-9B23-C5B5CDB0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24949F-0B75-4788-A1A8-FD1F2280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deck must say what physics it omits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D935BE-EA30-4124-96EF-D907F88D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CFD369-3134-425A-9463-1D9813DF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F4AF20-8216-42F0-B414-996D608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4F6AF7-2C9E-4283-9AB6-3B1FA33B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D3E738-B2B6-4639-9C99-D69BFFB9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EEBD8B-1365-4879-80F9-22B6E656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2638E0-77E9-4A96-9EE9-17CC5883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43590659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E517F59-8228-4995-BAC0-A5B3556C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D8C2E2-D5A8-4CF7-8F82-8A3081E3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17C447-4ABB-464E-BD35-E9215D1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9023C-D0BA-4A6B-873C-44661EBC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Common trap: cost-free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EFBD39-26BD-461F-8E56-8E341519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B5D184-1CD0-4053-A0CA-27FE81B5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463261-2F58-41F4-B968-A45956B8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A4F587-F050-4B1F-8858-6FA6E572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AD9E3C-7DC8-44E4-A8D8-B4484AAC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Failure mode / guardrail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0163B5-CB05-4093-BEF5-193B6F15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6E7246-B6E8-474B-B65D-42384169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Every high-fidelity metric consumes time, expertise, and input hygiene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83011-10B5-4C0A-B2AE-763AF9EF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EE82D5-4743-40BE-939E-5ADFF203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Budget fidelity across the design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B16C63-1E03-4752-AB83-A478F4AA0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CC37B6-7D6E-4A1C-82F1-CAB42212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stance: label approximations and use cached mode when the live code is too expensive.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14BEA3-F911-4709-8BA6-CC912CF6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203BA1-E862-450C-AF06-A4A18D10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24FFF0-02D6-4E9E-A93B-0442E1CD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9F64B-2023-4FFA-AC4F-BD90390C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799CB7-874F-49CB-8066-C1F3680F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62784773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60EADD-8ACD-408A-BA51-3A9EAE06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3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A7294B-590B-4B10-AC80-7678ABB7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D7AFAF-5E21-45CC-BB90-780C2C05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E7A556-EC22-43BF-B6DA-71274719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62125"/>
            <a:ext cx="8477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From transport to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F5E0F3-07D7-4FA4-91FC-7E29DEBC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4B58C0-C289-416F-AB91-7741D1A1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33800"/>
            <a:ext cx="733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Transport coefficients are not the final output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DAF33C-FDF0-4E39-A41B-4343F9E3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81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B504A6-B276-45F4-AE63-DB770EC7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733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Profiles and sources decide whether a field supports performance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273E7-DEF5-4FCB-AF59-CBF20D8C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7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27/45</a:t>
            </a:r>
          </a:p>
        </p:txBody>
      </p:sp>
    </p:spTree>
    <p:extLst>
      <p:ext uri="{BB962C8B-B14F-4D97-AF65-F5344CB8AC3E}">
        <p14:creationId xmlns:p14="http://schemas.microsoft.com/office/powerpoint/2010/main" val="49775597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01A3A7-F4F9-4078-B06A-C49F10F0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A15890-F17C-4421-B087-D2255AA0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DD215-2D4A-42A1-A9EC-0BB15476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684741-12A0-44BD-BB91-6EDA8414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Lecture 3 notebook 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F3A393-30E9-4253-A712-2A4969A8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73416F-92E0-4FDF-B6F2-955FF784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EE1DED-9364-4283-8C0B-DB921283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34B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0A06F4-85B4-4AFA-885A-9EED5D6C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B529C-A8E6-4BCB-976A-4DE84E0F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34B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E532BF-B31F-4193-93D4-FDFD2612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6A9209-7079-4935-80CB-167AEF1B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5CDBA-1AC4-4CA8-8C08-F87080B2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F012B0-05B4-45A7-9E0A-E5AC67E5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 effective ripple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498E8C-714F-40C0-B9E4-AE1EA9EE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D04C58-ACED-4BF0-9043-3FEA2CA9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234A59-904C-4319-860B-B929003F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C4AA0C-AF2F-4435-BBA7-81E0D2C2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07 neoclassical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21183C-8B04-4B75-9A69-E9263B4B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B754A4-6FEC-4706-A776-4D2A1B46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7FEB11-A023-4C30-B05D-779171D2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83F26D-6918-4332-A882-22F319FC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08 linear GK metric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778BB2-9A1A-470E-A665-A60610F8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D8A94E-2782-4740-B64D-EB76B6DA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F4DD45-4829-4AFE-8E45-EB57EE20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486BE0-CACB-46CC-B698-63C88224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09 turbulence surrogate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7C9A4C-6E00-4CC9-AFD1-3E4FA02C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615D6C-E937-4572-AED0-7974F9BC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FE57DE-E685-4696-A634-E1FA3E01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FD8E1F-2750-4F60-ABDC-E84C406C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56CB8C-E5ED-4A33-A1CD-D7BDBF4E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D1D767-4A87-4294-B44E-9025048C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20264555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E2CD7B-2D13-4B80-9CBD-6B85EE30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3AC59E-C8E2-4024-889C-F250AD4A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96B30-C294-4713-813E-DE539FDB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295763-13BC-4F07-A165-8A8B4796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Five rules from 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705B85-BC8A-4D27-A16E-02EC13C8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915B57-2BD3-460F-9D48-EDAEF69D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240504-E65F-4AB7-9A9B-E71E9B41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FA69A-8AFA-489D-9499-7A589395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Use cheap screens early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521058-4327-418C-AE84-9C0DF3D3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43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E9460E-A646-42FC-B4CC-E3B8003B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384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Validate with richer physics late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C3BC5F-467D-4A6D-B965-6FBCE345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76D91D-EDBC-4985-8513-2DCC28A2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Plot profiles and regimes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FA6D33-51A2-445B-A346-960281E5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00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7F44C2-9C5D-4382-892D-97EAF48B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9570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Never hide proxy failure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DB8024-F337-4A9E-BDD1-729613CF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29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AA7729-855E-440F-8C29-CA9C47D72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24350"/>
            <a:ext cx="866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Record the trust ladder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445EDE-74D8-4032-A179-CEC29A17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3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16B97F-AC4C-4624-B15B-FDA68AD8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4CE020-440C-4608-A4AD-5F545D3D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04E125-2D74-4DEA-BACA-A05F22D7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B24066-CA35-4D59-8631-435B63A1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FDA6CF-3BA5-4A6F-8329-8C7C58B4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DC2EF5-6C03-49D6-83E4-BF95F7E1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E7F362-6DFA-4F67-BBBB-002504EA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188ECB-FF4A-43AF-84F9-C376516B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7CE15C-C0CB-4C97-B9A2-E59EE3EB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B862EE-CA77-40B2-9C5B-E5E8BAA9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4B300B-CBD7-4646-AD19-4E9C91B4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9156BA-DE4C-47B5-8255-99234718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5E80CE-1161-4C2B-9911-B8BF4403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EAEE3A-7505-4C8C-8510-E7315DD5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1AA041-46B8-4BAA-BC04-4CC8AAA8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89C843-3804-4431-BF73-C1ED9C8F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240D79-7B20-4E9E-A523-A9F66F78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A28D66-7452-40FA-BFDF-7E923181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9E56A0-6216-490D-8652-0BE941F8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6794AB-8BBB-4DF5-B9E3-1A8F9584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AF1B0D5-A052-4892-AA30-FC54CE30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FE4AB65-1C26-4BD4-8495-FD269EAE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A8FF0DB-E263-4B3B-BFD5-0CA04E5C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95EB099-8E75-49AE-BFA4-4F5385C5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43AC4C-87C2-4C9B-871D-15E7181D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AF969F5-CF87-4077-8DD6-2AA5F35C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986871756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876101-9BB0-4AD6-8A60-9612F346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C3A91A-165D-421A-9545-CE52DD9D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C2F382-FE63-41B7-9702-62C6794D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BF58E9-FFCB-4860-8904-AA8A821C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neoclassical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093474-AACA-4486-A8BC-FE38FA6A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3850D-6877-4F78-8622-781A0D94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5E949-FD7C-4E7E-9A86-BDA45C90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9E3581-3CCE-4A86-99E6-01664B7A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EBD620-851E-4662-A5F0-C15CD072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DD12E4-6B9B-4855-BF03-84D36BFD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epsilon-effective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1F8019-30A3-43E6-AE1C-6622E014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D11316-344F-46CB-A774-DA507BF2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7AD689-CAC9-4327-BFB3-FE1BE6910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F8C1B-6218-416B-96D3-3E859D30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D11-like coefficients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09A3EA-A0E8-4BDF-9199-4E5C155B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09E584-F530-4CD4-BB29-B81F2BB27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2BB395-3F5F-4214-B713-9C9D5C29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C46437-52F7-401A-9CAA-E7B1D064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Er roots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FE829A-7B66-4E80-8770-DE81921C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76CC44-D818-476B-B723-ED4A83FA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B63B9C-6F07-4DC5-A24B-4B769D32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24E6E1-EFF4-4996-8280-91FE5BE3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bootstrap current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514568-0E9D-41B3-903D-E31B2D36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9058F0-B138-414B-A597-1DDF094A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7F5985-903A-4C04-BFCB-337FF715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C5C807-33C9-4DAD-B28C-33D8D076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particle/heat fluxes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95DD10-0CE6-4F19-9630-1407E6B7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3F6E8A-C036-4B44-95B6-6E02FAD8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8A44E3-A270-4423-85F2-8330466D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417773-F6E3-4D09-9999-560EBDBC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9BD26F-46E0-47A8-B0DB-881EB391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852885-B1E4-4A88-9CEC-DE011E48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E6FDFF-9D3E-45D8-B281-02669FE2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A3E6E3-5D40-4C97-8257-29D61775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1596D2-FF7C-4F15-A9A6-60E00EB2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567A291-844C-4A61-9B89-3BB9A151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766280E-2405-4630-ACF7-9207AD20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1FF6EE-5326-4118-96D3-3E177C11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388F6E-C362-4E86-86B7-3DD7F753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A30F04-A5B4-4545-A390-67F716E0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21E5496-7508-4D76-A9EC-F24FE4AB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18DAB0-96B5-4BC6-81A2-71EDDFED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F81CB3-943B-4ADA-A418-5A8EC418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E8EDC8-0368-4174-A0EB-816132A0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A1DE390-112B-4B25-8063-FC6F4F84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618D0AC-5411-4109-B32E-8CFE71A4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D755D4D-10FC-4B54-BE48-12D57951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CF5CF5A-A8D3-4BEB-B631-02EB90DC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55054B7-D648-4C6C-A2EA-0CD9831A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C6DF957-B2E0-438C-A3DD-FEAC3D77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A2D8C8-6D13-4793-B937-ABAAF673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D33A9B0-5834-4563-8D70-4DF41D5D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29B2E10-E87A-4339-BB93-6D5A1F34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C4F495F-1C33-4176-9B24-1351328B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692063395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1F2F6F-DDCB-4E4C-AE49-3344F77C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8C969C-C585-4F0B-8693-50694937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61A20E-A67A-462D-8593-3736155B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815381-F274-4F1E-8DF5-8B86F9C4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turbulence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FF0F42-D841-4A8F-9D4C-A4FCDE83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0872D4-4E9E-42E4-891E-099203B3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6BBCB4-CBB5-4DE1-87F5-E60CF26B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B239F6-8999-4F17-8ABB-BFEE1DE5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D98382-2578-4CFC-A1F5-14E97A92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15D59F-4D07-435A-9E0A-6CB611DC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linear growth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0D37F8-C8AE-46C1-89D7-9E9EDB9F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C97B21-0191-4CB4-8463-FE6F099C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0CC882-71CD-4552-9435-1FF6E41A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AFC37D-FC3E-4935-813D-996C8692A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frequency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F2B4C9-E857-4D02-814F-CF74DF5C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00C968-3220-4B22-AED3-2660D61E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0BBF83-2EF6-46F9-951A-6F858299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0010F0-8F60-4872-88C6-4A1E5104E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quasilinear weight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87592D-EEB0-4A19-8068-FEB23086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B9F7A1-4931-4552-B4F6-739F03C1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F1A60C-8660-41C6-BFB8-F07A941F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F3250E-B1AA-4034-BC94-76BC942A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nonlinear heat flux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DA0900-7155-40CA-A5E2-12BB9903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3E2BEF-E643-4757-B1D6-81185ACD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E799CB-BAA9-49F1-A1F1-A420685F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6C53B-E7A1-4D73-A329-A179073F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profile response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7488C2-7B30-49B1-91FB-37CAC883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74421A-8892-4D78-B97F-1DB4667C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797FEC-F05A-4483-AB31-B532387F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E05357-EBF8-4108-8757-8F80EB71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F28107-D290-4086-A80D-20B22EC4D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984D10-8750-462D-AD3D-4C4235DB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3297A8-0CD1-4223-95D7-30639A0C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60D3DE-9FC4-4098-8E52-ACC87CDC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105ED4-DCE3-48DA-8F03-3075914A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A9C72D-1D31-44C4-B150-8456DD79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53C4DC-03C9-4ACB-99D5-4741C128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DE37EE-532C-4450-853E-14F7AC1E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D40DB7-FE48-4133-A71E-C8745229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A70E00-7FDB-420C-97B1-196D7B2C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DFE025-C182-4D67-9AFA-97AEC989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AE457A-722E-4A7B-A6F5-0C1180A3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7AEAF6-0844-4B0B-8322-C295C039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E4FA4D5-8BB6-48A1-BD3C-934DDA9D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BFA3809-FAA3-4F35-8BA2-26E7C5CD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00A541B-EE1E-4726-8350-53405D0C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60BA46D-6A94-48D4-9C8C-57ABFA48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D3EA447-DFD2-484B-8730-C0C34170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B02154-D389-4AAD-B6DE-8DC9C610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9F2EE3-D949-4529-895E-F807273D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F205BC6-3DC6-472D-9320-257E72B1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5277326-CDF2-4C7A-886D-6163DBD7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3BC0816-E8E0-4E55-8F07-16D2BDEF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2DC9A37-9880-4C6D-ACB7-02B1AB6C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15469522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45FC9F-85C1-49D3-8A92-F3790A37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C657F4-1858-4098-8F66-006F67AE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40B37-CD59-4AB9-9D54-07BDE562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149295-5ED9-449C-8649-F832D78A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fast-particle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03C6B4-9CB8-445C-9E36-AB19D01F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810536-64E3-4F59-988B-C5321A66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1B57B8-6CE9-4758-AEAD-C6760F1C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C450B4-8E94-438A-B88E-5616092B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462F35-3494-4DBD-9005-73A71455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89842D-BF61-4708-AB4C-3C5EB9B2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loss fraction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7A81EC-6271-436F-875B-CAAF8144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B22FA8-6A53-4EEA-B443-8C1F265A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F21C7A-4647-4F05-B2E1-22D2F7C5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F781B8-4994-4FB3-8EE1-6230FD27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loss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DE1820-F85E-42EE-AB7D-2C01F4CD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7782C7-C14E-4A8D-A8A9-00EDA85B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F5D64E-E666-4113-A465-2797DBF1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FBC5D-2365-4536-9158-1A60CB0C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wall hit pattern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2948EF-AD06-4EFA-9BCE-2BFBF0FC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08C9A4-DC8B-447D-9B8C-02C56507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D610A6-D83B-4323-B3B7-756E1E1F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4DA7CA-5304-484D-92BB-2604B480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orbit class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B7FACF-485F-4ADF-B407-46449B76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EB93A9-327A-47F1-8989-A9763884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6E0D58-6274-434A-95E8-55748EF2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0B8F44-A6C5-48A0-A9F2-3EAA350B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sensitivity to coil errors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67A488-9824-45B0-8B05-BA67EE96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7B10FF-6CB8-450A-8D4A-ED1898A9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67C952-C06D-427F-884B-5C4EE86C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9D61A6-D35F-41C5-8001-E31B9C5E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96E661-FF0B-4352-8D54-0C6E8CBD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8A9CA6-5BE6-4715-9686-93C4D95C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EEBB2E-4E43-4E52-8087-6CB984E6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3E059C-86C3-4B82-9C62-FEB4AFA9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5E97D4-E01E-491F-9853-E1697116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EED43E-D712-4825-9E19-7B214F78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7F1B27-9993-40EE-A801-16B38C88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06FE0F-F8E6-4F9F-AF49-E9D69EA8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F53610-542A-4289-A2B2-A75CFE2D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8D90F73-8C7B-43E1-B738-F0DEEDE9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2C0827-A8F0-48ED-9240-A09A6B4C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E17070C-92BD-42A3-89BB-CDA5923E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26E57C-F4AD-40FC-B225-4F050428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0244720-9BD8-4E76-AF80-5EE6595C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689A0D6-6E7C-42BC-BD69-9E839635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88331EB-000F-4AB2-91B7-42C13231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A2B777-E613-4AA5-B50C-13D20FB7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CDD6BCC-0BFA-4CE3-B76E-BC8580CF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6552089-570D-4492-8A3F-17053F62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105CCFB-416D-4A7A-BFA7-AF737E0F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45D0712-7598-4B44-BF23-B19F243E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9B3E63-4941-4DFC-A07B-73DE8885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0D48F2-381F-497B-95DF-629D6478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164C9C1-0656-4D05-AD72-66C860B2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457837293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CB5076-FC8C-4E55-A0C9-12EC22A7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68EDAE-D512-4F20-8998-D8F6BB63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0C212B-C1AC-410C-986B-EDE07C07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5F29A7-6D0F-4DF8-929C-F112F9B4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Backup: when to trust cached mode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4B5FF-27DD-4446-A080-92BFB6AB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0B9B70-F85D-4C70-A67A-D8893CD6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CF02F3-EDB6-4B4E-BB09-AFC73D7B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83422-0598-4A0D-9EB4-5E4478F9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A59EB3-0FBC-4C50-97E6-89C39C00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A2240D-1B88-43B3-AD67-C2D04248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for teaching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B93B64-ED1B-4DB2-A754-A6EB8B5F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E4A3B6-AE79-4EFD-BFB0-FF40BB53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8F5295-B32D-4532-B75B-29647AE3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3A3543-5984-4D00-9F10-FE52A274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for plotting grammar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B6A272-FAAC-476D-B62B-4EC8BF39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D0EAF6-F687-48FB-BB5D-E8B5DA0F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B5B5EF-861F-4386-A9A0-6DEE532D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E04D30-E053-4130-BEDE-7EA81A94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for exercises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5EB370-C121-4470-92DF-1D00A304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72774D-F50A-4BDF-87D3-2E02AD09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C61597-3EE1-4A54-871F-507C5CF5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92796C-42BA-44A4-B4C9-D59E8722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not for design claims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2D9FC1-AFF9-4116-A59C-D963C9DC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83DD93-C098-4E54-BF12-C38B6202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FB78EE-3EDF-453E-8913-30051324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E92F44-7743-451E-8EB8-BA579A93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35A216-F36C-45A4-9B1B-B887297F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EAC071-5F58-48B7-8745-A06669A1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0A8AC9-2B7E-47FA-975B-7DB55BFE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6967DB-6C3B-4BA9-9DB8-3EF0F523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2AB840-A12A-4CCE-8301-237AECDC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0B7490-14F2-431D-A6C3-AC5028C2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36E224-3389-4455-B30A-43F6BEE3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330EA9-D165-4DE8-B82C-649FDEBB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9BF9CB-743B-4A3E-B37F-77ABC5E8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AA6CB4-1D0A-4A99-B912-85AFEF8C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A6C6E4-ADFF-44C3-A04B-9A6C5D9A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1A5DEF3-BCC6-4786-B867-4E187D40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3433DB-EFEA-448C-93BA-5C85342E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E3748A9-5452-49DF-BB70-EAAB150E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B1136E-9F62-43DC-830D-3FD3D136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72565D-9F70-4248-8930-D67A0AE9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EC28C4-6CC8-46B3-A5EF-9468CB87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621DAD-C30A-4C80-A72C-29FE6F66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866BB8A-C72C-4CD5-B932-85803C45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595002A-945C-44EC-A1DB-DEB21DC8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6BEEAFE-8543-49A1-878A-FA25FB83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6B0A9C-E964-4B04-8FFE-EDC55036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234B4C7-8964-453A-884A-F313EA17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E509173-9947-4BE6-9F91-04C42FED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317761569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907537-6546-4FF8-B488-BBDEBC45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74FF0-C3EA-43C0-BD6E-865324D2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77F5B9-AE67-47D9-B4A7-3382C3E8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9D634-D94A-4FC0-844B-CAE28444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L3.34: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27C33-5FC9-4BC8-ACA0-727C11E7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65C3E0-F0CE-473E-8226-5C9846CE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014C8-A5A3-41A2-93FD-5583FFE5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95B5F-5999-489F-9FE6-A5C377A3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EAA12C-329F-44C9-B222-25B3A516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74E16-4DC4-44F1-9B49-BD10A822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7B2CF-1727-44D9-886D-47689C3E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7A55A0-85B3-4D3C-AFD8-7F120D89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A47F6D-25B4-4BDC-B5B5-569EA982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F9C17B-C4AB-4345-832D-0D0E5D20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E6235-01F9-4873-84BC-A86DB0C0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407816-364D-452C-B5C5-BD186CC6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452FC8-9AD8-4FB1-AAE9-194645D8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FE0344-429C-4DF4-B0C6-8BC70A15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2C319B-7199-45F0-AEE4-1202342B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D8DC31-C6D4-4201-92B8-DF0A2147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905396-E7D7-49BD-B685-A7602C24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F7BC0A-6495-4861-A8FA-254F74ED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5175D0-6FEE-45E2-8CE2-10347D9A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CB56AE-578D-43E0-B04D-26E346F1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DD0C62-EADA-415C-9818-03602A4E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45D6A2-9A7A-4CF3-A24D-3DE5DCD1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711648-E07F-4DDE-8543-4A017D1B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0F1FB2-8397-4A21-8B70-6BF7E6D5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678BDA-3A64-41F0-9934-46090600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919FD2-23BA-4F7B-8371-16554CD1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C80923-D069-4034-BB98-567479F3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426AA3-2A0E-4191-9477-FB997072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1E0D35-7427-450B-88BE-5CE60BD1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2EAA38-C641-4A62-A416-4749E82F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530924-0342-4DF3-A9C4-68D78C8A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E90482-82CB-4049-8BD7-590CBFF7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F96162-805B-4524-8C82-21F08874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EBFE13D-B277-4D9F-8B75-30F3B57D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075EBD4-0195-4E9C-8735-E565790F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EC4DF26-EB0E-44AC-B94C-0DFA39AF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A8353D-03B2-4259-ADB1-BF4336D7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1CA0AF-681E-4189-87D7-1387033E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C4FC41-FEC0-446E-B145-6B2A6A69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F573FDF-5977-4FF2-A05F-8C0871F1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EA7BA0-6CDF-448D-9D29-AA19A489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5A1D3D-F32C-4371-AE30-4C67BA07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812078282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8A7A3B-D30F-4FAC-8631-04CC8403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A1992B-D8A8-4823-8AE1-0FF4F9B7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D9E06F-1437-4AA7-B21F-8C369410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35/45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17ECD7-6C62-4F04-ABBA-50D5E47F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L3.35: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EB4039-B6C6-49C7-8A41-B2C893AB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CBE211-B95E-4CE8-8670-62D65A93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770857-9721-423E-B1DD-FD28DE94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E70009-E707-4799-8B8A-FB62F05E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14F035-4FC2-43FD-AD6F-70C48739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5C8B68-0C57-4E1C-9A54-150F09C6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7B8177-0AF4-40D1-A305-429014A7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7A0B2-E4D0-4D21-98D7-574BA319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42C53A-BC3F-4279-B44A-D3368A9B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99C5D5-060F-41D4-A308-E234B96A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DCD17F-5E8E-465F-9411-5F191731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0BB28B-D9EB-4445-BB52-E1C3E890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D2F2A7-F5AA-4734-8B74-3BAB7571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ECE54E-1E8B-4ED4-8B01-CDC9A05C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E6690-8788-4B31-8D2C-C75F0ABC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4BB997-9068-4C5A-932E-E28FAFE0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64A2DE-35E0-4BC1-BF23-D53F6651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CC21F8-3D2F-4756-AFDF-8E442E74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89557F-83EE-470F-B197-A2DBD4E0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B1A639-B29A-47D9-9814-62ACF425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DC4E13-4E89-488F-B68D-2B2249BB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080A1A-3B19-4F50-9593-B3E35925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FFE619-D182-4E77-BCC9-99DC94631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24481E-06C2-41A5-94F5-372AF31F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1211B8-8E72-4C96-892D-4D3D4FD5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1B35F4-5D06-4AB6-8D9C-7A16AF0D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6EE3B1-1F9E-440A-AFD4-39B0FFCC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5900D3-9B41-4963-AC6E-83EA8E22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47001B-647A-4954-AE7E-D75B6585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8076B0-CEE5-4DB0-A1FF-C116BEE3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DBF659-6CA9-46BB-B9FB-201DA312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4FB6DD-75D6-4C98-804B-D23EC86B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804E83-6F5B-4319-8F1E-73D7F082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3813B3-23FA-4253-A653-1EA8F763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0EE2F6-1C0A-4962-A3C6-9D16DD3F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13A567-5A0E-4E72-895E-9C91A85D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4D0CE8B-8A10-4294-A795-CAE2F3B7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26352A-CAEE-4833-8D8A-C00C37CC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0540B7B-FDBB-42FA-B81C-C7E12153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EAF44FD-F3C9-4912-B062-417B8EF5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BD02A93-AAFC-4657-A5CC-B11C9E5D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256DA7-F0C6-4196-9348-D8A47487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991009807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E658BB-3CDC-4451-81F9-B92C59CA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B7ADD-AB13-44A2-AC22-F4B953C1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06B69B-D52A-4441-962B-12DB0099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36/45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BC78A-49FA-4AAA-A484-88B195BA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L3.36: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292E07-B605-4B9B-BC54-D206578B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8F5AC-45E4-4B9A-B69E-897B878F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3F76AA-117C-46F1-868F-0F1E5447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0BA8D6-3A6B-4B8E-A04C-77CC2897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120FE4-A7CA-46C8-8849-C4BEF048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51207B-E537-41D3-9651-AE68E38F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5451B5-E525-45B0-8EF7-C9D16EC6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F957E1-8841-4677-ABC5-6EE1A18D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C1F4AB-D82A-40B9-B9A9-095CEFDC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DFF776-D7A7-4B72-80AB-E18593FA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417672-1229-45A5-924D-6B0799D9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A8AF63-32ED-4F65-8DF7-B4B620FD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80473-CD79-4162-A65F-28123475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8B0A8A-262F-497A-A42D-E4511B5B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EAFDE8-EE91-47DB-8E6A-AE32B0FF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A20299-B80A-432B-AE24-3F6E02EB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1BEABE-912D-49DF-BE56-A0419E10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69BF4-7FE1-4661-9410-0544F780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6201AB-C7FD-4BAC-8E24-E92B31D7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1E0778-601B-4470-B48F-B5F35EC5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525DC5-D2EE-4306-9933-BC99DFD2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95DE86-73CD-4029-AA87-A1A861A2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6D601F-63BE-4D86-8FD2-5ABA3658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E9BD94-F1AF-495F-A4CE-99072C59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C02766-DB4A-4BE1-AF9E-2CD4F327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F7C578-F6B2-43CC-BEB3-7021CF65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7F8900-377B-425C-A859-CEC5E16E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3CD454-9D1A-42F1-AD4B-654EAD1D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025EED-E1B6-4052-A76C-077472B3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6BF73E-AA35-492D-9CC1-091201A6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9453C5-D3DD-45D1-A35F-137B7737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C389DF-9CFD-42E8-BB0B-53DDEA83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07CC9F2-E154-455E-96B5-30BF5C3B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BB4448-32A5-4728-B6AA-136536C6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D9880E-F28B-4C2C-ABE8-94415EEC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496003-EC74-4D17-9CF3-6757851F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0127F08-CBE8-4F06-94EC-1276A8E4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8F4170-1ACB-47AF-9D8E-194FE645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31BA177-667F-4047-A9EF-09127C07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523369-8E50-42EE-8BAE-C2D31030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645EE3-3D36-42DA-9CE5-D6D0F47C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1ADEDE4-A31E-4006-A59A-15007C78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835038445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BBC9A5-556A-4108-BFEC-D5597668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0262F-C6AF-4CD9-9FF1-6EAE70EE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6D0358-11FC-4AF6-8AB1-EBB28C4A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37/45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2296B8-CDCB-49B3-8985-313B8542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L3.37: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823B46-07FE-44E5-B6F4-F4008459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DED3C4-E937-42A0-B509-2673F767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89654B-112D-4421-A2EB-B68B1BD2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00A0E0-67B1-43F7-B2B1-53CA2117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25A316-B486-4D7D-87E6-22BBD9C0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F9A947-3DD0-488C-8A94-7F8A3752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26DE0B-10B2-4322-899A-AA68495B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044992-1BC7-4863-982F-14938A6B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5DBA3E-C05D-453E-9E74-1DFF16F5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3991B3-9723-4C41-8934-F2A4E05B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A63917-D75C-4006-AC27-74E75E9E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9A19CA-76DE-4ED3-A14B-3D349969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D09344-EF4A-447E-906E-7B5FE436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269182-E53B-4FCC-8B9D-2C40C6CD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869410-A933-4A1E-B603-F346E202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113F20-407E-42C3-BBA5-EF24B5D8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867533-80CB-4C66-A1DD-5C9D6F7B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E2AA00-ED23-405F-AA86-3CEAD9C6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4A4F19-1E5D-4350-85E2-315E05A6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AA9BB9-9107-42D2-B78D-AD97D1BB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1E7DA9-B4F8-4D71-9FF6-6DA7B803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F7CC04-24D7-41AD-B045-956AE8BF0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B4EB84-5E84-46AA-824B-08303DC3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00F1FF-4E7A-4DA7-A60F-6342882F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A70FCA-155C-47A3-8A65-855F2BCF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9B93D1-747D-4A2C-B6F1-94A462E8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D5D6F-DE53-428F-8231-12014B7F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CB89A9-8970-45E4-B209-14DF0087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78016A-C1EE-433F-B702-3EBAED29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39D084-A970-42C4-8FB2-27424EEC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3A4267-0FEB-4E2B-A584-260890FE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D4F7A2-6A25-4D57-9972-76C40135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F7FFEF-8110-4A7A-8058-06EA6BA3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308D86F-C3D3-44E7-B7BA-871946B5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881F98-E537-4AE0-8225-4AFDD4B0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744416-2A88-4943-B5D3-59540F18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296A6D-EB1E-42F6-B1F7-F741AAB2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7552786-0A17-4D0E-B4FF-E0A2FF55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79DE339-C1AE-438A-A2B6-81B8102F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7A7C28C-1265-410E-943C-01502098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6B53E5-E79D-47D0-A568-E4BF089A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37E596-3455-445D-BC30-F66D99CC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43953555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5EF19D-0BC6-4BD8-BF80-38852389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2FB2B-123F-41A6-90E0-650B3FF5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4556F8-6C45-4ED6-8F5A-FC9AAEC1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38/45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F4B691-8050-4771-8A37-E5E2FD75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L3.38: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3DF1E4-6E6E-45C2-BE3E-3A8F24A7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103AD2-9AED-4ABC-8B66-2FA3747A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024787-62F4-46EC-BE68-EA8DF3AF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C2285D-99E5-49D3-BC3F-E96DA074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EDA14A-C5C6-449D-9B32-F5D2D36F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3F1848-C058-4CFB-829F-C31EC5B0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2CB5F3-9EAD-440E-B7DD-E334D351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375774-9892-4A3F-9C71-4B50BA84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861F2A-0C8A-46B2-9E96-705A4A8D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A96519-316C-4428-993B-EC5EB8A4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FF11C7-9C41-4204-B914-8506549A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512A10-3750-4735-A924-0C062994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A54C46-0AB5-42C1-8D09-6CE1B365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E29672-2D2B-4217-BAC8-D2BE0A30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4ACF7C-9EB1-4130-A08C-4E580AC6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32E7F7-F106-4B6E-8C3B-ED03C281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DAC389-3854-468A-9CFC-BD580334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FC2733-1516-45FE-9814-633C9C9A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C43D22-A7B5-48BE-B577-40954A0E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D36CF2-4502-4187-9ECD-83B347D4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3D9605-D35B-4B96-B0CA-288D3576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AD59EF-1977-43C5-B238-9C6D3F73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8DD62F-39A9-421A-BBB9-0E321970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70B154-20BA-4F15-AE0C-8CAC3654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5FF6E4-EDB5-4BEB-A193-263E6F42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378EF0-2B80-4A68-8A9C-3061E2BB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D8B37E-A94F-40ED-9153-5C51DCC4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DB637A-D61E-4755-B049-3AC12A36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7720BD-FA33-46AF-92EA-B2CEC0CB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63B47B-2A1E-47B3-A3EF-19EAD217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2E5A86-2FD2-48A5-84DD-847B40FE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DA1D48-2D8D-4C21-8F8F-9AD4BBB6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04B532-89A5-458F-800A-CB909169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A7DE7D1-2C4D-4CD4-8CED-8BC5F3B7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99F23C-E2CB-4027-8236-6DE7E453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FF9646-7484-4F1E-BD72-E302ACA7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2AF1574-38BE-4AAB-93B7-0DF4564F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79587C-FAC1-40E1-B7EA-DDE8A251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3F5CC61-6BA7-45E9-9252-61916E52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95A1D05-22DF-44FC-935D-0BD16914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AE74D45-6913-4DEF-82E5-8E3F2249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48799B5-B94E-4083-8B9A-939741CC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417575637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9B7B29-C4AD-453B-8A5F-94F5AD5B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9409D5-402C-4E23-82A9-B912DE77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079D8-3CEE-4C3C-8D28-175C24A9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39/45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9538E-4FE6-4E1A-B9F3-9DB3575D7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L3.39: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6D13C5-C13E-48A5-A5A3-D4F7FA58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8C515B-7683-4C7A-BE39-70D492D1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9FE09-8D27-4903-9FCE-C9DE4D33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D9617B-F991-41E0-9C9C-0FACC8E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7B215E-BCC6-49FF-9BE0-F2E7EA33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873DBE-EC43-4E1A-99F2-78A49068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199E64-5055-4503-8F66-D6B96118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1B4F6C-0630-4C94-A553-116F84EC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821ADF-8156-4987-9971-7F0DF982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5D304-893C-4623-AB8C-C0DACF82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273FA3-AA90-4732-B6CC-1F54FB42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4CCBAD-9995-45B0-A145-DBAC1BED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AC241A-BAC0-478A-8120-646D800C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2B458C-598D-4F6B-9EC9-CF390452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FF964-2BD7-44E4-B99D-F4091D75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16A598-D880-4EDC-AC61-F3279457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800352-BAAF-4877-8146-6A717450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869028-9580-480C-93AA-97286523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8B943D-FDA6-43BC-817D-DE5A5460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0E5163-E06E-454B-B41F-DFF436E1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9F6608-E032-46D1-9380-C423EA0D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7FA7C4-75C5-4137-BAD1-EDC8B6C2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D033FB-899F-4BFA-95CC-B4FB6931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C43ED5-E6D7-4034-A907-302EB65E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A7A5DF-54B3-462F-A083-138E0834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88B5F7-7100-4A32-AA1D-AC2E77C6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81C7A9-DA30-4DD3-B52C-2D1362DA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A21A12-0A04-4B2F-85D9-E5E35CDA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C1C3DC-104E-4232-8FBD-7AABF109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5B3EE5-0B17-441D-95E0-6E2E4FAB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E7BECB-C544-460D-A52C-0DB44083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B09D81-0DEE-405B-844D-0C85B7DE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DAD7E6-A710-453E-8C5E-43EFC1A3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9A47D7-A4A4-49CC-A695-DB97D7EC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C121F87-2BAA-4271-82B4-91FA1C49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B7640B-EBA7-435D-87FC-ECCDF56D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AF2F391-95FF-4E40-9D2A-7281FE27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605E44-0EF6-4A79-A0B0-11CCF802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DBE57E0-907F-41B8-873C-10236361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E7D157C-94A3-4BD8-873B-CECF7E17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792CFCA-3B29-44C3-A706-02E2D496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1F7952-FF88-4F97-B06C-DE3738BA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994958786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85A7CC-96DC-4F2D-BBFF-7459B01B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57675B-6917-4A48-992E-DE25AF8A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1A264-BDF3-46F8-95DD-34FA56EC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40/45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EEDC8-FE63-4A1B-BCEA-E2494A92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L3.40: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87311-F214-4071-B442-5E70315B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7633F6-D7F9-401D-9E66-78C86514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0A32C-E710-4EA3-90BA-FD78723A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3659C3-2F37-49F3-AD36-058ACDB2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B4D9D-D7EE-48A0-8846-D4E45316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E384EE-A568-4AA0-A8C5-FE15D112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103BAE-407C-4F9E-9663-D8425E78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7A2A2-CA2F-47F3-91C6-DC6DCB2D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5F08C4-B634-462B-A92D-0498EAA4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8B15FA-0A44-4FD9-B636-CA0F7A2D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6E87C9-5C46-4A27-B365-AAEA0729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ECD64D-9C3E-4060-B73B-AF0EF20B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877A09-91F0-4B13-A202-BCED75C2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490F3E-E7C4-4830-B9F4-63A8D7C7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3EFFB1-F36C-4D6A-81A2-23E918BD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158AA9-DDBC-462E-8BA6-475D9267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22707-E6D4-4675-99BD-633BCD01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9C2873-8AF9-459E-92B9-641BB511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92D6C1-04D5-4B42-8434-791839D3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60B4F0-80C1-4190-B126-C79212D1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652F6D-7E56-4E54-823D-4EEF8DE3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B376A5-2F61-46F8-9BD7-4112E762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AAD508-F0D3-4F6A-AAC7-B9897DF5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E385AE-5393-427A-B0EA-3B9039A0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324011-6974-4ABD-A06D-0165FC26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005189-882E-4D37-82F1-E0695D32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127AA0-7529-4940-B895-A3862AD9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E889CB-C701-4536-A1A6-3656BEF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B3CE89-6544-4F8A-AC75-0693FE72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17B8B7-E5F7-45B9-BD6A-03610419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22AC47-FAB5-4446-BFA5-FF76E988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EC3380-4CF4-4C4B-86F4-87CF350F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E6D6E1-71EE-4E22-8111-A5580D85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9CD946A-6FF1-44C9-86B7-1635E8A2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62467E-4E3E-4908-8FC4-B5538F80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D8D15E5-3321-4254-9B48-F3A3ADBF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2D8967-263E-43D1-AC89-AF2CEA29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39FAFC-5DAD-45FD-8672-163ACA5B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F05CD0C-F7BD-40BA-A806-B16B4E4A0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F227DE-55FA-4F91-AC3A-AD14F122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97E224-B7AF-4ACC-8344-89AF80AA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8AD6D9B-7A4E-4ACE-9632-4F7ADF9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1074245213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A3EFA5-1BA5-4E9E-ADCB-60850723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13047-FEF5-4910-963F-83A45104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67584B-9939-4468-928F-8E72ACC6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41/45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BCCF7-2057-4A89-B01C-857B0ED9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L3.41: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C2E3DA-2CD1-47C3-8853-887ADFAB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9B50F4-9F33-40D4-A0B8-DEE6DBB3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03ED34-3F29-44A8-9969-93DB9255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E25E60-5DE9-43F0-A3A0-D174AFE7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50EF26-16E3-48F6-83C0-C483EEF4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8A4791-AABE-443A-A32E-469EF1EB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6C4F17-788B-46A9-9C12-C0B38300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AB8A54-F260-43DF-82C4-75068C98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F9EFB7-3950-434B-9211-88BD4568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55884-6705-4E94-A591-37A61DC6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E3243-F38A-4091-9C3B-A0715AB5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5ACF0-3E33-4FEA-A6CC-1A7A4EAA6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AD4CD2-B872-45F3-B62A-85AD540E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BC3FA6-CD50-46E1-9632-162A0E18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AD9007-2AB1-46BF-AFC3-B2848B06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B0998-D318-46C2-BF14-D0B60725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1DAF6F-D768-4BC0-800D-A43D33F7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A536C0-52E4-4E49-831E-46DA67CE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F938C1-C146-48B7-85C8-A379934E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7C02DA-4D7A-4E27-AE3B-12E87E29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6D8BA6-C99A-4149-9457-E19A8BFD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58DB73-3F1B-4AA5-8739-3DE0811F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2CB786-E1A8-4F55-936E-03A9AC38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1834-B109-451C-8EE7-78F79F8A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735EEA-C685-43FA-9406-602CD83F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D0833A-C0EE-4973-A3E5-534325B8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B0F723-DFD2-481B-AD00-E83A4CD8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C892CC-9B4A-48E1-BEA3-2221C378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6A96AD-BF8B-4D36-A57E-EC30F635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CEF873-B852-4D61-A7A6-6804FCE8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4B6B47-9959-4736-8491-5DF1B682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FEC472-0631-4F59-AFBC-06571EC4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0FC4B5-4314-48C5-B7D8-02F42C1C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0E5B56-6336-485E-9AA7-1E0F65C6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8D8942-C185-483D-BE7B-00B6EE7B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7735231-4B64-44B8-940F-D086CBF9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51E68E9-1ADE-40AA-9D9E-C1BBF1AB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8D5531-190C-47E3-A5F3-65A970D0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806DA51-AAE9-46D3-99EE-6942B81E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5F5F671-8AA7-4233-B7FA-22F88CDC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7F12F8-F450-4A74-94F4-60832EAC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7C4AA54-5EC8-4394-93C7-8E620C54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398502616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8918E2-D8A6-42BF-86DD-628DB794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F7B3EA-D3F4-47DA-A617-08243DF7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C60900-1B95-4B6E-BC7D-D8CB705F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42/45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ADA7FB-C63C-4670-8A07-1EE35490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L3.42: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0246A-6670-46EF-BC24-A4DC2730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05DB36-7C41-4B8E-9797-F0B3F78D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C0300-2D35-4999-B0E9-D5F8D40D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80FD4D-1056-4F39-B016-27FDF3B2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EBD493-C446-493B-AAE7-7C8DDFB3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88AE65-FBC4-444D-91D7-A4294285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D25C01-D2C9-42E9-B9C4-E0813712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B0F26-82AC-4FC4-9460-85AE7062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39933D-5EFC-4D28-B399-C4ADC370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EDEE3D-6B77-4C19-B3A2-4860F551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D907CC-A241-4A4D-A121-515FD715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F671EF-9FFA-4FBD-8B2A-4CA5B4E0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9F9602-4374-4BB6-977C-99C73A685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446078-1C92-47A5-B988-98F970E6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C62AC5-6BDF-4AF9-A7FE-14D8A835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F7A954-917E-4CD6-A85C-D64D850A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763C16-907F-4558-A810-E44FBD47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9C7917-465E-4580-AF58-3CABF43F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A2294E-AD08-4ACB-8AE0-A07786475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46FEDA-B83F-4701-90CD-3666BFAD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9F0B9E-4CD7-4281-8904-E381CC69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D752E3-3D17-43AF-955B-7B7443B37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AE2751-85C0-4C86-970D-9DA782D3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CE39CA-E5B5-4B16-AAE9-230F60C0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8430D7-1478-4A72-801A-FB5C6341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A21C50-0D09-44D1-B98A-ED0DE5F4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BD8E78-3543-49A5-826B-224FCC5B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7F53AA-24B4-4814-A0BC-E489521F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0E0301-41ED-4C34-89CE-06D05A68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82A1D8-9337-48E8-A48F-8C93B908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1FB019-8744-4031-9C80-E2F11C36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20B36A-6286-411A-8574-90B989C4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8A9A1F-1774-4CE8-A9D6-E5CEE07E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A91B09-05BC-4964-B37E-A58D8F3EF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E4E031-6E00-463B-83A1-8B78EB73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8B9147-809D-4FAC-871B-AAC8A6B0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4BC6AA-74C5-410E-A588-30EE7EFA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878EC90-6E54-457B-8C14-CF8CDCB5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233711-E7E2-4A6C-91F5-DCCC507A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E715666-D646-43FB-ACC9-869AF44B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50E6804-1494-4C01-B2A3-535FE70E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C00499A-FFE0-499A-B6BB-D379B9E1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2134580816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188FD4-7D5B-477A-8C2E-0413D937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BE4A51-486B-47E3-93DA-4ED8D2CB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59284-3C57-4998-9AC5-160B0C2A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43/45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9080A-DD71-487A-9218-B109DC40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L3.43: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5E0BE5-C857-4EB0-97E7-84BF3A97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93F2D-6EC3-4454-A019-6D1959C5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91A82-4181-4E9C-AD10-ADC0AC3C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4FCE8-1911-425E-9506-87CEF0B2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777645-32D2-434E-BDBD-8B3D1A77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906863-8E7F-414B-B3E9-05782041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4CEECD-30E9-4B7C-8E69-CB19BE42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777F45-8505-4768-8B9B-DDC38738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A8D21E-0C71-424F-B489-727A2BDE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C2635C-C2AB-40E4-BA0E-B2210C72A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282114-E5EF-469E-91E4-4D1F0F07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6E894F-5C63-47F1-AED2-2CDCB737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91459B-D931-4E2D-BB6A-B83F32E2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14AD1F-9928-4D0C-89D4-8C03027F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AA9EC-2068-4989-B2CB-08A79077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4C7628-023F-402D-8680-D41B2509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3A5806-119B-41E7-8B0D-1D44DB2D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FC08D0-1101-431E-B870-9CB84CD1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822AD4-61B7-4D92-B764-A6E6806A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03CA4-F918-4463-AA3C-26C17935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8B85BD-2AD3-49F4-99C9-F46283C7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01E0FC-E0CD-4155-8AE8-8BCC6D64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E2DC47-3033-4434-9E2C-9615A001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C6E9EC-ADFA-41A2-822D-1A1F9487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3B472D-D02D-4F9C-912E-B8551155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32D241-F2D4-4151-A893-40760211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2AE672-C31C-437A-AA31-BEC0C89C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F4E68B-429D-455C-9C06-79DD4A24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D040F-7D49-441C-BC97-C0F69027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EB22D8-10A0-4F23-97D0-489E49B0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A295BDA-B03C-4154-A6DC-BA02847B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D5C17A-71D9-451E-B7F2-171797C9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422D1F-2B32-4A76-A842-2BCADBCA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8C3AE8E-69AF-4F25-900A-00F11CE2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0CE9D0-97B3-4BDA-92D6-5BBC3389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10CB52C-BD72-4F8F-82BF-8967A53C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94A9A4-C1D6-483D-A45A-0C968AE8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FE0C6B2-BEAD-44ED-964B-2FD48C14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2518C1-189B-4CD1-81FB-31D66735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6B52A7-7E08-46BF-ABAB-A003D9F4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1C13CDE-576F-4A8F-AAED-308FCCF3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99613AC-0C5C-4B97-83C0-E2975E1E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1142148185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3EC4C8-428B-43AC-9C8E-2AC68209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F51361-DA6D-4269-BD98-AB7A440F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F46F07-6649-4F82-8DB8-B7D787F7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57175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44/45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1547D9-5834-451A-8C77-CDE52674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Appendix: Appendix L3.44: discussion 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1FF24-28E8-4809-ACB0-2CFCE4EB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2443BA-7AD1-4FFD-97FD-90EB007A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200150"/>
            <a:ext cx="5905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C4633-F614-4E54-A4E7-58BECF50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442AB4-4057-4E38-9F47-36624F29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D503A4-2CA7-4A68-BE20-9BC9458C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B07681-525E-4F56-BFA9-D02CF96F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you trust in cached mode?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191184-6BCE-47BC-93AA-A7EAE6B8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689C6A-50BB-46D5-8760-0D7209E8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E7FF32-7509-4FBA-BB84-FCB6C2D4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2438F9-2DB5-4896-837E-06E5633D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would require a real-code run?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1D1374-AC2B-4FD8-8D95-43B012D8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6A59FC-22AD-4B85-9A4A-D4CA1C3D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362075-004C-4FC0-8CDC-2CE88607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D28D9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AF3131-FD60-477B-9554-2741B39C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failure mode should be documented?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56D2E-2E44-49CE-93E8-5B55BF3C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43DB69-3D8C-4BDA-92EA-6563720F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554"/>
                </a:solidFill>
                <a:latin typeface="Aptos Display"/>
                <a:ea typeface="Aptos Display"/>
                <a:cs typeface="Aptos Display"/>
              </a:rPr>
              <a:t>Optimization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D81D19-2E23-4A60-9BF5-430D8881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55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554"/>
                </a:solidFill>
                <a:latin typeface="Aptos"/>
                <a:ea typeface="Aptos"/>
                <a:cs typeface="Aptos"/>
              </a:rPr>
              <a:t>Turn each physical idea into an objective, constraint, validation gate, or reason to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B172C8-E64C-452F-9F50-09FFCB70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EF2931-1140-4FAB-AD77-2094DCAEB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DDFE4C-2170-4FA5-A66F-4F797AC9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823809-8C9C-43E4-8554-46D963D4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D6E0C5-C5AD-4A1E-96D8-735E53E6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C626B8-4EEE-4E86-B71B-C84E9E70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A2F493-BFBC-4B07-81FC-665854A0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137BB8-78EB-439A-82C0-C29C7AE2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C16103-662A-4C8A-8702-88760694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416B4C-B484-456A-8BAA-89C5A874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537879-A300-44B0-A6D0-4852CB593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0D4660-DAF9-4B37-9E54-13CAA5B0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4AC90D-99DC-4B98-9B7D-E098BD21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9525">
            <a:solidFill>
              <a:srgbClr val="6D2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856C63-3FFA-404A-9277-D2D88E98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turbulence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E9296E-C139-4AA9-B05B-FDD58B4E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B752C7-9F3F-4393-A52A-C22CB715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C3D102-CC08-4620-98C4-614E134C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C38359D-4493-4CAC-BC5A-B1E3DE8A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5838825"/>
            <a:ext cx="133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906D88-2515-4BB3-A694-69608BFCA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7531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C19A138-51AF-4462-A692-C68EFAC3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819775"/>
            <a:ext cx="127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CF170E-A2C5-4742-BB15-7F38C9D1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00800"/>
            <a:ext cx="1109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1B2E8C-7A60-421C-A213-857B1019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SOS 2026 stellarator optimization teaching repo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CD9D3D7-70EC-4D53-83C3-3EE968FC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5341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cached -&gt; tiny -&gt; research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F87591-D9FA-406D-89F5-2E85BC0E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34150"/>
            <a:ext cx="3619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28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939AC1B-1FB0-4D0D-B7BB-EA59A513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77000"/>
            <a:ext cx="304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B5563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1350633686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45D75E-696A-41B6-87D6-1E37BA5C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3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AB31C7-A901-4D06-A465-4D87C607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96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DBEAFE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F40F22-EB7F-451C-B3E6-AF94EBAE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3 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733709-8054-4299-8BE8-AC904924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33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F73F4-8F85-4739-A423-F06542D2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289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Transport metrics are valuable because they are imperfect and staged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F2FF77-AAC5-4400-9743-1329EDE2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4A301C-67E0-40D8-BAE6-79DC3380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528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Next: close the loop with profiles and Pareto decisions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DDAC1C-9AAA-4577-A5B4-CB98C2EA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773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B8B6FB-57A1-4FAF-9BF9-57E8CB39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722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D2E35C-8D5D-4666-AE01-F2BAB4F9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0555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45/45</a:t>
            </a:r>
          </a:p>
        </p:txBody>
      </p:sp>
    </p:spTree>
    <p:extLst>
      <p:ext uri="{BB962C8B-B14F-4D97-AF65-F5344CB8AC3E}">
        <p14:creationId xmlns:p14="http://schemas.microsoft.com/office/powerpoint/2010/main" val="20819191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2026-05-23T12:46:38.6810000Z</dcterms:created>
  <dcterms:modified xsi:type="dcterms:W3CDTF">2026-05-23T12:46:38.6810000Z</dcterms:modified>
</coreProperties>
</file>