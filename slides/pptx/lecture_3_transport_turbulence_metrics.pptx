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f413a70020469c" /><Relationship Type="http://schemas.openxmlformats.org/officeDocument/2006/relationships/extended-properties" Target="/docProps/app.xml" Id="R1afb077c6ec34ebc" /><Relationship Type="http://schemas.openxmlformats.org/officeDocument/2006/relationships/officeDocument" Target="/ppt/presentation.xml" Id="R7f07115e97d84f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a3a519c19544c6"/>
  </p:sldMasterIdLst>
  <p:notesMasterIdLst>
    <p:notesMasterId xmlns:r="http://schemas.openxmlformats.org/officeDocument/2006/relationships" r:id="R58c38671d46244f7"/>
  </p:notesMasterIdLst>
  <p:sldIdLst>
    <p:sldId xmlns:r="http://schemas.openxmlformats.org/officeDocument/2006/relationships" id="256" r:id="Rb554370247ab4a15"/>
    <p:sldId xmlns:r="http://schemas.openxmlformats.org/officeDocument/2006/relationships" id="257" r:id="R10e6a26eab0b4544"/>
    <p:sldId xmlns:r="http://schemas.openxmlformats.org/officeDocument/2006/relationships" id="258" r:id="R0ebb1fe60efb47de"/>
    <p:sldId xmlns:r="http://schemas.openxmlformats.org/officeDocument/2006/relationships" id="259" r:id="R0cb01702817b4a3f"/>
    <p:sldId xmlns:r="http://schemas.openxmlformats.org/officeDocument/2006/relationships" id="260" r:id="Rb56486a3e9244cd2"/>
    <p:sldId xmlns:r="http://schemas.openxmlformats.org/officeDocument/2006/relationships" id="261" r:id="Rfa8d33efd23441d3"/>
    <p:sldId xmlns:r="http://schemas.openxmlformats.org/officeDocument/2006/relationships" id="262" r:id="R7a7b7fdd13c747a5"/>
    <p:sldId xmlns:r="http://schemas.openxmlformats.org/officeDocument/2006/relationships" id="263" r:id="Rb5b9a6a74b6343f9"/>
    <p:sldId xmlns:r="http://schemas.openxmlformats.org/officeDocument/2006/relationships" id="264" r:id="Ra5de411151f24b00"/>
    <p:sldId xmlns:r="http://schemas.openxmlformats.org/officeDocument/2006/relationships" id="265" r:id="Rd01e8134f2384549"/>
    <p:sldId xmlns:r="http://schemas.openxmlformats.org/officeDocument/2006/relationships" id="266" r:id="Re8f349340ff44608"/>
    <p:sldId xmlns:r="http://schemas.openxmlformats.org/officeDocument/2006/relationships" id="267" r:id="R6c8efe1790454a1d"/>
    <p:sldId xmlns:r="http://schemas.openxmlformats.org/officeDocument/2006/relationships" id="268" r:id="Rdab4a41a24944183"/>
    <p:sldId xmlns:r="http://schemas.openxmlformats.org/officeDocument/2006/relationships" id="269" r:id="Ref29fae043a14052"/>
    <p:sldId xmlns:r="http://schemas.openxmlformats.org/officeDocument/2006/relationships" id="270" r:id="R42a6f3903e664376"/>
    <p:sldId xmlns:r="http://schemas.openxmlformats.org/officeDocument/2006/relationships" id="271" r:id="R2c7ddf7a01504f5d"/>
    <p:sldId xmlns:r="http://schemas.openxmlformats.org/officeDocument/2006/relationships" id="272" r:id="Rd803f19245324e3d"/>
    <p:sldId xmlns:r="http://schemas.openxmlformats.org/officeDocument/2006/relationships" id="273" r:id="R1718cce8387f425d"/>
    <p:sldId xmlns:r="http://schemas.openxmlformats.org/officeDocument/2006/relationships" id="274" r:id="Raf62296725604d25"/>
    <p:sldId xmlns:r="http://schemas.openxmlformats.org/officeDocument/2006/relationships" id="275" r:id="R50c2ea39cce94e2b"/>
    <p:sldId xmlns:r="http://schemas.openxmlformats.org/officeDocument/2006/relationships" id="276" r:id="R36bbe7a7e6ba4e71"/>
    <p:sldId xmlns:r="http://schemas.openxmlformats.org/officeDocument/2006/relationships" id="277" r:id="R1b03d5a86f714061"/>
    <p:sldId xmlns:r="http://schemas.openxmlformats.org/officeDocument/2006/relationships" id="278" r:id="R7edf53e7006542cf"/>
    <p:sldId xmlns:r="http://schemas.openxmlformats.org/officeDocument/2006/relationships" id="279" r:id="R91d65967fbff433e"/>
    <p:sldId xmlns:r="http://schemas.openxmlformats.org/officeDocument/2006/relationships" id="280" r:id="R115d3e232da94c56"/>
    <p:sldId xmlns:r="http://schemas.openxmlformats.org/officeDocument/2006/relationships" id="281" r:id="Ree4a68c4ec8e4994"/>
    <p:sldId xmlns:r="http://schemas.openxmlformats.org/officeDocument/2006/relationships" id="282" r:id="Rc134b72348d34ede"/>
    <p:sldId xmlns:r="http://schemas.openxmlformats.org/officeDocument/2006/relationships" id="283" r:id="R24b38bdd0910449b"/>
    <p:sldId xmlns:r="http://schemas.openxmlformats.org/officeDocument/2006/relationships" id="284" r:id="R8b7d7cb3ff0d40c3"/>
    <p:sldId xmlns:r="http://schemas.openxmlformats.org/officeDocument/2006/relationships" id="285" r:id="R31d06a0c01ef48ec"/>
    <p:sldId xmlns:r="http://schemas.openxmlformats.org/officeDocument/2006/relationships" id="286" r:id="Re9d8b354a27d4a6a"/>
    <p:sldId xmlns:r="http://schemas.openxmlformats.org/officeDocument/2006/relationships" id="287" r:id="R71e078763664460a"/>
    <p:sldId xmlns:r="http://schemas.openxmlformats.org/officeDocument/2006/relationships" id="288" r:id="Ra0094db3dbc04d1d"/>
    <p:sldId xmlns:r="http://schemas.openxmlformats.org/officeDocument/2006/relationships" id="289" r:id="R82a2a8a30f1343e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3a519c19544c6" /><Relationship Type="http://schemas.openxmlformats.org/officeDocument/2006/relationships/theme" Target="/ppt/theme/theme1.xml" Id="R457800a05dd6478c" /><Relationship Type="http://schemas.openxmlformats.org/officeDocument/2006/relationships/notesMaster" Target="/ppt/notesMasters/notesMaster1.xml" Id="R58c38671d46244f7" /><Relationship Type="http://schemas.openxmlformats.org/officeDocument/2006/relationships/presProps" Target="/ppt/presProps.xml" Id="Ra4ef6044759c40de" /><Relationship Type="http://schemas.openxmlformats.org/officeDocument/2006/relationships/viewProps" Target="/ppt/viewProps.xml" Id="R1c48626f3958403a" /><Relationship Type="http://schemas.openxmlformats.org/officeDocument/2006/relationships/tableStyles" Target="/ppt/tableStyles.xml" Id="Rebf31f26e6694c2e" /><Relationship Type="http://schemas.openxmlformats.org/officeDocument/2006/relationships/slide" Target="/ppt/slides/slide1.xml" Id="Rb554370247ab4a15" /><Relationship Type="http://schemas.openxmlformats.org/officeDocument/2006/relationships/slide" Target="/ppt/slides/slide2.xml" Id="R10e6a26eab0b4544" /><Relationship Type="http://schemas.openxmlformats.org/officeDocument/2006/relationships/slide" Target="/ppt/slides/slide3.xml" Id="R0ebb1fe60efb47de" /><Relationship Type="http://schemas.openxmlformats.org/officeDocument/2006/relationships/slide" Target="/ppt/slides/slide4.xml" Id="R0cb01702817b4a3f" /><Relationship Type="http://schemas.openxmlformats.org/officeDocument/2006/relationships/slide" Target="/ppt/slides/slide5.xml" Id="Rb56486a3e9244cd2" /><Relationship Type="http://schemas.openxmlformats.org/officeDocument/2006/relationships/slide" Target="/ppt/slides/slide6.xml" Id="Rfa8d33efd23441d3" /><Relationship Type="http://schemas.openxmlformats.org/officeDocument/2006/relationships/slide" Target="/ppt/slides/slide7.xml" Id="R7a7b7fdd13c747a5" /><Relationship Type="http://schemas.openxmlformats.org/officeDocument/2006/relationships/slide" Target="/ppt/slides/slide8.xml" Id="Rb5b9a6a74b6343f9" /><Relationship Type="http://schemas.openxmlformats.org/officeDocument/2006/relationships/slide" Target="/ppt/slides/slide9.xml" Id="Ra5de411151f24b00" /><Relationship Type="http://schemas.openxmlformats.org/officeDocument/2006/relationships/slide" Target="/ppt/slides/slide10.xml" Id="Rd01e8134f2384549" /><Relationship Type="http://schemas.openxmlformats.org/officeDocument/2006/relationships/slide" Target="/ppt/slides/slide11.xml" Id="Re8f349340ff44608" /><Relationship Type="http://schemas.openxmlformats.org/officeDocument/2006/relationships/slide" Target="/ppt/slides/slide12.xml" Id="R6c8efe1790454a1d" /><Relationship Type="http://schemas.openxmlformats.org/officeDocument/2006/relationships/slide" Target="/ppt/slides/slide13.xml" Id="Rdab4a41a24944183" /><Relationship Type="http://schemas.openxmlformats.org/officeDocument/2006/relationships/slide" Target="/ppt/slides/slide14.xml" Id="Ref29fae043a14052" /><Relationship Type="http://schemas.openxmlformats.org/officeDocument/2006/relationships/slide" Target="/ppt/slides/slide15.xml" Id="R42a6f3903e664376" /><Relationship Type="http://schemas.openxmlformats.org/officeDocument/2006/relationships/slide" Target="/ppt/slides/slide16.xml" Id="R2c7ddf7a01504f5d" /><Relationship Type="http://schemas.openxmlformats.org/officeDocument/2006/relationships/slide" Target="/ppt/slides/slide17.xml" Id="Rd803f19245324e3d" /><Relationship Type="http://schemas.openxmlformats.org/officeDocument/2006/relationships/slide" Target="/ppt/slides/slide18.xml" Id="R1718cce8387f425d" /><Relationship Type="http://schemas.openxmlformats.org/officeDocument/2006/relationships/slide" Target="/ppt/slides/slide19.xml" Id="Raf62296725604d25" /><Relationship Type="http://schemas.openxmlformats.org/officeDocument/2006/relationships/slide" Target="/ppt/slides/slide20.xml" Id="R50c2ea39cce94e2b" /><Relationship Type="http://schemas.openxmlformats.org/officeDocument/2006/relationships/slide" Target="/ppt/slides/slide21.xml" Id="R36bbe7a7e6ba4e71" /><Relationship Type="http://schemas.openxmlformats.org/officeDocument/2006/relationships/slide" Target="/ppt/slides/slide22.xml" Id="R1b03d5a86f714061" /><Relationship Type="http://schemas.openxmlformats.org/officeDocument/2006/relationships/slide" Target="/ppt/slides/slide23.xml" Id="R7edf53e7006542cf" /><Relationship Type="http://schemas.openxmlformats.org/officeDocument/2006/relationships/slide" Target="/ppt/slides/slide24.xml" Id="R91d65967fbff433e" /><Relationship Type="http://schemas.openxmlformats.org/officeDocument/2006/relationships/slide" Target="/ppt/slides/slide25.xml" Id="R115d3e232da94c56" /><Relationship Type="http://schemas.openxmlformats.org/officeDocument/2006/relationships/slide" Target="/ppt/slides/slide26.xml" Id="Ree4a68c4ec8e4994" /><Relationship Type="http://schemas.openxmlformats.org/officeDocument/2006/relationships/slide" Target="/ppt/slides/slide27.xml" Id="Rc134b72348d34ede" /><Relationship Type="http://schemas.openxmlformats.org/officeDocument/2006/relationships/slide" Target="/ppt/slides/slide28.xml" Id="R24b38bdd0910449b" /><Relationship Type="http://schemas.openxmlformats.org/officeDocument/2006/relationships/slide" Target="/ppt/slides/slide29.xml" Id="R8b7d7cb3ff0d40c3" /><Relationship Type="http://schemas.openxmlformats.org/officeDocument/2006/relationships/slide" Target="/ppt/slides/slide30.xml" Id="R31d06a0c01ef48ec" /><Relationship Type="http://schemas.openxmlformats.org/officeDocument/2006/relationships/slide" Target="/ppt/slides/slide31.xml" Id="Re9d8b354a27d4a6a" /><Relationship Type="http://schemas.openxmlformats.org/officeDocument/2006/relationships/slide" Target="/ppt/slides/slide32.xml" Id="R71e078763664460a" /><Relationship Type="http://schemas.openxmlformats.org/officeDocument/2006/relationships/slide" Target="/ppt/slides/slide33.xml" Id="Ra0094db3dbc04d1d" /><Relationship Type="http://schemas.openxmlformats.org/officeDocument/2006/relationships/slide" Target="/ppt/slides/slide34.xml" Id="R82a2a8a30f1343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deb6df738614e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e84bb25f294036" /><Relationship Type="http://schemas.openxmlformats.org/officeDocument/2006/relationships/notesMaster" Target="/ppt/notesMasters/notesMaster1.xml" Id="Rd47607f7aefd46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00924977044edb" /><Relationship Type="http://schemas.openxmlformats.org/officeDocument/2006/relationships/notesMaster" Target="/ppt/notesMasters/notesMaster1.xml" Id="R5b18dd75bc6e4b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f00c68924148f5" /><Relationship Type="http://schemas.openxmlformats.org/officeDocument/2006/relationships/notesMaster" Target="/ppt/notesMasters/notesMaster1.xml" Id="R0adc6e1279b748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edcea7c1744947" /><Relationship Type="http://schemas.openxmlformats.org/officeDocument/2006/relationships/notesMaster" Target="/ppt/notesMasters/notesMaster1.xml" Id="R09631475813e41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0210bab7144932" /><Relationship Type="http://schemas.openxmlformats.org/officeDocument/2006/relationships/notesMaster" Target="/ppt/notesMasters/notesMaster1.xml" Id="R6a5c8ca706764c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3a1db5775148c1" /><Relationship Type="http://schemas.openxmlformats.org/officeDocument/2006/relationships/notesMaster" Target="/ppt/notesMasters/notesMaster1.xml" Id="R5549117c5cf549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bf00f50d3e4ac8" /><Relationship Type="http://schemas.openxmlformats.org/officeDocument/2006/relationships/notesMaster" Target="/ppt/notesMasters/notesMaster1.xml" Id="R83303b7b7fb541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1feebd6afa4f9c" /><Relationship Type="http://schemas.openxmlformats.org/officeDocument/2006/relationships/notesMaster" Target="/ppt/notesMasters/notesMaster1.xml" Id="Rbdd879bb3a2e41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db484bf0d44dd5" /><Relationship Type="http://schemas.openxmlformats.org/officeDocument/2006/relationships/notesMaster" Target="/ppt/notesMasters/notesMaster1.xml" Id="R9bd5f466d82c40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cea77dd1c84aa3" /><Relationship Type="http://schemas.openxmlformats.org/officeDocument/2006/relationships/notesMaster" Target="/ppt/notesMasters/notesMaster1.xml" Id="R54ef402ff27a4d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36610d37894ab7" /><Relationship Type="http://schemas.openxmlformats.org/officeDocument/2006/relationships/notesMaster" Target="/ppt/notesMasters/notesMaster1.xml" Id="R2d09e362b5e74f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174747df1e4c16" /><Relationship Type="http://schemas.openxmlformats.org/officeDocument/2006/relationships/notesMaster" Target="/ppt/notesMasters/notesMaster1.xml" Id="Raebfa5ffd79249f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9935641afd4559" /><Relationship Type="http://schemas.openxmlformats.org/officeDocument/2006/relationships/notesMaster" Target="/ppt/notesMasters/notesMaster1.xml" Id="R758e17f7396948c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1e8a7339494f31" /><Relationship Type="http://schemas.openxmlformats.org/officeDocument/2006/relationships/notesMaster" Target="/ppt/notesMasters/notesMaster1.xml" Id="Ra8232ac1c1ed46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b7b8db59060411f" /><Relationship Type="http://schemas.openxmlformats.org/officeDocument/2006/relationships/notesMaster" Target="/ppt/notesMasters/notesMaster1.xml" Id="Rb270ffc5d69b408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8a686a8e6f49b9" /><Relationship Type="http://schemas.openxmlformats.org/officeDocument/2006/relationships/notesMaster" Target="/ppt/notesMasters/notesMaster1.xml" Id="R26196accc9de448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44c75f82fe4104" /><Relationship Type="http://schemas.openxmlformats.org/officeDocument/2006/relationships/notesMaster" Target="/ppt/notesMasters/notesMaster1.xml" Id="R4c303b8cee494f0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fb61125a912436b" /><Relationship Type="http://schemas.openxmlformats.org/officeDocument/2006/relationships/notesMaster" Target="/ppt/notesMasters/notesMaster1.xml" Id="Rdfedfb6bc8e6483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4fcfafa36604523" /><Relationship Type="http://schemas.openxmlformats.org/officeDocument/2006/relationships/notesMaster" Target="/ppt/notesMasters/notesMaster1.xml" Id="R5c69a5bae722412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9d4f4c87716424b" /><Relationship Type="http://schemas.openxmlformats.org/officeDocument/2006/relationships/notesMaster" Target="/ppt/notesMasters/notesMaster1.xml" Id="R98822fcf8ba9437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d0a0a34d32347e5" /><Relationship Type="http://schemas.openxmlformats.org/officeDocument/2006/relationships/notesMaster" Target="/ppt/notesMasters/notesMaster1.xml" Id="R62f23c78275d4c4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752f9dff9454315" /><Relationship Type="http://schemas.openxmlformats.org/officeDocument/2006/relationships/notesMaster" Target="/ppt/notesMasters/notesMaster1.xml" Id="R5de7f2592e94470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385804fd9d04b43" /><Relationship Type="http://schemas.openxmlformats.org/officeDocument/2006/relationships/notesMaster" Target="/ppt/notesMasters/notesMaster1.xml" Id="R56b574844214432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21aabac5bf944a8" /><Relationship Type="http://schemas.openxmlformats.org/officeDocument/2006/relationships/notesMaster" Target="/ppt/notesMasters/notesMaster1.xml" Id="Rf6b3f8bb713c418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630657005e4942" /><Relationship Type="http://schemas.openxmlformats.org/officeDocument/2006/relationships/notesMaster" Target="/ppt/notesMasters/notesMaster1.xml" Id="R8f0d952702ee41c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d3b769a32ec4554" /><Relationship Type="http://schemas.openxmlformats.org/officeDocument/2006/relationships/notesMaster" Target="/ppt/notesMasters/notesMaster1.xml" Id="R503f30caa501441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a8f644107744170" /><Relationship Type="http://schemas.openxmlformats.org/officeDocument/2006/relationships/notesMaster" Target="/ppt/notesMasters/notesMaster1.xml" Id="R7cfb98ae82dc45d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737439b7e8f43a2" /><Relationship Type="http://schemas.openxmlformats.org/officeDocument/2006/relationships/notesMaster" Target="/ppt/notesMasters/notesMaster1.xml" Id="R2e8f893ce1294ed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1a28e84f2024b70" /><Relationship Type="http://schemas.openxmlformats.org/officeDocument/2006/relationships/notesMaster" Target="/ppt/notesMasters/notesMaster1.xml" Id="Rb8e4068c40ba4ef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3ae412f7e8c4957" /><Relationship Type="http://schemas.openxmlformats.org/officeDocument/2006/relationships/notesMaster" Target="/ppt/notesMasters/notesMaster1.xml" Id="R504bd1cb49514bf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0a0ead9c0d24d41" /><Relationship Type="http://schemas.openxmlformats.org/officeDocument/2006/relationships/notesMaster" Target="/ppt/notesMasters/notesMaster1.xml" Id="R3c59e344e57c43c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f25efd21c35455c" /><Relationship Type="http://schemas.openxmlformats.org/officeDocument/2006/relationships/notesMaster" Target="/ppt/notesMasters/notesMaster1.xml" Id="R30ed6ebdc6704e8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bdf8de4dcd84cee" /><Relationship Type="http://schemas.openxmlformats.org/officeDocument/2006/relationships/notesMaster" Target="/ppt/notesMasters/notesMaster1.xml" Id="R28041853120b439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31f8ab4f2864a69" /><Relationship Type="http://schemas.openxmlformats.org/officeDocument/2006/relationships/notesMaster" Target="/ppt/notesMasters/notesMaster1.xml" Id="R26a5959fb60e41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ba0f83b514a3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220100c576f4fae" /><Relationship Type="http://schemas.openxmlformats.org/officeDocument/2006/relationships/slideLayout" Target="/ppt/slideLayouts/slideLayout2.xml" Id="Rf78761a471fe4f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8761a471fe4f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9aaa8d49e74352" /><Relationship Type="http://schemas.openxmlformats.org/officeDocument/2006/relationships/image" Target="/ppt/media/image.png" Id="R5d28c5840f3e4379" /><Relationship Type="http://schemas.openxmlformats.org/officeDocument/2006/relationships/image" Target="/ppt/media/image2.png" Id="R9e58ede6b709436d" /><Relationship Type="http://schemas.openxmlformats.org/officeDocument/2006/relationships/notesSlide" Target="/ppt/notesSlides/notesSlide1.xml" Id="Rbd39ffa83d7f45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39a89257ae4c77" /><Relationship Type="http://schemas.openxmlformats.org/officeDocument/2006/relationships/image" Target="/ppt/media/image3.png" Id="R981ecde819d240ac" /><Relationship Type="http://schemas.openxmlformats.org/officeDocument/2006/relationships/notesSlide" Target="/ppt/notesSlides/notesSlide2.xml" Id="R71a73706eca743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db4084be6c4162" /><Relationship Type="http://schemas.openxmlformats.org/officeDocument/2006/relationships/image" Target="/ppt/media/image4.png" Id="Rce317b2097894b44" /><Relationship Type="http://schemas.openxmlformats.org/officeDocument/2006/relationships/notesSlide" Target="/ppt/notesSlides/notesSlide3.xml" Id="R2bf82d1598ef46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70a9bc26704d91" /><Relationship Type="http://schemas.openxmlformats.org/officeDocument/2006/relationships/image" Target="/ppt/media/image5.png" Id="R8817e572395f4843" /><Relationship Type="http://schemas.openxmlformats.org/officeDocument/2006/relationships/notesSlide" Target="/ppt/notesSlides/notesSlide4.xml" Id="R981cfb39e5494e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44fa80a85449d4" /><Relationship Type="http://schemas.openxmlformats.org/officeDocument/2006/relationships/image" Target="/ppt/media/image6.png" Id="Reb9c393cf36f4197" /><Relationship Type="http://schemas.openxmlformats.org/officeDocument/2006/relationships/notesSlide" Target="/ppt/notesSlides/notesSlide5.xml" Id="R7da9a557fa3f49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39519e6ec54c4a" /><Relationship Type="http://schemas.openxmlformats.org/officeDocument/2006/relationships/image" Target="/ppt/media/image7.png" Id="Rb880183c67d94d67" /><Relationship Type="http://schemas.openxmlformats.org/officeDocument/2006/relationships/image" Target="/ppt/media/image8.png" Id="Rde4022dd96c045eb" /><Relationship Type="http://schemas.openxmlformats.org/officeDocument/2006/relationships/notesSlide" Target="/ppt/notesSlides/notesSlide6.xml" Id="R9819a1059b5346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e915bdfdb44f62" /><Relationship Type="http://schemas.openxmlformats.org/officeDocument/2006/relationships/image" Target="/ppt/media/image9.png" Id="R7277ba21194044c6" /><Relationship Type="http://schemas.openxmlformats.org/officeDocument/2006/relationships/image" Target="/ppt/media/image10.png" Id="R784a156511eb4d53" /><Relationship Type="http://schemas.openxmlformats.org/officeDocument/2006/relationships/notesSlide" Target="/ppt/notesSlides/notesSlide7.xml" Id="Re44ba89a5e234b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9a894568d44f71" /><Relationship Type="http://schemas.openxmlformats.org/officeDocument/2006/relationships/image" Target="/ppt/media/image11.png" Id="R8a9d4eb9f0eb4fd2" /><Relationship Type="http://schemas.openxmlformats.org/officeDocument/2006/relationships/image" Target="/ppt/media/image12.png" Id="Rcec8acb0f5bc4b95" /><Relationship Type="http://schemas.openxmlformats.org/officeDocument/2006/relationships/notesSlide" Target="/ppt/notesSlides/notesSlide8.xml" Id="Rbf6aa74531a44c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5fb9d6227c47cf" /><Relationship Type="http://schemas.openxmlformats.org/officeDocument/2006/relationships/image" Target="/ppt/media/image13.png" Id="R89e04d0284cc4d6f" /><Relationship Type="http://schemas.openxmlformats.org/officeDocument/2006/relationships/image" Target="/ppt/media/image14.png" Id="R6bf0a076e6f34358" /><Relationship Type="http://schemas.openxmlformats.org/officeDocument/2006/relationships/notesSlide" Target="/ppt/notesSlides/notesSlide9.xml" Id="Rcdec0354213343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641c9f2edd4b23" /><Relationship Type="http://schemas.openxmlformats.org/officeDocument/2006/relationships/image" Target="/ppt/media/image15.png" Id="Rb9ae4f3983024353" /><Relationship Type="http://schemas.openxmlformats.org/officeDocument/2006/relationships/notesSlide" Target="/ppt/notesSlides/notesSlide10.xml" Id="R535b2676f12c48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736b20c21f42eb" /><Relationship Type="http://schemas.openxmlformats.org/officeDocument/2006/relationships/image" Target="/ppt/media/image16.png" Id="Reb758b19c01d4a6e" /><Relationship Type="http://schemas.openxmlformats.org/officeDocument/2006/relationships/image" Target="/ppt/media/image17.png" Id="R78b111c142154b31" /><Relationship Type="http://schemas.openxmlformats.org/officeDocument/2006/relationships/notesSlide" Target="/ppt/notesSlides/notesSlide11.xml" Id="Rc1a99d35f5b043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dcbe5d9a8d42bd" /><Relationship Type="http://schemas.openxmlformats.org/officeDocument/2006/relationships/image" Target="/ppt/media/image18.png" Id="Rc18ddf2a4066454f" /><Relationship Type="http://schemas.openxmlformats.org/officeDocument/2006/relationships/image" Target="/ppt/media/image19.png" Id="R0d3e8a483e0e4b6a" /><Relationship Type="http://schemas.openxmlformats.org/officeDocument/2006/relationships/notesSlide" Target="/ppt/notesSlides/notesSlide12.xml" Id="R6452866659a74a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b183b321a74030" /><Relationship Type="http://schemas.openxmlformats.org/officeDocument/2006/relationships/image" Target="/ppt/media/image20.png" Id="Rb6b45d3a2a9040cc" /><Relationship Type="http://schemas.openxmlformats.org/officeDocument/2006/relationships/notesSlide" Target="/ppt/notesSlides/notesSlide13.xml" Id="R7650bca62ca748b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5018acf96e478d" /><Relationship Type="http://schemas.openxmlformats.org/officeDocument/2006/relationships/image" Target="/ppt/media/image21.png" Id="R743193477061479b" /><Relationship Type="http://schemas.openxmlformats.org/officeDocument/2006/relationships/image" Target="/ppt/media/image22.png" Id="Rf9add6c3ed9e4348" /><Relationship Type="http://schemas.openxmlformats.org/officeDocument/2006/relationships/notesSlide" Target="/ppt/notesSlides/notesSlide14.xml" Id="R2a144100106a454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449a14cc95479a" /><Relationship Type="http://schemas.openxmlformats.org/officeDocument/2006/relationships/image" Target="/ppt/media/image23.png" Id="Rf79fd0121bc44acc" /><Relationship Type="http://schemas.openxmlformats.org/officeDocument/2006/relationships/image" Target="/ppt/media/image24.png" Id="R20b30dc5156d4d12" /><Relationship Type="http://schemas.openxmlformats.org/officeDocument/2006/relationships/notesSlide" Target="/ppt/notesSlides/notesSlide15.xml" Id="R3dd4a60fd2ad428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d3a76a361049f7" /><Relationship Type="http://schemas.openxmlformats.org/officeDocument/2006/relationships/image" Target="/ppt/media/image25.png" Id="R11737abb05e643fe" /><Relationship Type="http://schemas.openxmlformats.org/officeDocument/2006/relationships/image" Target="/ppt/media/image26.png" Id="Rfdd9295b6b6a42fe" /><Relationship Type="http://schemas.openxmlformats.org/officeDocument/2006/relationships/notesSlide" Target="/ppt/notesSlides/notesSlide16.xml" Id="R9e35402ca314424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c4bd47879144af" /><Relationship Type="http://schemas.openxmlformats.org/officeDocument/2006/relationships/image" Target="/ppt/media/image27.png" Id="Rd6bb2e6cff724d2d" /><Relationship Type="http://schemas.openxmlformats.org/officeDocument/2006/relationships/image" Target="/ppt/media/image28.png" Id="R64a3866bbfbd4737" /><Relationship Type="http://schemas.openxmlformats.org/officeDocument/2006/relationships/notesSlide" Target="/ppt/notesSlides/notesSlide17.xml" Id="R60b7c37778f8490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1c1c7a2a184478" /><Relationship Type="http://schemas.openxmlformats.org/officeDocument/2006/relationships/image" Target="/ppt/media/image29.png" Id="R38d9aa1e4255468e" /><Relationship Type="http://schemas.openxmlformats.org/officeDocument/2006/relationships/notesSlide" Target="/ppt/notesSlides/notesSlide18.xml" Id="Ra711d7e5a6b64de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088c1d17464285" /><Relationship Type="http://schemas.openxmlformats.org/officeDocument/2006/relationships/image" Target="/ppt/media/image30.png" Id="Rc92fcd8dde974370" /><Relationship Type="http://schemas.openxmlformats.org/officeDocument/2006/relationships/image" Target="/ppt/media/image31.png" Id="Rdc0c0ec6da984d7f" /><Relationship Type="http://schemas.openxmlformats.org/officeDocument/2006/relationships/notesSlide" Target="/ppt/notesSlides/notesSlide19.xml" Id="R8fc9bb4c31a14d2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4dd70de3094943" /><Relationship Type="http://schemas.openxmlformats.org/officeDocument/2006/relationships/image" Target="/ppt/media/image32.png" Id="Rdd3110ba55b74ed4" /><Relationship Type="http://schemas.openxmlformats.org/officeDocument/2006/relationships/notesSlide" Target="/ppt/notesSlides/notesSlide20.xml" Id="Rcbe28af872dd4b4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cb563b4dfe485a" /><Relationship Type="http://schemas.openxmlformats.org/officeDocument/2006/relationships/image" Target="/ppt/media/image33.png" Id="R2395233fce624c7c" /><Relationship Type="http://schemas.openxmlformats.org/officeDocument/2006/relationships/notesSlide" Target="/ppt/notesSlides/notesSlide21.xml" Id="Rcb33182a9f5d42a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2c5eaec6f846c0" /><Relationship Type="http://schemas.openxmlformats.org/officeDocument/2006/relationships/image" Target="/ppt/media/image34.png" Id="Rb302cff7a3ff4c87" /><Relationship Type="http://schemas.openxmlformats.org/officeDocument/2006/relationships/notesSlide" Target="/ppt/notesSlides/notesSlide22.xml" Id="Rb879bda8fec8470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2906d4ebdd4935" /><Relationship Type="http://schemas.openxmlformats.org/officeDocument/2006/relationships/image" Target="/ppt/media/image35.png" Id="R5f85a644cb1d42bc" /><Relationship Type="http://schemas.openxmlformats.org/officeDocument/2006/relationships/notesSlide" Target="/ppt/notesSlides/notesSlide23.xml" Id="Rb01a29cbabb7410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b68c90a767445c" /><Relationship Type="http://schemas.openxmlformats.org/officeDocument/2006/relationships/image" Target="/ppt/media/image36.png" Id="R03b383a784b94ce2" /><Relationship Type="http://schemas.openxmlformats.org/officeDocument/2006/relationships/notesSlide" Target="/ppt/notesSlides/notesSlide24.xml" Id="R2142279a620c480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acfbe0f07d4196" /><Relationship Type="http://schemas.openxmlformats.org/officeDocument/2006/relationships/image" Target="/ppt/media/image37.png" Id="R3cd523b21dbf4fe4" /><Relationship Type="http://schemas.openxmlformats.org/officeDocument/2006/relationships/notesSlide" Target="/ppt/notesSlides/notesSlide25.xml" Id="Rb772e5002cb342d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c7d954080d493a" /><Relationship Type="http://schemas.openxmlformats.org/officeDocument/2006/relationships/image" Target="/ppt/media/image38.png" Id="R374f9ce982e54808" /><Relationship Type="http://schemas.openxmlformats.org/officeDocument/2006/relationships/notesSlide" Target="/ppt/notesSlides/notesSlide26.xml" Id="R50f4ff17ed794a6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abd3636ec94eac" /><Relationship Type="http://schemas.openxmlformats.org/officeDocument/2006/relationships/image" Target="/ppt/media/image39.png" Id="R931ce2fe5e7745d6" /><Relationship Type="http://schemas.openxmlformats.org/officeDocument/2006/relationships/notesSlide" Target="/ppt/notesSlides/notesSlide27.xml" Id="R4798635d949a476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6ac56e705543cb" /><Relationship Type="http://schemas.openxmlformats.org/officeDocument/2006/relationships/image" Target="/ppt/media/image40.png" Id="R1ebdb2bb5d2c4209" /><Relationship Type="http://schemas.openxmlformats.org/officeDocument/2006/relationships/notesSlide" Target="/ppt/notesSlides/notesSlide28.xml" Id="Rcf9843a351bd403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19f65d03a4729" /><Relationship Type="http://schemas.openxmlformats.org/officeDocument/2006/relationships/image" Target="/ppt/media/image41.png" Id="Rb4ec8cf86b5940a6" /><Relationship Type="http://schemas.openxmlformats.org/officeDocument/2006/relationships/notesSlide" Target="/ppt/notesSlides/notesSlide29.xml" Id="Rc2ec82df9dc44a2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5377ee5d994f89" /><Relationship Type="http://schemas.openxmlformats.org/officeDocument/2006/relationships/image" Target="/ppt/media/image42.png" Id="R14c81afd20494fad" /><Relationship Type="http://schemas.openxmlformats.org/officeDocument/2006/relationships/image" Target="/ppt/media/image43.png" Id="R94e9675c50954577" /><Relationship Type="http://schemas.openxmlformats.org/officeDocument/2006/relationships/notesSlide" Target="/ppt/notesSlides/notesSlide30.xml" Id="R71cc3976f927481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80571b74d14111" /><Relationship Type="http://schemas.openxmlformats.org/officeDocument/2006/relationships/image" Target="/ppt/media/image44.png" Id="Rec3af928fb524330" /><Relationship Type="http://schemas.openxmlformats.org/officeDocument/2006/relationships/image" Target="/ppt/media/image45.png" Id="Rd520a9ce8d3346b3" /><Relationship Type="http://schemas.openxmlformats.org/officeDocument/2006/relationships/notesSlide" Target="/ppt/notesSlides/notesSlide31.xml" Id="R162e35812c6c415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4d52e798804ac0" /><Relationship Type="http://schemas.openxmlformats.org/officeDocument/2006/relationships/image" Target="/ppt/media/image46.png" Id="R3ae5fb9660fd482a" /><Relationship Type="http://schemas.openxmlformats.org/officeDocument/2006/relationships/notesSlide" Target="/ppt/notesSlides/notesSlide32.xml" Id="R4a6ac1cea73943e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c9005f7f1e41c6" /><Relationship Type="http://schemas.openxmlformats.org/officeDocument/2006/relationships/image" Target="/ppt/media/image47.png" Id="Rf65862ed9b684186" /><Relationship Type="http://schemas.openxmlformats.org/officeDocument/2006/relationships/notesSlide" Target="/ppt/notesSlides/notesSlide33.xml" Id="R071800f3f002452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2a14cf68ee42f1" /><Relationship Type="http://schemas.openxmlformats.org/officeDocument/2006/relationships/image" Target="/ppt/media/image48.png" Id="R558954b3f2ad448a" /><Relationship Type="http://schemas.openxmlformats.org/officeDocument/2006/relationships/notesSlide" Target="/ppt/notesSlides/notesSlide34.xml" Id="R7f920be4ad004f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315712-3B37-49C1-907F-BA1D759D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A4AA3-9A26-455D-9135-EC61C185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8c5840f3e437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BC31C-08C7-47B9-8B0C-FE5722E3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should go into the objective function?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8A2ED-EFE7-4B23-A994-0624152F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7CDF2-4B20-4925-995C-0FE6B321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3: neoclassical, turbulence, and fast-particle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4BD65-2E41-40E0-9081-0532F27C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A0C85-66F1-47B8-9C3B-E1E4AA13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transport physics become an optimization metric?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DD673-126E-43B7-90FF-2AA5BF70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B3733-C88D-4A4D-AD41-64C28867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EEDAF-5949-4299-AD8E-40C4E119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8ede6b709436d"/>
          <a:stretch xmlns:a="http://schemas.openxmlformats.org/drawingml/2006/main"/>
        </p:blipFill>
        <p:spPr>
          <a:xfrm xmlns:a="http://schemas.openxmlformats.org/drawingml/2006/main">
            <a:off x="7277100" y="1486161"/>
            <a:ext cx="3752850" cy="226642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5E9A6C-48BA-4AFF-8E0D-E2630E55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EBF6E-71E5-425E-A6E7-A66971D0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0C51E-167E-483E-AD5A-12FEF9D4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039EC-309E-4BC2-BDFB-800917A9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5E89FA-4255-409D-A9E7-AB5ABAFF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C75064-F11C-40A7-B3CF-872C4F06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432ABE-E408-4B7B-B8CF-0599A36C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9379743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9D876B-19E4-4255-A382-7D80E284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5FCF4-92AC-429E-88CC-6831E988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ecde819d240a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3C6947-8E6F-43A4-9B1B-D931D582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8AA3D-4EBD-4DE6-A569-69B1E87D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CD738-65BD-4E32-B31B-B126D9B3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A hierarchy of transport calculations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3E27A-2F70-4DA0-A560-1F186F75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D27F1-E73C-4C22-8699-FE229D08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9E9E0-E4ED-4B4B-B26C-DDA87D3B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Cheap screens move many designs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C424F-E21B-499E-9F94-775ABC96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854DCD-F1FA-48BB-8D5C-2C2C7365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Expensive calculations validate finalists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8D11C-8247-4310-84EB-1BD43B55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C492B-5E04-4FE1-AD39-3B4F966B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F08FF-BC37-46E5-A738-7957C073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CC5E66-40D7-4FCA-83A2-D68DBB29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5E7F18-BAA7-45DB-BB6D-5D5EC7F5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9959537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029AB2-EAE8-402A-A3B9-8DE35088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68449-E217-4C0D-BFB5-06E36D32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17b2097894b4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541D5-A968-4CE9-8F4E-3BA906F9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optimizer follows the metric we choose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19647-4D49-42FC-A2A2-036D53CB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6788B-1B05-44D4-9237-D375F73C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9ECAA-A18F-4E19-9623-31491F4D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Metric design is part of physics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AFC57A-B151-4851-AE81-4C458CEC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3C201-D486-4DCA-A149-4E820C9B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C822F-52C9-480C-B371-40615715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A0ACF-0F47-425D-9338-D00F471D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7B241A-093B-4E12-BF17-AABE3818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3860445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C0C7B0-2113-49E9-ADC0-5B377A11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1692AA-69F2-4D7C-9B09-BB05F360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7e572395f484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449D3-FD71-4E3F-8E64-4A21CF92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Cost hierarchy for transport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E8D78-6D7F-4C82-8EA6-19557B9C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06C42-15AC-498E-957F-4118AB5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6F0E47-62A9-4C1C-96A7-0E9B469D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942EB-B962-44F1-B36F-9D41BBA6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F2EEC-33F0-4B4B-B471-BB4E77BB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05A1C-0E74-4B77-95B6-60C437FC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3ED56-686A-4FD1-89AA-8CF13198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2A54D-5B78-4E9C-B54A-795EACE6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Geometry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471D8-0882-46D4-99EE-6E954683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fastest screens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A42C0-A7C0-48ED-9C83-A1E52DEB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24DD2-54B0-4DD3-9CAB-0443A024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23289-D5C9-4540-9FC0-50510DF8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 and Boozer 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41D490-DB97-4FCF-93AD-9D3BA517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early transport warnings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0F3D96-68F8-4B11-8C94-B4CDBDFA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1E60F6-E2CF-42AE-BE17-B1B04A57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04AEFD-5173-46FB-A13D-9759B963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DKE, gyrokinetics, particles, 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78A2D7-AE90-46F7-851C-859C67B7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ED067B-BBF1-4C79-A67C-8593F77D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CE02AD-F983-4072-9A65-853C5FD2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2F4817-D8B2-40C9-813F-EAE2FE18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C8C7C6-C493-41E6-8378-ABF4727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15B727-DE2F-487D-8D59-C55528DC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766043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F4A79F-A2F5-46BA-A772-6866B3A8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E778B-FAAB-44D4-B84F-C34C7344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c393cf36f419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F3A27-C455-4F53-84AD-7C2ECB6B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Transport literature says: validate the winner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0FD43-E629-48BA-9072-9B50C129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6305D-2BE9-4212-A8EE-FFD69DFA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A633D-46D8-421C-820F-CF04E94A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C5642-CE1C-4E0D-9BE3-F843D13A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A62CF-0289-4087-89AD-49A01AF2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1682F-DF40-41F1-B0FD-337E8FB7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A81F5-4242-4B2B-A6D1-8E1CFF87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43C4D-C42B-4F4A-BD1C-217D0BE9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W7-X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8ED04D-DC82-4F8C-9C94-8780B918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 optimization reduced the geometry-driven loss channel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442CE-7B3E-438F-9224-3C2B7FF9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E13934-C23A-4403-A9D6-D0FED0F0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5BE627-8A56-44F6-B466-53017465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SFINCS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F38B67-4764-43D4-9F62-E6848B43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drift-kinetic validation depends on trajectory, electric-field, and collision modeling choices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170091-CCA9-4D08-80B8-67FB869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A97E36-C125-4C90-9AB5-D46C49B9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971D05-1941-43F0-A759-5C4D2DE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Nonlinear 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7509D5-D611-4D50-AF5E-00738668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heat-flux objectives can be noisy enough to need stochastic or staged optimization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E4DB0-6D88-442D-96B1-082C0680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479949-E105-46E9-A418-97B61970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64DD0-1C42-47FD-B0EA-F366D53F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C8E5CE-C5B8-445E-B702-14CC6D1F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C1314C-CD46-400B-A629-643D2BB7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7A717-2200-4BE7-A938-5CD13F30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Beidler et al., Nature 596, 221-226 (2021); Landreman et al., Phys. Plasmas 21, 042503 (2014); Kim et al., JPP 90, 905900203 (2024).</a:t>
            </a:r>
          </a:p>
        </p:txBody>
      </p:sp>
    </p:spTree>
    <p:extLst>
      <p:ext uri="{BB962C8B-B14F-4D97-AF65-F5344CB8AC3E}">
        <p14:creationId xmlns:p14="http://schemas.microsoft.com/office/powerpoint/2010/main" val="10403152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3954A5-A67D-4475-9DD7-C400C63A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184A1-8CD2-49CC-B1B6-A94DFE9F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0183c67d94d67"/>
          <a:stretch xmlns:a="http://schemas.openxmlformats.org/drawingml/2006/main"/>
        </p:blipFill>
        <p:spPr>
          <a:xfrm xmlns:a="http://schemas.openxmlformats.org/drawingml/2006/main">
            <a:off x="702378" y="1695450"/>
            <a:ext cx="697724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E3C15-AAC6-4ACF-9C62-61363D28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4ACED-C4BE-4A3C-9AC0-80B2C6F5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98AEE3-F36F-4D85-961F-C2CC3D86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 candidates before expensive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021EC-12A4-4523-A3F9-EC7FA0D3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9987D-9BE7-4455-998B-573FBC3E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 not treat the scalar as the whole transport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DC62D-BEF7-4519-AF32-43B203F1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81EA8-09DE-41D3-8FC8-53EDC7B8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Cached curves teach the screen; they are not new transport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B7B30-357E-42D3-A69D-A5B79B51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4022dd96c045e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37798-366A-42D8-A1D5-81DA3B79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 neoclassical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086093-960C-4AD2-BCB0-CA0CE38D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8A412-6EC6-4B39-8BE2-CBE226F6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67740-02C8-4AF0-BFFC-367BFB6E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BC260A-8225-4460-AA1D-CBCCB834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0BCEC-1F76-48FC-8577-D54B3742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211263-FBDB-4817-AE79-297C0372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3904093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EA4D64-4B98-4187-A6D0-82AC20D8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F4FFB2-D229-4E73-B77B-0775268E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7ba21194044c6"/>
          <a:stretch xmlns:a="http://schemas.openxmlformats.org/drawingml/2006/main"/>
        </p:blipFill>
        <p:spPr>
          <a:xfrm xmlns:a="http://schemas.openxmlformats.org/drawingml/2006/main">
            <a:off x="1252977" y="1695450"/>
            <a:ext cx="5876045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08E68-AD2A-452D-9F84-BA8DC7B1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4A45D-7208-4915-ADFB-475CE5EA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A243C-E5F1-4A28-93FF-EA767D14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Collisionality changes the answer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F8C8C-FA4E-4BA5-B915-6120D82D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0D3C2-6E09-4676-AE71-81535847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Er suppression changes the 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05DE8-EEDF-4F48-92EE-9CCC4C5A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565A0-FDE7-437A-806A-473BE706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SFINCS-style scan is cached educational data.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2EB53-160E-4371-A398-5A58AFB7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a156511eb4d5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3AF43-C56B-463D-8699-AB122257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D11 scans add richer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DF12E8-9F43-40B4-83B1-8E9B6E75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92F1C-D408-4389-8A85-5E96E274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2BA2A7-030A-41E2-B305-BA80C453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AE6260-8176-4A7D-813B-F35EA101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214108-E48E-4B7F-8E71-D5C27EF6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14CB30-771E-4C37-8E29-DB02B086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48060-4AFB-4098-84BD-17DB7F4A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 et al., Phys. Plasmas 21, 042503 (2014), SFINCS drift-kinetic solver.</a:t>
            </a:r>
          </a:p>
        </p:txBody>
      </p:sp>
    </p:spTree>
    <p:extLst>
      <p:ext uri="{BB962C8B-B14F-4D97-AF65-F5344CB8AC3E}">
        <p14:creationId xmlns:p14="http://schemas.microsoft.com/office/powerpoint/2010/main" val="1603781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C5E03D-C2E8-41E9-8F08-D2C1E84C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F88FE-1AEE-41D2-A189-7F4B3FCC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d4eb9f0eb4fd2"/>
          <a:stretch xmlns:a="http://schemas.openxmlformats.org/drawingml/2006/main"/>
        </p:blipFill>
        <p:spPr>
          <a:xfrm xmlns:a="http://schemas.openxmlformats.org/drawingml/2006/main">
            <a:off x="666750" y="1711325"/>
            <a:ext cx="7048500" cy="3702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D66685-E0CA-48E3-AE98-9E461A9D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89CAA-0736-446E-AD60-154FC256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A3965-C3E6-4626-8CB6-2AEBB16F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Multiple roots imply multiple regimes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9611F-672A-4F2F-B73D-D3604E52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71B4C7-EEBC-4552-A886-474A32E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needs a root-choice rule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9B7D1-8DDD-44C6-B9C1-9A1C2DD2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C08B85-9191-4CBA-BA70-BDF49D0D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root structure is the lesson; the numbers are not a live SFINCS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B4F57-1735-4A96-8A37-DF1B9737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8acb0f5bc4b9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3154E-00CE-4068-8C7C-C43D1437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Ambipolar roots are not always unique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19FA5F-2450-4E5B-8718-7AC8638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65EE29-0382-47E9-98C4-35C66E66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1BF3F2-C5D8-4F1B-9201-A33CE4BD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7B647-FF88-4AED-B5B9-2762CD53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537597-F64A-405F-AA5E-5AA54CD7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50F2E-772F-4440-ABF4-E89B0187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7938104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1C4FBB-1B6C-4924-98CB-8ACC34BC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4F8CC-2780-4DB8-A9AA-4B2EADE7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04d0284cc4d6f"/>
          <a:stretch xmlns:a="http://schemas.openxmlformats.org/drawingml/2006/main"/>
        </p:blipFill>
        <p:spPr>
          <a:xfrm xmlns:a="http://schemas.openxmlformats.org/drawingml/2006/main">
            <a:off x="1216128" y="1695450"/>
            <a:ext cx="594974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EEB38-6750-41F6-A01A-ED75B801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725AF-6A3E-4F6D-949D-9CE3FE09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49285-6E48-43D3-BDA5-22459C59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Bootstrap current can alter transform and islands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C100D-71DF-4582-B6F3-BEAA2056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0E8D1-4129-4820-BB53-A97FA49D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 dependence enters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1BD9B1-548F-4785-84A1-966700DB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E8BAC-C655-42E7-A7C7-84726F68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Transport outputs become equilibrium inputs.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C78F45-A742-4260-B4D7-CF701172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f0a076e6f3435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5092D-C3E5-44B9-968D-C30E7CD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Bootstrap current feeds back on equilibrium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2EE9C-FAAA-498A-9626-AEC7A4F8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86F9C-CDBE-4AE5-9134-4A94C61F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9D3B7D-7814-4094-B4E1-E5CBFDEF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EFEAEE-3446-4D61-AA9B-97E3C630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23335-E036-4A9D-9D9C-82D6797F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B94AAB-A2E7-451A-B6EE-2DAA95A5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6196482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A01501-6CFC-4CE1-97B6-89FC598A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EC131-750A-44DD-8D58-AFA34100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e4f398302435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3905F9-8831-4968-B92B-361CFCF9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W7-X lesson for optimizers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728AE-5951-4DB2-8976-1A4E09E1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EF258-BE8C-4BFA-976C-293BFFBA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DEF28-28C8-424F-A241-7F273F32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97C23-BBC3-424A-8D6F-CF9FE79E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87D73-80D4-49EA-AFB5-F779F76E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3A1D3E-4CF8-4F25-8F10-933B89FA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919DF-69E1-46E4-95C0-17033CC2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6021C5-4C85-4C09-B43D-85430B11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optimization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436419-E08D-42BF-A57F-68CA7ED7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radial losses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BFE9-D84B-419F-B03C-C4DD6B6E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06A397-1CB4-43F0-9AAB-B1569A92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A3D7BD-5F4E-4CF2-A72C-E74DE699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Ion-temperature clamping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B71C0F-5D95-48B6-BA62-6C2E6F95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 bottleneck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A86910-9CCD-4B03-8D13-3413D1A5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63162-AA24-476E-9FF9-36669DE4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AAEED0-7298-47EC-A8C6-D1AB071C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948592-9C4B-4F61-9034-BD3B8A12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decide whether the metric matters experimentally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38096C-9A6D-4188-A04B-EDF32E51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811249-15BA-44F2-B2DA-B85E294B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520768-5A49-4AA5-B17E-598D34AA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154DEE-A956-4827-81D6-E0BADAEA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1AD065-5AAF-4DBF-9548-8CE63357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777876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C5FA15-B540-4945-95E1-7DCE3411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1AF22-13DF-4B1F-91F3-856FF1BC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58b19c01d4a6e"/>
          <a:stretch xmlns:a="http://schemas.openxmlformats.org/drawingml/2006/main"/>
        </p:blipFill>
        <p:spPr>
          <a:xfrm xmlns:a="http://schemas.openxmlformats.org/drawingml/2006/main">
            <a:off x="1100848" y="1695450"/>
            <a:ext cx="618030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3818C-6439-4845-A350-1D2AB177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EC17B-00CD-4375-9EEC-AA69181F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4F9D1-79E6-447B-BB0F-7924503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blue expectation keeps rising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27F303-591F-4BFB-AE51-95A86E97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349B8-4DDD-44E7-91C4-74EB12D7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orange curve saturates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C40A0-1023-4814-AABA-AA383C75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EA011-FE47-4F84-91EA-EDF9184A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cartoon motivates turbulence-aware validation without rederiving transport theory.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5C39E-A9F3-4225-B0DD-02F8850B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b111c142154b3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6CE4F-CD30-4C1E-982E-1F8EB5E2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success can expose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C9CE-79F9-45FC-AF4B-B00FFDA3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589E2-F38C-46E6-813C-74061EDC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D39D7-7080-4170-AB6A-9E886C5F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21ACDC-AB6B-492F-A93C-D35853F3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AA6D17-9D1D-484C-B97C-E4E40B34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EEEA5-99B5-4E04-AB44-CE12D328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795DF6-4AF1-429B-8731-2777DFCA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(2021); W7-X ion-temperature clamping literature.</a:t>
            </a:r>
          </a:p>
        </p:txBody>
      </p:sp>
    </p:spTree>
    <p:extLst>
      <p:ext uri="{BB962C8B-B14F-4D97-AF65-F5344CB8AC3E}">
        <p14:creationId xmlns:p14="http://schemas.microsoft.com/office/powerpoint/2010/main" val="61816666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D86FE8-E00E-4196-A391-8A497202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50624-1E41-4147-B84E-FD2F64AE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ddf2a4066454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01091-4F0E-4746-8B66-615B41EA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neoclassical cached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EC1EC-DFF7-4751-9E11-3CEAAB83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90E4B-FA60-487A-B27E-A341E578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47CCC4-5770-48E9-A6A1-EDF46705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E3604-7443-4568-AB4A-069B4143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A443D-5E1B-4212-AC82-83A46323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notebooks/07_sfincs_jax_neoclassical_cached.ipynb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B1A63-FCDD-4C4C-B072-39386D35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5FD19-601D-4D52-B23A-E588E4E1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Read a collisionality scan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A9DF3-D843-423E-9005-495FA6AE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D8D655-E99E-4F59-AF08-84759258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Er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095F3-F75F-406A-8DDA-E54EAE38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60445-7467-4182-8414-25C6040E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bootstrap feedback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3e8a483e0e4b6a"/>
          <a:stretch xmlns:a="http://schemas.openxmlformats.org/drawingml/2006/main"/>
        </p:blipFill>
        <p:spPr>
          <a:xfrm xmlns:a="http://schemas.openxmlformats.org/drawingml/2006/main">
            <a:off x="5813415" y="1657350"/>
            <a:ext cx="4946671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5A2A1C-16C4-4A80-883A-6A35C60A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AE914-A996-4C26-B864-6D44EF85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D4C7C9-E70B-4249-8C64-6F430A1B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9703A6-0EA8-43E0-8012-1155300C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9B291D-F6DD-40ED-8C2C-D3B81957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69D105-F434-4F01-A535-FB2AE14D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5754D-F879-4916-BD80-4868D17E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97416734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43225A-54E5-481C-B785-276D6A4B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BB042-63D7-47D1-B847-A19E025D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45d3a2a9040c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4D8B2-DCA7-4359-900A-77F64E34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2B91B-17DD-4674-AF0E-E6FF3B7A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90BEB-1A28-4DFF-BBCD-87384CA8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Turbulence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F5DB5-B91A-448B-907D-6ACF2757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6F062F-BAB6-4879-B8C4-1D33B601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44DAB-5305-4F19-9B6B-D077F97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Linear calculations are early screens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95E37-2455-4A8B-B7EF-649961AF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B4E0B-69EB-4942-BDDB-7CCB5C65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Nonlinear validation changes rankings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64EF4-F330-4D98-9FE8-5A73F37A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21D43-01D2-4000-B992-56D7F71B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BA9D7E-7752-4D8E-AEAB-CAFB16A8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0ED680-67A1-44E1-9749-1E940679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D529B-234E-4D04-A053-5F454963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57455756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B6F1B-F875-425D-8387-8996D5E8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77B55-4385-4D90-ACE0-6E15BF68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3193477061479b"/>
          <a:stretch xmlns:a="http://schemas.openxmlformats.org/drawingml/2006/main"/>
        </p:blipFill>
        <p:spPr>
          <a:xfrm xmlns:a="http://schemas.openxmlformats.org/drawingml/2006/main">
            <a:off x="1084837" y="1695450"/>
            <a:ext cx="621232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FEE0A-BBF4-4FA4-83DB-D573B41C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ECCB5-B6CF-43A8-9E65-960CA1C2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0C238-22C2-460B-B909-57AD1121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Positive growth marks unstable branches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F0B96-CE35-49DF-8D7F-6237E213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5BF354-182D-482D-9474-E2019701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peak is not the heat flux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19831-3824-43FC-9838-B0498AD0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A64BA-0679-4686-91A5-5DC339FD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growth rate as a screen, not as the final objective.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D2DB4-77AC-43F3-962B-30DD898E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dd6c3ed9e434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09557-2B7A-44E8-A2A7-DF540DBB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Linear growth is a fast warning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44FFFE-1282-4FD9-9CC5-5B75709A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6F9E55-4B6C-4E3C-AB57-5DCA684E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B269AF-2F3B-4257-B3E3-E3CCF160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EDB02C-99F0-4501-8646-4BF2DF2F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845AB-D2BA-4B37-A88A-131E2E34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832E34-757B-4B1E-AF54-07C8639D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38C0B-691B-43E6-82EA-FCED907F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SPECTRAX-GK PyPI/docs, JAX-native gyrokinetic solver for stellarator optimization workflows.</a:t>
            </a:r>
          </a:p>
        </p:txBody>
      </p:sp>
    </p:spTree>
    <p:extLst>
      <p:ext uri="{BB962C8B-B14F-4D97-AF65-F5344CB8AC3E}">
        <p14:creationId xmlns:p14="http://schemas.microsoft.com/office/powerpoint/2010/main" val="130453777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A5F600-5072-483D-87E2-E1850BEB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7A036-D0F1-4496-BFCF-C91FBB60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9fd0121bc44acc"/>
          <a:stretch xmlns:a="http://schemas.openxmlformats.org/drawingml/2006/main"/>
        </p:blipFill>
        <p:spPr>
          <a:xfrm xmlns:a="http://schemas.openxmlformats.org/drawingml/2006/main">
            <a:off x="1126466" y="1695450"/>
            <a:ext cx="612906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AAB28-553B-4844-8316-6D772737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80828-8DE9-43E8-B4E2-20DEF477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CEF02-2A81-4DEC-B575-C1CBB684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and frequency belong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5B20B-70A4-4508-B742-C39B3310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0D99F-53E8-461D-B08F-98574D5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sign and trend help classify modes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71449-679A-47A6-B19F-1C221869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B378E-63AF-4501-A006-08D04102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Frequency is diagnostic context, not the scalar objective.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C5CA36-D78E-4E5F-B45C-01BFE229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30dc5156d4d1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3AE47-8709-4DFE-9EB7-6AF40893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Frequency helps identify the 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24877-21C6-485B-88D2-35E2C403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1BD09-9C4F-4DFA-B8DF-C4975A14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47A5B-32F0-4911-A4E3-E85AD07A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937E0-B000-49C0-A93E-0DFB9EFA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7324B4-B2F1-4D97-91A2-1BEE20EC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2E773-FC32-4F73-922A-996B149E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85563666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1D097B-2AF9-4E2C-B498-1882D3C7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B96C7F-5C5D-40A6-BAEA-D46486FA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37abb05e643fe"/>
          <a:stretch xmlns:a="http://schemas.openxmlformats.org/drawingml/2006/main"/>
        </p:blipFill>
        <p:spPr>
          <a:xfrm xmlns:a="http://schemas.openxmlformats.org/drawingml/2006/main">
            <a:off x="1099705" y="1695450"/>
            <a:ext cx="6182591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58590-906B-449F-A438-67E32E29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788A6-03D8-488E-83A5-97223C9B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AC26F-98E2-44C5-80F9-BE27542E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 circle: proxy winner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53784-8A14-49BA-BA92-9E658FCD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8152F-45D9-49DA-A592-6F723832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Green circle: validation winner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D61AA-BE5F-463E-AE05-522183B3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542A5-607F-4341-BCE1-1EA6B9D9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ranking failure is the point of the plot.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E16F13-561D-4462-8026-0F5861E5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9295b6b6a42f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DC7E25-4FD2-42AB-9D39-D641F8AD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proxy can pick the wrong winner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7C7578-5B13-47E3-AD93-BBEE8642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765E9E-FB54-4C02-930F-F4D9BB62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D538B-A95D-46F8-8D99-1BE756FE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B87E9-1CD4-4DA5-8934-1010D1D6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F96B7-35CD-4BBE-A1A2-105CA437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AC492A-2B26-418E-B2DF-6112719F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39D9C-D5B0-4117-BA11-BAAC8099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Kim et al., J. Plasma Phys. 90, 905900203 (2024), nonlinear turbulence optimization with noisy heat fluxes.</a:t>
            </a:r>
          </a:p>
        </p:txBody>
      </p:sp>
    </p:spTree>
    <p:extLst>
      <p:ext uri="{BB962C8B-B14F-4D97-AF65-F5344CB8AC3E}">
        <p14:creationId xmlns:p14="http://schemas.microsoft.com/office/powerpoint/2010/main" val="163907487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BE7D43-FE2C-41D7-BB04-544ACD4C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E7FE2E-BBBB-496B-BAC3-D0401A6F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b2e6cff724d2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EAC7D-B169-4E49-992A-FCECC8EE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turbulence proxy versus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3CD8E-001E-48A9-B101-FF72C2D4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26AB88-7748-4C30-8290-1E9E5113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83DAB-20F4-49E9-B8D4-5CEF6980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7C4A8-11EC-4329-AE91-BF04B9A7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A9D14-7D69-4F11-819F-A55E878C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notebooks/08_spectrax_gk_linear_metric.ipynb + notebooks/09_turbulence_metric_surrogate.ipynb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4287B-E06C-431F-B1A1-DB916246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A01B65-079E-414D-92C1-DD177A75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proxy 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8A9416-85F3-454C-AFA2-16D81557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E93957-223E-490E-87BD-67540F22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validation 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E9824-58AB-4DA8-BBEC-8D19E30F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C03BD-DE11-4B09-8AC8-E754AD1E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failure mode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a3866bbfbd4737"/>
          <a:stretch xmlns:a="http://schemas.openxmlformats.org/drawingml/2006/main"/>
        </p:blipFill>
        <p:spPr>
          <a:xfrm xmlns:a="http://schemas.openxmlformats.org/drawingml/2006/main">
            <a:off x="5684384" y="1657350"/>
            <a:ext cx="5204732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F982AE-8243-4709-8166-A1D9CBAD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3BC92-6168-4AE0-BA96-405433D2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1F3009-565F-4616-93A5-7FFE8160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D2370-B1B9-4229-9753-79AB4BF5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B1EFCE-7BEF-4F93-A794-400357D9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7703A0-A737-48BF-922C-109DA710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752DA3-7DB5-4B79-80C6-469B2CC7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65120305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ECD857-66A8-4F13-8DF9-DDC4E11E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8B25F-FDC8-4191-9DB0-E2C5E885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9aa1e4255468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F31C8-8CFB-443E-8996-D6075FA9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1B69F-D024-4609-B3DD-CEFCD255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D9DBA8-050C-4180-BEB2-0F3019FF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3. Fast particles are reactor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94AC0-4828-4875-9C9A-77727EAA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E6509-68D3-41FB-80BA-2D0D932F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D557E2-7D81-44C7-ACDD-8F8E39F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 confinement, wall loads, and orbit classes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07C0C-5633-4E20-A88A-D32BBCE7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A2414C-6F9B-4986-A5A0-33C863CF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Particle metrics must rerun after coil changes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CD56A-4BAB-45EB-BA6B-81FABD58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5D751-4465-4468-BC9F-48246460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08207-910E-4C49-983B-C1412759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E13BB-AB66-40F1-B2A7-7F254573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BC4B62-9A83-4DA6-AD9A-BBFA73D6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9086426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F2B588-1133-43C1-BE0F-6A26CA91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0A636-3CBF-4ACF-879A-81B7F841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2fcd8dde974370"/>
          <a:stretch xmlns:a="http://schemas.openxmlformats.org/drawingml/2006/main"/>
        </p:blipFill>
        <p:spPr>
          <a:xfrm xmlns:a="http://schemas.openxmlformats.org/drawingml/2006/main">
            <a:off x="1011115" y="1695450"/>
            <a:ext cx="635976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17B69-A961-4D8E-A3D8-40879BCC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B5271-933B-4656-9AB2-C53E61F5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E555C5-2425-4027-BD95-B8E2FC34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fieldline picture can look acceptable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3EB88-0F2A-40B7-A526-B031B0BD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D7479-E739-40E4-932B-D4AEBC8C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An orbit diagnostic can still fail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4202B-4317-46A8-B76E-327F7827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89BA5-24AF-4481-8555-40DEB0F6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Fast-particle checks belong in the validation ladder.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75F60-FFF2-4DC0-9A53-08754741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0c0ec6da984d7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33408-EE9B-49C7-BC4F-B9AF0C09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 metrics connect back to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1AED13-4E64-44E7-A2DC-FAF70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6F5C2-FA92-4EB6-AA6A-FB8582AE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AF1962-1F32-4E79-8AF7-499B7ACC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9CAB1-8E88-4FBF-9819-DD66FB6E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85B7AB-E083-4AC5-9F29-7894F22E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36D032-C085-4954-A454-15EF7D4F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80282088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31DA20-0D44-459B-AFFE-A600E47B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48052-C92D-4432-B5A8-D4A34299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AF5F6-398F-4534-9F8B-3ADEF90E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649E5-FFE2-46F5-B69C-C1027374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2D2C3-95F9-4354-A92B-9FE71E37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8CA2-6D1F-4B33-8587-72CB3DCE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metric fail on a known bad design?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6102C-D957-422A-B4E1-265863A4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255A6-021F-4BE9-BB0B-2C1319B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rank a known good design correctly?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6B690-276B-4A0D-9F3E-53C10EB2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FED6FC-7542-49FF-A39E-D08B3FB6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change smoothly under perturbations?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6FCAC-FC62-4F7B-BEBC-EFF3491B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32466-841D-4FBF-8CB6-1DF92ACF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F50441-8360-488F-8B32-65A984E4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110ba55b74ed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98286-4A62-4072-B024-A0E5707E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compares failure modes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4B606C-C24C-419F-9EA3-74BEE386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1C7ADC-D807-460B-8896-A4527245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187AE5-424F-4D4E-A111-C38C0B8B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DBA46A-8C06-421D-9342-226BC7D9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C68277-0AD9-43C5-816B-389673F3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327A9F-8DAC-4CC2-95E3-775DBC8D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105997111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DA4934-CA1E-46F6-ACD6-1D6FC04A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0D8C0-3331-4CBF-83FE-86C0EB14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5233fce624c7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A8018-22DB-4579-8B67-7CF4AD90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trust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832A8-8FC1-44AA-B9C4-FB879B0F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374E61-1A5C-40DA-B1FE-85321F15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59418C-A52E-4D39-8247-03F3CB3C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54F3F-E289-42C0-931D-CB0A2A5C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7D53C-389D-453D-B161-C9F7C519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033EE-53D4-48AB-9635-A3F1F097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3C43F1-FBE5-4800-B0C9-0CC8A8DA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19602-E574-4A5A-B9BD-05FC094B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Screen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3DC41C-79C4-4A18-B2DD-38FBF347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or reduced model trend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2F0EE-DEB9-440A-A999-8B45F851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A35BF-7A02-4CC2-895F-F4491805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E26FC-C183-464A-BC62-44811A1E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Ranking hypothesis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968214-9BFD-44CB-A28D-6FF31112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tiny or quasilinear 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BE7E2D-BC28-41DC-8DEE-FEF5A762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F7F4DA-E301-4E73-BE34-1C62FC21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05130A-C04E-4385-937C-E7DE9BAA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15CFBF-0378-4535-B429-5E79259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expensive run or experimental comparison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7FD1AF-F65D-45E4-9BE1-E996E313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0347FF-C69C-461E-ABDC-C4BE1257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93C31C-7FAB-4AF9-B253-43279564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6EC769-22FA-4F37-99B7-FDA354B9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76CF44-43D9-451F-9DB1-60A76624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187612466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A932EB-0309-4CF3-80F3-B606751E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0306F-BE3E-4859-B8CD-9FD14123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2cff7a3ff4c8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EF17E-C296-4097-AFE2-EC105136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3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8591E-04D5-4C22-8690-7F081CD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8CDAD-2B91-49D8-87FD-0C0EDC9B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D0E0C-98D1-494E-87EC-A0B22F11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cheap metrics to steer the 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04E3B-23C8-4484-A8AA-8C947B8A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B01EE-E02A-4110-83C3-EDE63214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expensive metrics to challenge finalists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DFADF-8A66-4EE0-8825-545EFE8C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8D12E2-9DD7-46B1-A198-9586DAE1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profiles and regimes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6DACB-A05F-47E6-88C8-96122FCA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0521D-17B6-4B38-8F90-7DB839B5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Never hide proxy failure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031B7-3A5C-4E96-960D-01F790D4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4D6849-53A4-4627-A27A-25F29157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83AE97-BA46-4791-A9A2-38833FDB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EE5402-F0F9-4F7B-850B-579F6469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E0D29-B143-433C-9400-E613FB07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1D79F9-94AF-4DFB-ACB3-37F8286A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29272-7174-4FCF-ACB8-21743AE7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59150743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84266-69CE-4B10-94EA-D3D30B36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A247D-214C-4B44-841E-F91ADC14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5a644cb1d42b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E76D0-5E1F-4450-8D03-A8F6C69E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Transport metrics are validation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79FB0-B12E-482E-B6E8-44928609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6826F-F051-45C1-B119-B63604E5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AD1C1-FD56-4600-B8CE-480D78B0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design survives a stronger 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E5971E-72DD-40AF-AF59-19C8E2ED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6EAB1-BB89-4978-BA34-74CC8B72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6A396-A865-44CD-AACF-FFF5D42A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66166-029C-4F14-B464-EB30D79F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C290B-26B3-49EB-8497-06D857FC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207145918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75DC59-D8CB-4369-B776-EF5A3ACE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F7791C-DAEC-4FCA-AC17-AD011F99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383a784b94ce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0D69D-B21E-4D93-8D3F-FF86D719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20EC4-6AE7-4037-8F41-77208DF2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AAD9F-4D37-4929-B548-B006F9D8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3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A88B4-9BF7-48B7-9900-B9B982D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7619D-9E89-4A33-97B4-0ECBE016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3E0C2-66FC-49A0-8482-752E80BF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SFINCS, SPECTRAX, or particle tools are 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BBBAF-6735-4F97-BBFE-94579C5B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164EF-5E0B-4204-A8E8-3B96E74C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ranking plots 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A9408A-7D91-420D-A382-6598293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90150-47BA-4C3A-A8D6-B10DFA28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BB31F9-406E-43B6-9C8E-DFD756BC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118821-3C06-4970-AF78-1BAD049D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8D43B-AE9B-45E5-9AB7-0BB5D03F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38887579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7F53C-1D85-44DE-921E-B8EECC90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0C786-F5C7-4A37-9D92-400C505C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523b21dbf4fe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FA3F7-E1F9-4376-B681-BDA0C1D4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5C729-9331-4A34-9B14-B8ABD120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2986F-33C8-4E7B-B341-4B06BF2A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720F6-98C5-48A7-A3E9-0ABAFC21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E3E5E-C334-4EB7-92B2-682F7C55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E3A02-C307-4059-8B59-6BBC394A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FA8600-6142-4ED0-BAC6-87011EAA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D3E72E-7815-454F-8CFC-87B67139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83B75-B9D5-48C9-B9CD-50B5CFA3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307FE-B3CD-4FB9-8E13-4993B6D7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low-collisionality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0F5A32-418C-41C1-AA87-849402F7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94B763-8890-4907-A39B-4F899BCB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CC4A0-E2EF-4F57-9A08-C24E261E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Ambipolar roots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4B03DB-3B4C-4ACA-8703-83D88DD4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radial electric-field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7C0AB-13CE-4442-A995-B0C35E48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E65A54-EFCF-44E3-AB84-53B48E61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FE8814-8588-4DBE-A97C-93954525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Bootstrap current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9CE5F5-E77C-489D-86EE-2044C9EA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profile-dependent equilibrium feedback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F526D7-6E4A-4BD6-81FF-A3E2A62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F69A2F-7E5C-4D51-9458-DE076BDA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D8B81-9558-46BE-9061-EC5B9D1B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030D59-B154-48BF-ADE5-930A06C7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EF9EDF-A289-4AEE-85C3-F960C132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238139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D609-7998-49BA-8B69-FB085408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8D025-6809-4087-8F7F-73FA9A22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f9ce982e5480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A3366-B4FC-4350-94CE-620DAFC4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C2430-80BA-4993-98BD-5C0B3891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8CCD6-119B-45DA-BE91-6668FFB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D7F72-00CC-4CB4-98AC-CD168C8F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C71757-D7CE-4D62-A488-91CAA1E0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27085-34A4-41A8-88C4-D8AD69C5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3AD47-4533-44CB-8E85-F45901CB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3BB71-2CC5-45EB-983F-954B0ED2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DF921-7F1A-498E-BC4E-B0A7EF51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Linear growth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AF502-C693-40A2-82A0-608B554A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 instability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0AF29-FEAC-4E2B-99A3-BA86EA8C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DD6CE-16AE-4346-8EEC-977A1AA8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42DF0E-96EC-428F-8C0F-94986D3F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Quasilinear weight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9F043C-3689-46A8-BAA1-1570AA8E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ranking 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5E0797-8298-4872-9AB2-4EFAE637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3DEC8-C1D1-4049-BD35-4E55D9B6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B7EF6-B50F-4AFE-9EE0-B86EA839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Nonlinear heat flux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5942BE-7C1D-4C78-99C8-54D4CBC0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for finalists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06ED1F-5991-4E59-8F18-A42F8560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D6DA1E-F200-46F3-A2B6-76BEC756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5D8B60-5664-43DF-83C1-2CE70B9B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9007E3-97CB-4E84-9843-BC6E5400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7DBA9B-4B9F-40E3-84F2-74C8DA3F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7490167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8BFC93-7DFD-4D83-BC67-078865E2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69CBB-7211-4AA0-89ED-78738F4C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ce2fe5e7745d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8ED56-D261-4524-AC62-A32D5447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NEO_JAX and SFINCS_JAX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8004B-4D5C-42E3-8069-8416C293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62582-5135-40FB-9883-653214F6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DE9E9D-9157-4D92-9085-C3592DE8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B0906-62AE-4354-B378-502FB9FF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F7997C-CBD2-418F-8E5C-A75193BE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E9214-3A43-480B-AD78-0CE2121F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A6395-82FD-4B10-9F81-EBB458A3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same equilibrium and flux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B7588-1E80-4BBF-AE43-5C6687CE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2BB43-8A8D-459E-A470-DA2E633E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Scan collisionality and radial electric field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AC6B4A-3A01-480B-A44B-CB17D473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0F580F-A841-49DB-A1B9-917D3501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compact metrics before detailed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C4B904-8727-4478-AC58-39AF32D3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21A3E-934D-45CC-867E-83F4EAF0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0ECBB3-0AA0-44D7-9462-6AE3C88E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EFAEC9-9E9F-41BF-BC15-41FADD7A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47CB1-7B45-4595-8255-9F4CE37A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3076393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E2063A-015C-4D90-BDBD-D74EDD6F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DF542-04D9-45EA-833E-8A281520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db2bb5d2c420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A81A2-CAE6-46F7-BFFE-78EE96E5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SPECTRAX-GK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8E6DC-3996-4124-8B2E-47B3E628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857D7-4FC1-4F94-86E3-0FEEBA29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06762-0502-443D-82E3-206979F2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8A3480-BEA5-4393-BF73-63E50C26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AEAE45-9DA9-4953-AD6F-56FABFCB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204CA-0EE2-4614-81E0-725150A8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7E37D-3EA8-4F12-A04E-C79F57C3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with a tiny linear calculation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0BB2B-AC16-4201-A70C-8DF733F7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341B8A-48D3-4DD6-928A-57F77A35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growth rate and frequency versus ky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139A5-3A22-4A0F-8F5C-648E182B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A9DCB-A879-4AE9-96ED-76D0D42F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nonlinear validation gate explicit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5387A-65FF-4733-84BB-D4D45C9C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B718E-1387-4F1C-AEC3-A383682C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82C506-13E4-4359-A806-7643FF41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46217A-9A37-43B3-94FC-745AF2C0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16A482-EB33-4D1F-B38E-165C271C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36163456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B5C87-822B-4F58-84FE-452D37B8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A5547-BB8C-4542-A9A6-614435D7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81C44-92DF-4764-8B21-21D3F10E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11008-4CD7-49E9-846F-9C284108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592C0-0364-483F-A195-768D4403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737D6-1AAC-42E7-B98F-8EF56030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rate screens instability before heat-flux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D5EE5-E812-44D2-A0AA-426B0DE7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6B184-B23B-4C5D-917A-39952D57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scalar ripple value should point back to where losses occur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03FA3-3241-4AAA-AED5-A90F8C0C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924A4-5ABA-4CE3-9D58-4052DAF0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profile proxy should lead to a solved discharge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1090F-611B-4492-82C2-36BBA24F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FEA6C-FCCE-4B9A-9F06-703E766C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841D7D-11D2-49A4-ABBB-5BB99A4B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c8cf86b5940a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67906-BC15-4DF7-BE33-0A3D9355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to read a fast 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68B6C-9276-46BA-A39B-0FF5641B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E2CA82-0070-4D2F-8D2A-7411D658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2EB5BD-BA59-4821-BFF1-DC4CB43C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6D6ABA-0313-40FA-B328-C49CC1A9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9688D1-69BD-4778-8928-AE214349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840146-9E0F-4829-AEAA-6CC70976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65402348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E2098B-ECC8-4DA4-B1C8-ACB240A8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E21AC-3EB0-4054-AB01-64FB4F1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81afd20494fad"/>
          <a:stretch xmlns:a="http://schemas.openxmlformats.org/drawingml/2006/main"/>
        </p:blipFill>
        <p:spPr>
          <a:xfrm xmlns:a="http://schemas.openxmlformats.org/drawingml/2006/main">
            <a:off x="1084837" y="1695450"/>
            <a:ext cx="621232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AE8AC-84F2-4BB3-B446-A91FCDF3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DF460-4E89-4941-9656-AA6C4341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B5330-39A5-4DFD-AECE-01C9BD33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a live linear run is slow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DD1E7-9553-42DB-ABF7-C8DA327C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A5DC15-F94C-48C4-8EC5-7D99229C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what the scalar should be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FEEECF-EEEB-4178-84EE-B5EF24A6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14D6D-ED42-4E6E-A543-2FD759DE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23DE7-4B4D-41FB-A35B-DF30ECAD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e9675c5095457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310BA-72A1-40E8-B039-92082B89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growth-rate spectrum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8E491-04C3-4768-BD6C-F1EB6710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B756A-5958-4715-A037-D6F70F58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A60D0-15E5-4C8A-81CC-110C6703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E9B83-B306-4593-8D8B-98D8E9CE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7A3A5-4DFF-4C9B-A8A2-529BC183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9111ED-AE8B-4DC9-8331-AB04245B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93982210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942C74-7DF5-425A-A824-EED709A1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81C65-1D7B-45F2-B6F2-E9C14575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af928fb524330"/>
          <a:stretch xmlns:a="http://schemas.openxmlformats.org/drawingml/2006/main"/>
        </p:blipFill>
        <p:spPr>
          <a:xfrm xmlns:a="http://schemas.openxmlformats.org/drawingml/2006/main">
            <a:off x="1100848" y="1695450"/>
            <a:ext cx="618030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19B31-C6B3-455B-9D72-A88E89BF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07D3D-1D74-40AD-B3E4-2EA3F575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A9A337-425D-49BB-B217-88A45454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to motivate turbulence after neoclassical success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59D63-9397-45A3-96F4-1A21FB15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7726B-A91C-47A5-83FD-C7823301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cartoon label visible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064F2-A414-400D-B24F-BAE3E727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6CE808-2A0B-4F8D-9FB1-270CFEB5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0208F-A55E-49E0-864D-849E3FF4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0a9ce8d3346b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9610E-BC08-4787-A95D-780A578A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W7-X clamping cartoon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9FE67-1787-4990-9EEF-8FA8731E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B22B8-A376-4D96-92C6-47DC3992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17B41-0388-4CD5-87D5-3BD1497C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FBE70-CC2B-4712-B132-6C2C598E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0D9AB-0370-4147-BFF7-75037CA8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E66FA-E767-40CC-9393-6FFD4A07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48463681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734CDE-8C33-4C69-B699-42CB10D9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6B8C6-8E7B-4400-A197-356505C4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e5fb9660fd482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6F21F-3ABA-44ED-8247-6ED54801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Before showing a transport number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504B1-7E63-465A-B4FA-FCE00BD5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385D4-1816-4D50-8182-BF2D09D8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CD3E6-FE65-4407-A460-AF4793E3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5CCEC-BA32-493D-BB8D-83EF2D67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B8F85-B7DE-474D-A25A-912DD47F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8E7CD-9279-4C0E-9E75-16D9B386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AB8FA-C6F9-4F8D-8DE3-B39A7C16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A9E3F-8059-40EB-8885-CF94A92C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068A8-AD3A-4241-8AF4-D858B6BF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surface and assumptions?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556884-2DA9-4FA9-9B09-C9D99043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BD0387-3A32-48B5-A7C9-817C038C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4B742-3DB5-448F-966A-FA28F13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Kinetics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06D0F9-125A-43BA-91C1-6E00F715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species and collisionality?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021C4-945C-437C-AA1E-82FC2144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B9C474-9E64-4E5C-9DF3-D50B736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C9A8E4-5325-4A14-8374-4B17176B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589C78-61A4-4493-ACA6-21F8C88F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expensive calculation confirms it?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7DB210-1B99-4E49-B5E5-0676EF7C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167588-D64A-49CB-958B-0E448FD6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975861-BAE7-42B7-A7A7-D8C30D70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2DCBE6-5D57-4406-B277-06E74B4C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0C75CC-13EB-4559-A450-C79DBB06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48127333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7D59B5-8490-48A2-BF81-D96145B4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28A75-1475-4655-BBD4-54FB23BE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5862ed9b68418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8A4C2-3A55-48FD-BADF-5027C2F6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can reverse the ranking?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801BC-E942-4CA6-AC2A-9F512B5C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7C787-0632-4FC0-ADF9-3AA2665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A221F-1F6E-48C5-8754-0120EFA7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6A520-762E-47ED-A5D0-645656D1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8EA24A-E77A-4090-A75B-74D0B6B9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7DB94-32A6-47D9-85CE-67ED8393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A3BCF8-D45B-45FF-A975-61E5682F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7B1BD0-7875-4078-A182-9AAFC8D8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winner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4D1B99-9601-4046-8022-CB251E7C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lose on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68A541-4D75-41C2-ABCB-24855162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F89D85-352A-40BC-99F4-7831A76A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D921BE-B2DE-4689-A199-BBE965FD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Turbulence winner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E1A090-F751-42FC-AC29-D229ED95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fail alpha confinement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E7CFB-E044-401E-A75F-9E05190D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4276AC-6CA0-4EEC-9936-7837ECBD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CEFFA5-6752-4550-A3D9-687E2D96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8C46F8-7E06-4545-8B83-A005425E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move both metrics together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BE105B-A509-47E9-BD8E-8D7131A3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A92D63-D7DB-48FC-B98C-90FC3613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C0034E-DF47-4559-B91B-58921C82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87EFF8-5D9F-453B-87B1-E3E2B8FF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7C8016-ED7F-421F-B078-6F3B8AA8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844576492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64739F-8179-4769-AB9F-1999E429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06B51-6B79-4DCD-AFE6-5D2FD64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1B459-837C-4C63-9950-A26C4493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8954b3f2ad448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977A1-2B96-483D-A1C6-C592E8CA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E6F70-11F0-4EC4-B52A-BABC81C9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40717-7BBB-49E4-A4B6-7D55C396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9DB44-F1C1-42C8-9BF3-0353A49D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8D7C7-C6E8-4E67-ACC8-8064611D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8D901-7BEB-4084-A997-BB64B351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73D126-3563-4602-9C24-26973BCF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DFB9DB-B147-4D29-9765-00A54EEB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B0471-5F0B-4F8F-AB59-D21F1E91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7CAE9-4971-42B4-B92F-642157C3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0F703-AE67-46E6-B39A-54C447A0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34505-6E6D-4198-9F74-1E9C8534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18BC0-FB99-46F2-80F5-5038CA4A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598045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2026-05-24T02:05:52.8500000Z</dcterms:created>
  <dcterms:modified xsi:type="dcterms:W3CDTF">2026-05-24T02:05:52.8500000Z</dcterms:modified>
</coreProperties>
</file>