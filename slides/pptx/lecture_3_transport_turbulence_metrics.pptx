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579b1b08934213" /><Relationship Type="http://schemas.openxmlformats.org/officeDocument/2006/relationships/extended-properties" Target="/docProps/app.xml" Id="R608a2f3f103540ef" /><Relationship Type="http://schemas.openxmlformats.org/officeDocument/2006/relationships/officeDocument" Target="/ppt/presentation.xml" Id="R2df14c146d904f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6d64fd85f24456"/>
  </p:sldMasterIdLst>
  <p:notesMasterIdLst>
    <p:notesMasterId xmlns:r="http://schemas.openxmlformats.org/officeDocument/2006/relationships" r:id="Rcf5a5eb32b1f40f2"/>
  </p:notesMasterIdLst>
  <p:sldIdLst>
    <p:sldId xmlns:r="http://schemas.openxmlformats.org/officeDocument/2006/relationships" id="256" r:id="R19a0a5de96654135"/>
    <p:sldId xmlns:r="http://schemas.openxmlformats.org/officeDocument/2006/relationships" id="257" r:id="R26ea529e24594c69"/>
    <p:sldId xmlns:r="http://schemas.openxmlformats.org/officeDocument/2006/relationships" id="258" r:id="R6c0cb4b1c2074f20"/>
    <p:sldId xmlns:r="http://schemas.openxmlformats.org/officeDocument/2006/relationships" id="259" r:id="R005485a35cda491a"/>
    <p:sldId xmlns:r="http://schemas.openxmlformats.org/officeDocument/2006/relationships" id="260" r:id="Rf6e10f9cfab34bbf"/>
    <p:sldId xmlns:r="http://schemas.openxmlformats.org/officeDocument/2006/relationships" id="261" r:id="Rf8844fafa98249ec"/>
    <p:sldId xmlns:r="http://schemas.openxmlformats.org/officeDocument/2006/relationships" id="262" r:id="Re961e244fb274c28"/>
    <p:sldId xmlns:r="http://schemas.openxmlformats.org/officeDocument/2006/relationships" id="263" r:id="Rc7e9aa48544c4849"/>
    <p:sldId xmlns:r="http://schemas.openxmlformats.org/officeDocument/2006/relationships" id="264" r:id="Rd42ca116da734f87"/>
    <p:sldId xmlns:r="http://schemas.openxmlformats.org/officeDocument/2006/relationships" id="265" r:id="Rf0c180270d564c3a"/>
    <p:sldId xmlns:r="http://schemas.openxmlformats.org/officeDocument/2006/relationships" id="266" r:id="Rc61543df21cd4089"/>
    <p:sldId xmlns:r="http://schemas.openxmlformats.org/officeDocument/2006/relationships" id="267" r:id="Rf1924d602e4f4887"/>
    <p:sldId xmlns:r="http://schemas.openxmlformats.org/officeDocument/2006/relationships" id="268" r:id="Rff05f41bbdac4361"/>
    <p:sldId xmlns:r="http://schemas.openxmlformats.org/officeDocument/2006/relationships" id="269" r:id="R19af8b667ada414e"/>
    <p:sldId xmlns:r="http://schemas.openxmlformats.org/officeDocument/2006/relationships" id="270" r:id="R563df36f7df94178"/>
    <p:sldId xmlns:r="http://schemas.openxmlformats.org/officeDocument/2006/relationships" id="271" r:id="R944fbf9517c7406e"/>
    <p:sldId xmlns:r="http://schemas.openxmlformats.org/officeDocument/2006/relationships" id="272" r:id="R29088cc327c049de"/>
    <p:sldId xmlns:r="http://schemas.openxmlformats.org/officeDocument/2006/relationships" id="273" r:id="Ree2bf2c17b674d93"/>
    <p:sldId xmlns:r="http://schemas.openxmlformats.org/officeDocument/2006/relationships" id="274" r:id="Rca68e0b757f14842"/>
    <p:sldId xmlns:r="http://schemas.openxmlformats.org/officeDocument/2006/relationships" id="275" r:id="R8652914cb37f48ca"/>
    <p:sldId xmlns:r="http://schemas.openxmlformats.org/officeDocument/2006/relationships" id="276" r:id="R147d89c56d89451d"/>
    <p:sldId xmlns:r="http://schemas.openxmlformats.org/officeDocument/2006/relationships" id="277" r:id="Rc4329b331273425e"/>
    <p:sldId xmlns:r="http://schemas.openxmlformats.org/officeDocument/2006/relationships" id="278" r:id="R6a54cc2d8af548a9"/>
    <p:sldId xmlns:r="http://schemas.openxmlformats.org/officeDocument/2006/relationships" id="279" r:id="R87d8d40fc5784352"/>
    <p:sldId xmlns:r="http://schemas.openxmlformats.org/officeDocument/2006/relationships" id="280" r:id="Ra05e356b111c42ce"/>
    <p:sldId xmlns:r="http://schemas.openxmlformats.org/officeDocument/2006/relationships" id="281" r:id="R7dbe7d6d8097427e"/>
    <p:sldId xmlns:r="http://schemas.openxmlformats.org/officeDocument/2006/relationships" id="282" r:id="Raf865904cd344da2"/>
    <p:sldId xmlns:r="http://schemas.openxmlformats.org/officeDocument/2006/relationships" id="283" r:id="Rf0002d64b8db4212"/>
    <p:sldId xmlns:r="http://schemas.openxmlformats.org/officeDocument/2006/relationships" id="284" r:id="Rf097c50c10e14cda"/>
    <p:sldId xmlns:r="http://schemas.openxmlformats.org/officeDocument/2006/relationships" id="285" r:id="Rc0ecfcff4c974b46"/>
    <p:sldId xmlns:r="http://schemas.openxmlformats.org/officeDocument/2006/relationships" id="286" r:id="R88018ed589924f71"/>
    <p:sldId xmlns:r="http://schemas.openxmlformats.org/officeDocument/2006/relationships" id="287" r:id="Rdddc078e9648482f"/>
    <p:sldId xmlns:r="http://schemas.openxmlformats.org/officeDocument/2006/relationships" id="288" r:id="R533cea0a57a646b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6d64fd85f24456" /><Relationship Type="http://schemas.openxmlformats.org/officeDocument/2006/relationships/theme" Target="/ppt/theme/theme1.xml" Id="Rf8356840d2ab44f0" /><Relationship Type="http://schemas.openxmlformats.org/officeDocument/2006/relationships/notesMaster" Target="/ppt/notesMasters/notesMaster1.xml" Id="Rcf5a5eb32b1f40f2" /><Relationship Type="http://schemas.openxmlformats.org/officeDocument/2006/relationships/presProps" Target="/ppt/presProps.xml" Id="R9575ffbfe5d64a90" /><Relationship Type="http://schemas.openxmlformats.org/officeDocument/2006/relationships/viewProps" Target="/ppt/viewProps.xml" Id="Rea1b47f0a3fd45e0" /><Relationship Type="http://schemas.openxmlformats.org/officeDocument/2006/relationships/tableStyles" Target="/ppt/tableStyles.xml" Id="R2e0f12d1d88e4573" /><Relationship Type="http://schemas.openxmlformats.org/officeDocument/2006/relationships/slide" Target="/ppt/slides/slide1.xml" Id="R19a0a5de96654135" /><Relationship Type="http://schemas.openxmlformats.org/officeDocument/2006/relationships/slide" Target="/ppt/slides/slide2.xml" Id="R26ea529e24594c69" /><Relationship Type="http://schemas.openxmlformats.org/officeDocument/2006/relationships/slide" Target="/ppt/slides/slide3.xml" Id="R6c0cb4b1c2074f20" /><Relationship Type="http://schemas.openxmlformats.org/officeDocument/2006/relationships/slide" Target="/ppt/slides/slide4.xml" Id="R005485a35cda491a" /><Relationship Type="http://schemas.openxmlformats.org/officeDocument/2006/relationships/slide" Target="/ppt/slides/slide5.xml" Id="Rf6e10f9cfab34bbf" /><Relationship Type="http://schemas.openxmlformats.org/officeDocument/2006/relationships/slide" Target="/ppt/slides/slide6.xml" Id="Rf8844fafa98249ec" /><Relationship Type="http://schemas.openxmlformats.org/officeDocument/2006/relationships/slide" Target="/ppt/slides/slide7.xml" Id="Re961e244fb274c28" /><Relationship Type="http://schemas.openxmlformats.org/officeDocument/2006/relationships/slide" Target="/ppt/slides/slide8.xml" Id="Rc7e9aa48544c4849" /><Relationship Type="http://schemas.openxmlformats.org/officeDocument/2006/relationships/slide" Target="/ppt/slides/slide9.xml" Id="Rd42ca116da734f87" /><Relationship Type="http://schemas.openxmlformats.org/officeDocument/2006/relationships/slide" Target="/ppt/slides/slide10.xml" Id="Rf0c180270d564c3a" /><Relationship Type="http://schemas.openxmlformats.org/officeDocument/2006/relationships/slide" Target="/ppt/slides/slide11.xml" Id="Rc61543df21cd4089" /><Relationship Type="http://schemas.openxmlformats.org/officeDocument/2006/relationships/slide" Target="/ppt/slides/slide12.xml" Id="Rf1924d602e4f4887" /><Relationship Type="http://schemas.openxmlformats.org/officeDocument/2006/relationships/slide" Target="/ppt/slides/slide13.xml" Id="Rff05f41bbdac4361" /><Relationship Type="http://schemas.openxmlformats.org/officeDocument/2006/relationships/slide" Target="/ppt/slides/slide14.xml" Id="R19af8b667ada414e" /><Relationship Type="http://schemas.openxmlformats.org/officeDocument/2006/relationships/slide" Target="/ppt/slides/slide15.xml" Id="R563df36f7df94178" /><Relationship Type="http://schemas.openxmlformats.org/officeDocument/2006/relationships/slide" Target="/ppt/slides/slide16.xml" Id="R944fbf9517c7406e" /><Relationship Type="http://schemas.openxmlformats.org/officeDocument/2006/relationships/slide" Target="/ppt/slides/slide17.xml" Id="R29088cc327c049de" /><Relationship Type="http://schemas.openxmlformats.org/officeDocument/2006/relationships/slide" Target="/ppt/slides/slide18.xml" Id="Ree2bf2c17b674d93" /><Relationship Type="http://schemas.openxmlformats.org/officeDocument/2006/relationships/slide" Target="/ppt/slides/slide19.xml" Id="Rca68e0b757f14842" /><Relationship Type="http://schemas.openxmlformats.org/officeDocument/2006/relationships/slide" Target="/ppt/slides/slide20.xml" Id="R8652914cb37f48ca" /><Relationship Type="http://schemas.openxmlformats.org/officeDocument/2006/relationships/slide" Target="/ppt/slides/slide21.xml" Id="R147d89c56d89451d" /><Relationship Type="http://schemas.openxmlformats.org/officeDocument/2006/relationships/slide" Target="/ppt/slides/slide22.xml" Id="Rc4329b331273425e" /><Relationship Type="http://schemas.openxmlformats.org/officeDocument/2006/relationships/slide" Target="/ppt/slides/slide23.xml" Id="R6a54cc2d8af548a9" /><Relationship Type="http://schemas.openxmlformats.org/officeDocument/2006/relationships/slide" Target="/ppt/slides/slide24.xml" Id="R87d8d40fc5784352" /><Relationship Type="http://schemas.openxmlformats.org/officeDocument/2006/relationships/slide" Target="/ppt/slides/slide25.xml" Id="Ra05e356b111c42ce" /><Relationship Type="http://schemas.openxmlformats.org/officeDocument/2006/relationships/slide" Target="/ppt/slides/slide26.xml" Id="R7dbe7d6d8097427e" /><Relationship Type="http://schemas.openxmlformats.org/officeDocument/2006/relationships/slide" Target="/ppt/slides/slide27.xml" Id="Raf865904cd344da2" /><Relationship Type="http://schemas.openxmlformats.org/officeDocument/2006/relationships/slide" Target="/ppt/slides/slide28.xml" Id="Rf0002d64b8db4212" /><Relationship Type="http://schemas.openxmlformats.org/officeDocument/2006/relationships/slide" Target="/ppt/slides/slide29.xml" Id="Rf097c50c10e14cda" /><Relationship Type="http://schemas.openxmlformats.org/officeDocument/2006/relationships/slide" Target="/ppt/slides/slide30.xml" Id="Rc0ecfcff4c974b46" /><Relationship Type="http://schemas.openxmlformats.org/officeDocument/2006/relationships/slide" Target="/ppt/slides/slide31.xml" Id="R88018ed589924f71" /><Relationship Type="http://schemas.openxmlformats.org/officeDocument/2006/relationships/slide" Target="/ppt/slides/slide32.xml" Id="Rdddc078e9648482f" /><Relationship Type="http://schemas.openxmlformats.org/officeDocument/2006/relationships/slide" Target="/ppt/slides/slide33.xml" Id="R533cea0a57a646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51b663dfd9d41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eb61f754424335" /><Relationship Type="http://schemas.openxmlformats.org/officeDocument/2006/relationships/notesMaster" Target="/ppt/notesMasters/notesMaster1.xml" Id="R6a251fa67f544b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e14072faa34956" /><Relationship Type="http://schemas.openxmlformats.org/officeDocument/2006/relationships/notesMaster" Target="/ppt/notesMasters/notesMaster1.xml" Id="R2a1736f371b84f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c0c10c1cfb494d" /><Relationship Type="http://schemas.openxmlformats.org/officeDocument/2006/relationships/notesMaster" Target="/ppt/notesMasters/notesMaster1.xml" Id="R20428ccd11834f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8b8287f8cf403a" /><Relationship Type="http://schemas.openxmlformats.org/officeDocument/2006/relationships/notesMaster" Target="/ppt/notesMasters/notesMaster1.xml" Id="R7324ef2c7d6742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c84273b5fc4229" /><Relationship Type="http://schemas.openxmlformats.org/officeDocument/2006/relationships/notesMaster" Target="/ppt/notesMasters/notesMaster1.xml" Id="R75dd73edd08c41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1d3069973c4c4c" /><Relationship Type="http://schemas.openxmlformats.org/officeDocument/2006/relationships/notesMaster" Target="/ppt/notesMasters/notesMaster1.xml" Id="R8035f9f0ab2640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41dc9a4ce54985" /><Relationship Type="http://schemas.openxmlformats.org/officeDocument/2006/relationships/notesMaster" Target="/ppt/notesMasters/notesMaster1.xml" Id="R97d7ffcf316d4f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aec983ddcf4a2b" /><Relationship Type="http://schemas.openxmlformats.org/officeDocument/2006/relationships/notesMaster" Target="/ppt/notesMasters/notesMaster1.xml" Id="R8c77e77aeb5a49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6f193a000914f79" /><Relationship Type="http://schemas.openxmlformats.org/officeDocument/2006/relationships/notesMaster" Target="/ppt/notesMasters/notesMaster1.xml" Id="Rffae7ef64b2144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4ca76160c24fb5" /><Relationship Type="http://schemas.openxmlformats.org/officeDocument/2006/relationships/notesMaster" Target="/ppt/notesMasters/notesMaster1.xml" Id="R5649deafb1384d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1be4e766d24afd" /><Relationship Type="http://schemas.openxmlformats.org/officeDocument/2006/relationships/notesMaster" Target="/ppt/notesMasters/notesMaster1.xml" Id="Rbc3e14a20fa249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2e100e357f4a33" /><Relationship Type="http://schemas.openxmlformats.org/officeDocument/2006/relationships/notesMaster" Target="/ppt/notesMasters/notesMaster1.xml" Id="Read6d9dc68b24f6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58fe4ad9154e6e" /><Relationship Type="http://schemas.openxmlformats.org/officeDocument/2006/relationships/notesMaster" Target="/ppt/notesMasters/notesMaster1.xml" Id="R97c476608a834d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27c3dffb6c4a45" /><Relationship Type="http://schemas.openxmlformats.org/officeDocument/2006/relationships/notesMaster" Target="/ppt/notesMasters/notesMaster1.xml" Id="R9ea34aea13ef44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284640aaeb240ef" /><Relationship Type="http://schemas.openxmlformats.org/officeDocument/2006/relationships/notesMaster" Target="/ppt/notesMasters/notesMaster1.xml" Id="R6663feb2bd8245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dd8cb5a4574789" /><Relationship Type="http://schemas.openxmlformats.org/officeDocument/2006/relationships/notesMaster" Target="/ppt/notesMasters/notesMaster1.xml" Id="R3ed97597ffcb4e5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ba6d4a752554f36" /><Relationship Type="http://schemas.openxmlformats.org/officeDocument/2006/relationships/notesMaster" Target="/ppt/notesMasters/notesMaster1.xml" Id="Rafd58740e92449b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9ca4c536ad4bce" /><Relationship Type="http://schemas.openxmlformats.org/officeDocument/2006/relationships/notesMaster" Target="/ppt/notesMasters/notesMaster1.xml" Id="Rb03be8e9e6d449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ed17f2cd12449bf" /><Relationship Type="http://schemas.openxmlformats.org/officeDocument/2006/relationships/notesMaster" Target="/ppt/notesMasters/notesMaster1.xml" Id="R119af26746ba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02367e56174e5d" /><Relationship Type="http://schemas.openxmlformats.org/officeDocument/2006/relationships/notesMaster" Target="/ppt/notesMasters/notesMaster1.xml" Id="R257ab7377a4044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6775fb4b4e54f62" /><Relationship Type="http://schemas.openxmlformats.org/officeDocument/2006/relationships/notesMaster" Target="/ppt/notesMasters/notesMaster1.xml" Id="R998ada6f81c7415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66d25a1d74e4bb9" /><Relationship Type="http://schemas.openxmlformats.org/officeDocument/2006/relationships/notesMaster" Target="/ppt/notesMasters/notesMaster1.xml" Id="R649778f9ca3e4a5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244baf3123e47f3" /><Relationship Type="http://schemas.openxmlformats.org/officeDocument/2006/relationships/notesMaster" Target="/ppt/notesMasters/notesMaster1.xml" Id="R66dcc09ed226451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14b7100c5434dcf" /><Relationship Type="http://schemas.openxmlformats.org/officeDocument/2006/relationships/notesMaster" Target="/ppt/notesMasters/notesMaster1.xml" Id="R465963c1cda5442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f1ebe0fc7cf4293" /><Relationship Type="http://schemas.openxmlformats.org/officeDocument/2006/relationships/notesMaster" Target="/ppt/notesMasters/notesMaster1.xml" Id="Rd49fbe2e5d3042d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93e5493ebe24767" /><Relationship Type="http://schemas.openxmlformats.org/officeDocument/2006/relationships/notesMaster" Target="/ppt/notesMasters/notesMaster1.xml" Id="Rfa116aa4a4a54c3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5de92f8caf24c64" /><Relationship Type="http://schemas.openxmlformats.org/officeDocument/2006/relationships/notesMaster" Target="/ppt/notesMasters/notesMaster1.xml" Id="R33d2cc02734c4eb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7f92ccecdd340bb" /><Relationship Type="http://schemas.openxmlformats.org/officeDocument/2006/relationships/notesMaster" Target="/ppt/notesMasters/notesMaster1.xml" Id="Re36a9e9d83034aa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5a98c79e6814719" /><Relationship Type="http://schemas.openxmlformats.org/officeDocument/2006/relationships/notesMaster" Target="/ppt/notesMasters/notesMaster1.xml" Id="Rf53ec20025e04fd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9a0196a79ad4c2f" /><Relationship Type="http://schemas.openxmlformats.org/officeDocument/2006/relationships/notesMaster" Target="/ppt/notesMasters/notesMaster1.xml" Id="R0aeefac67f524af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c9fb3711bcb41c0" /><Relationship Type="http://schemas.openxmlformats.org/officeDocument/2006/relationships/notesMaster" Target="/ppt/notesMasters/notesMaster1.xml" Id="Rabf1602865954e8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bf16760e5264d90" /><Relationship Type="http://schemas.openxmlformats.org/officeDocument/2006/relationships/notesMaster" Target="/ppt/notesMasters/notesMaster1.xml" Id="R1214c2414b484f1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e10f31a946d4900" /><Relationship Type="http://schemas.openxmlformats.org/officeDocument/2006/relationships/notesMaster" Target="/ppt/notesMasters/notesMaster1.xml" Id="R9f2f5a71ad2b4b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9b901437a482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58fc03d737c4a60" /><Relationship Type="http://schemas.openxmlformats.org/officeDocument/2006/relationships/slideLayout" Target="/ppt/slideLayouts/slideLayout2.xml" Id="R6a19d1c3c2f04b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19d1c3c2f04b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a8d602b037422b" /><Relationship Type="http://schemas.openxmlformats.org/officeDocument/2006/relationships/image" Target="/ppt/media/image.png" Id="R8d03a880fbba4330" /><Relationship Type="http://schemas.openxmlformats.org/officeDocument/2006/relationships/image" Target="/ppt/media/image2.png" Id="R68a5815c35124a1f" /><Relationship Type="http://schemas.openxmlformats.org/officeDocument/2006/relationships/notesSlide" Target="/ppt/notesSlides/notesSlide1.xml" Id="Rfe7f0e2916a646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9ae27d1554e19" /><Relationship Type="http://schemas.openxmlformats.org/officeDocument/2006/relationships/image" Target="/ppt/media/image3.png" Id="R46bb3504dc02464c" /><Relationship Type="http://schemas.openxmlformats.org/officeDocument/2006/relationships/notesSlide" Target="/ppt/notesSlides/notesSlide2.xml" Id="Rac28c4c6155746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b4e414b0f642fa" /><Relationship Type="http://schemas.openxmlformats.org/officeDocument/2006/relationships/image" Target="/ppt/media/image4.png" Id="Ra5346f2655a94a6b" /><Relationship Type="http://schemas.openxmlformats.org/officeDocument/2006/relationships/notesSlide" Target="/ppt/notesSlides/notesSlide3.xml" Id="R7e2971fe415d46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21d20e32ec48f5" /><Relationship Type="http://schemas.openxmlformats.org/officeDocument/2006/relationships/image" Target="/ppt/media/image5.png" Id="R510b0b00824a429c" /><Relationship Type="http://schemas.openxmlformats.org/officeDocument/2006/relationships/notesSlide" Target="/ppt/notesSlides/notesSlide4.xml" Id="Rb7b38eb92c3647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5b803a57684356" /><Relationship Type="http://schemas.openxmlformats.org/officeDocument/2006/relationships/image" Target="/ppt/media/image6.png" Id="R12289c0ed3c142a0" /><Relationship Type="http://schemas.openxmlformats.org/officeDocument/2006/relationships/image" Target="/ppt/media/image7.png" Id="R84cc66ed28ad435e" /><Relationship Type="http://schemas.openxmlformats.org/officeDocument/2006/relationships/notesSlide" Target="/ppt/notesSlides/notesSlide5.xml" Id="R2f40720642d5458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54a6d5464e4bae" /><Relationship Type="http://schemas.openxmlformats.org/officeDocument/2006/relationships/image" Target="/ppt/media/image8.png" Id="R9ca7bf573d474d6f" /><Relationship Type="http://schemas.openxmlformats.org/officeDocument/2006/relationships/image" Target="/ppt/media/image9.png" Id="Rc93bca1931c34876" /><Relationship Type="http://schemas.openxmlformats.org/officeDocument/2006/relationships/notesSlide" Target="/ppt/notesSlides/notesSlide6.xml" Id="Ra1e07113f7cc4b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918a8d44ea4223" /><Relationship Type="http://schemas.openxmlformats.org/officeDocument/2006/relationships/image" Target="/ppt/media/image10.png" Id="Reedefbfff7854250" /><Relationship Type="http://schemas.openxmlformats.org/officeDocument/2006/relationships/image" Target="/ppt/media/image11.png" Id="Rd126c285381a4140" /><Relationship Type="http://schemas.openxmlformats.org/officeDocument/2006/relationships/notesSlide" Target="/ppt/notesSlides/notesSlide7.xml" Id="Rb40bb83d739747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add1a3e64347c0" /><Relationship Type="http://schemas.openxmlformats.org/officeDocument/2006/relationships/image" Target="/ppt/media/image12.png" Id="R1d7afbd5a0774385" /><Relationship Type="http://schemas.openxmlformats.org/officeDocument/2006/relationships/image" Target="/ppt/media/image13.png" Id="R67ffc1861ba84eb1" /><Relationship Type="http://schemas.openxmlformats.org/officeDocument/2006/relationships/notesSlide" Target="/ppt/notesSlides/notesSlide8.xml" Id="R17ba1fc150d44a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5498baf9fe43df" /><Relationship Type="http://schemas.openxmlformats.org/officeDocument/2006/relationships/image" Target="/ppt/media/image14.png" Id="R9c44fd57bcab40e2" /><Relationship Type="http://schemas.openxmlformats.org/officeDocument/2006/relationships/notesSlide" Target="/ppt/notesSlides/notesSlide9.xml" Id="Rdc7d6edb05bf45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b3e756da764413" /><Relationship Type="http://schemas.openxmlformats.org/officeDocument/2006/relationships/image" Target="/ppt/media/image15.png" Id="Rddc1270bef4d4250" /><Relationship Type="http://schemas.openxmlformats.org/officeDocument/2006/relationships/image" Target="/ppt/media/image16.png" Id="R38c17b6975d34750" /><Relationship Type="http://schemas.openxmlformats.org/officeDocument/2006/relationships/notesSlide" Target="/ppt/notesSlides/notesSlide10.xml" Id="R81f41d92ab324bc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d6442d02a748be" /><Relationship Type="http://schemas.openxmlformats.org/officeDocument/2006/relationships/image" Target="/ppt/media/image17.png" Id="Rfab1cb61b1f343ea" /><Relationship Type="http://schemas.openxmlformats.org/officeDocument/2006/relationships/image" Target="/ppt/media/image18.png" Id="R91c4b78ec4714c9d" /><Relationship Type="http://schemas.openxmlformats.org/officeDocument/2006/relationships/notesSlide" Target="/ppt/notesSlides/notesSlide11.xml" Id="R2f960088d78644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20015b23e64608" /><Relationship Type="http://schemas.openxmlformats.org/officeDocument/2006/relationships/image" Target="/ppt/media/image19.png" Id="R9f2f1d663b3b40ed" /><Relationship Type="http://schemas.openxmlformats.org/officeDocument/2006/relationships/notesSlide" Target="/ppt/notesSlides/notesSlide12.xml" Id="Rcd5e107f454a4fc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ff4494918546e9" /><Relationship Type="http://schemas.openxmlformats.org/officeDocument/2006/relationships/image" Target="/ppt/media/image20.png" Id="Rea490bc8ec034b92" /><Relationship Type="http://schemas.openxmlformats.org/officeDocument/2006/relationships/image" Target="/ppt/media/image21.png" Id="Rcfec59872b3a462f" /><Relationship Type="http://schemas.openxmlformats.org/officeDocument/2006/relationships/notesSlide" Target="/ppt/notesSlides/notesSlide13.xml" Id="Rff60d072d3984c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af0e1e36f44e7" /><Relationship Type="http://schemas.openxmlformats.org/officeDocument/2006/relationships/image" Target="/ppt/media/image22.png" Id="Rad741f8a141c474e" /><Relationship Type="http://schemas.openxmlformats.org/officeDocument/2006/relationships/image" Target="/ppt/media/image23.png" Id="R785b302e30944522" /><Relationship Type="http://schemas.openxmlformats.org/officeDocument/2006/relationships/notesSlide" Target="/ppt/notesSlides/notesSlide14.xml" Id="R1b4e3407d8b445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d4b84d9cf94ac1" /><Relationship Type="http://schemas.openxmlformats.org/officeDocument/2006/relationships/image" Target="/ppt/media/image24.png" Id="Rd0641dccb7684d9e" /><Relationship Type="http://schemas.openxmlformats.org/officeDocument/2006/relationships/image" Target="/ppt/media/image25.png" Id="Ra05d76c623e94bc3" /><Relationship Type="http://schemas.openxmlformats.org/officeDocument/2006/relationships/notesSlide" Target="/ppt/notesSlides/notesSlide15.xml" Id="R236bb1aa11ad42b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e862e5732a4bcd" /><Relationship Type="http://schemas.openxmlformats.org/officeDocument/2006/relationships/image" Target="/ppt/media/image26.png" Id="R8c6426e9b57f417e" /><Relationship Type="http://schemas.openxmlformats.org/officeDocument/2006/relationships/image" Target="/ppt/media/image27.png" Id="R3222d89f7eeb4421" /><Relationship Type="http://schemas.openxmlformats.org/officeDocument/2006/relationships/notesSlide" Target="/ppt/notesSlides/notesSlide16.xml" Id="R7ef58286939a43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2f0e8ce6ec482d" /><Relationship Type="http://schemas.openxmlformats.org/officeDocument/2006/relationships/image" Target="/ppt/media/image28.png" Id="R0aeb53f01dd245fd" /><Relationship Type="http://schemas.openxmlformats.org/officeDocument/2006/relationships/notesSlide" Target="/ppt/notesSlides/notesSlide17.xml" Id="R51931cdf6bbf4c3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80ecc1db714cef" /><Relationship Type="http://schemas.openxmlformats.org/officeDocument/2006/relationships/image" Target="/ppt/media/image29.png" Id="Rec4bdca1addb449a" /><Relationship Type="http://schemas.openxmlformats.org/officeDocument/2006/relationships/image" Target="/ppt/media/image30.png" Id="Re6750a7464724224" /><Relationship Type="http://schemas.openxmlformats.org/officeDocument/2006/relationships/notesSlide" Target="/ppt/notesSlides/notesSlide18.xml" Id="R1b8b576702fa442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b56d487f5b4569" /><Relationship Type="http://schemas.openxmlformats.org/officeDocument/2006/relationships/image" Target="/ppt/media/image31.png" Id="R6808e3dfe5c14c23" /><Relationship Type="http://schemas.openxmlformats.org/officeDocument/2006/relationships/notesSlide" Target="/ppt/notesSlides/notesSlide19.xml" Id="Re291d7e115644fe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9dafe86ea2463a" /><Relationship Type="http://schemas.openxmlformats.org/officeDocument/2006/relationships/image" Target="/ppt/media/image32.png" Id="R37323faf709147f6" /><Relationship Type="http://schemas.openxmlformats.org/officeDocument/2006/relationships/notesSlide" Target="/ppt/notesSlides/notesSlide20.xml" Id="Rc0d39ee976c1449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0251db75ac47e2" /><Relationship Type="http://schemas.openxmlformats.org/officeDocument/2006/relationships/image" Target="/ppt/media/image33.png" Id="R15a8f1e0b2744f55" /><Relationship Type="http://schemas.openxmlformats.org/officeDocument/2006/relationships/notesSlide" Target="/ppt/notesSlides/notesSlide21.xml" Id="R2d8817e7ff304cd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c3ecca0e7e44d8" /><Relationship Type="http://schemas.openxmlformats.org/officeDocument/2006/relationships/image" Target="/ppt/media/image34.png" Id="R77feb591d50f4205" /><Relationship Type="http://schemas.openxmlformats.org/officeDocument/2006/relationships/notesSlide" Target="/ppt/notesSlides/notesSlide22.xml" Id="Rb8fa12fcf5594f2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293566da6c4300" /><Relationship Type="http://schemas.openxmlformats.org/officeDocument/2006/relationships/image" Target="/ppt/media/image35.png" Id="Raed62b0612c44024" /><Relationship Type="http://schemas.openxmlformats.org/officeDocument/2006/relationships/notesSlide" Target="/ppt/notesSlides/notesSlide23.xml" Id="R1fefc81474e7405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b2e5796a6d4c8a" /><Relationship Type="http://schemas.openxmlformats.org/officeDocument/2006/relationships/image" Target="/ppt/media/image36.png" Id="R58fea51b27f344d2" /><Relationship Type="http://schemas.openxmlformats.org/officeDocument/2006/relationships/notesSlide" Target="/ppt/notesSlides/notesSlide24.xml" Id="R6b63a51bd3d445f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6e7374460a4279" /><Relationship Type="http://schemas.openxmlformats.org/officeDocument/2006/relationships/image" Target="/ppt/media/image37.png" Id="R2c6dd2f207194e8a" /><Relationship Type="http://schemas.openxmlformats.org/officeDocument/2006/relationships/notesSlide" Target="/ppt/notesSlides/notesSlide25.xml" Id="R668a2c042e434d0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bf17e11cd24187" /><Relationship Type="http://schemas.openxmlformats.org/officeDocument/2006/relationships/image" Target="/ppt/media/image38.png" Id="Rce18d42cee444669" /><Relationship Type="http://schemas.openxmlformats.org/officeDocument/2006/relationships/notesSlide" Target="/ppt/notesSlides/notesSlide26.xml" Id="R4473f8b9c77d45f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3a30217c524df4" /><Relationship Type="http://schemas.openxmlformats.org/officeDocument/2006/relationships/image" Target="/ppt/media/image39.png" Id="Rc055e0c67df84257" /><Relationship Type="http://schemas.openxmlformats.org/officeDocument/2006/relationships/notesSlide" Target="/ppt/notesSlides/notesSlide27.xml" Id="Rdfbcc849181947e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d90860039c4bf0" /><Relationship Type="http://schemas.openxmlformats.org/officeDocument/2006/relationships/image" Target="/ppt/media/image40.png" Id="R909deb2419ab413f" /><Relationship Type="http://schemas.openxmlformats.org/officeDocument/2006/relationships/notesSlide" Target="/ppt/notesSlides/notesSlide28.xml" Id="R1d617a2519d3469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659888a48c4cb0" /><Relationship Type="http://schemas.openxmlformats.org/officeDocument/2006/relationships/image" Target="/ppt/media/image41.png" Id="Rf6429625753a4942" /><Relationship Type="http://schemas.openxmlformats.org/officeDocument/2006/relationships/image" Target="/ppt/media/image42.png" Id="R5001c67343c04954" /><Relationship Type="http://schemas.openxmlformats.org/officeDocument/2006/relationships/notesSlide" Target="/ppt/notesSlides/notesSlide29.xml" Id="R61bd3f29a58c493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13f17a03e34d30" /><Relationship Type="http://schemas.openxmlformats.org/officeDocument/2006/relationships/image" Target="/ppt/media/image43.png" Id="R9af5f0448dea42ca" /><Relationship Type="http://schemas.openxmlformats.org/officeDocument/2006/relationships/image" Target="/ppt/media/image44.png" Id="R8e494e897e7148ee" /><Relationship Type="http://schemas.openxmlformats.org/officeDocument/2006/relationships/notesSlide" Target="/ppt/notesSlides/notesSlide30.xml" Id="R10de4758eb34484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c524c67e754a38" /><Relationship Type="http://schemas.openxmlformats.org/officeDocument/2006/relationships/image" Target="/ppt/media/image45.png" Id="Re9151ea6a6204bc2" /><Relationship Type="http://schemas.openxmlformats.org/officeDocument/2006/relationships/notesSlide" Target="/ppt/notesSlides/notesSlide31.xml" Id="R3970993167df450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db912ccf694af2" /><Relationship Type="http://schemas.openxmlformats.org/officeDocument/2006/relationships/image" Target="/ppt/media/image46.png" Id="Ra330878f3c3e4e80" /><Relationship Type="http://schemas.openxmlformats.org/officeDocument/2006/relationships/notesSlide" Target="/ppt/notesSlides/notesSlide32.xml" Id="R8b954b2a16844858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3195e457fe464e" /><Relationship Type="http://schemas.openxmlformats.org/officeDocument/2006/relationships/image" Target="/ppt/media/image47.png" Id="R32e815c420c642d7" /><Relationship Type="http://schemas.openxmlformats.org/officeDocument/2006/relationships/notesSlide" Target="/ppt/notesSlides/notesSlide33.xml" Id="Rdf41d93e78844b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739B63-468D-43E3-8771-F5091D9C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E0AFD-9DBC-4D9E-89A7-36E53D62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3a880fbba433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A5C86-CD11-4D23-B28F-C2CEA21F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should go into the objective function?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84739-90CE-421E-BE1B-4E17C31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9BE6F-20F0-4CD6-9D87-47662E2E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3: neoclassical, turbulence, and fast-particle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DCCEF5-8401-4247-97F0-7B1C33FB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8F1C25-726C-4C43-BAFD-E1D1665A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transport physics become an optimization metric?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F785B-CC3E-4814-9179-C9CB3228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8B00A2-2601-406B-974B-C2579EBD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872A6-8886-4694-A137-E31244DE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5815c35124a1f"/>
          <a:stretch xmlns:a="http://schemas.openxmlformats.org/drawingml/2006/main"/>
        </p:blipFill>
        <p:spPr>
          <a:xfrm xmlns:a="http://schemas.openxmlformats.org/drawingml/2006/main">
            <a:off x="7277100" y="1556419"/>
            <a:ext cx="3752850" cy="2125912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A7A70-5C95-4371-8935-69EFDA5C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CFFA75-CC1F-45B7-B7F2-40AD068C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A5A7B-ADC0-4E23-8BBC-F00BEF47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BFC54-7D05-4914-957F-C348ED22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33688D-8457-4968-A3A2-65E66C82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EF67D7-CD66-4C5A-A24F-75D53E12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F5769B-E2E4-4056-B0E9-65749E69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283849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FCB08D-D14F-4849-80E8-3BA687FD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37CA9-BD98-41CF-A669-546EDC83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bb3504dc02464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BEC18-5DEF-4433-BEC1-A98582C9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168461-B1F7-4D2D-9744-334CD935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089C04-6C2B-4FF0-A05E-4DEAB9D5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A hierarchy of transport calculations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EF68F-4061-43D0-AC1D-14567CCE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966055-1E71-4F65-B487-8CD56ED4D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2EB95-D55B-47AE-9FC7-59C0FBB5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Cheap screens move many designs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B9ABCE-6EA2-4345-BAE8-6284FDC0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BF938D-E4D6-46A0-9FDF-1F969893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calculations validate finalists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30AB7-4755-471A-B033-36E94C46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482E4-6083-4BBA-A223-4B49B692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F7FAFC-230A-4C38-8EDD-BBED95FF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5D990F-23CF-4337-A917-9D4C351C7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85398-AE0B-459B-83B1-37622B06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60166292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897340-E146-4109-8179-08188697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B0E1E-C307-46B6-AFCE-D685A9B2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46f2655a94a6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D12F7-28FD-4709-8349-3EE9D457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optimizer does exactly what we ask, not what we meant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549373-E69A-4D33-A97F-FB0E68FA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B09C9-3859-4618-B1F8-32638223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20671-B1CA-4543-9D9B-790D94CD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Metric design is part of physics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3FBF5-C1AF-43A0-850B-92624ECF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B3817B-A117-49D0-AF30-2BCF57A2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F7ABA-6DD5-43A3-89FC-A97C6AA5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6416-3939-4BB6-A6AD-21833389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292C0-2EC1-472B-A273-ABD2FA41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4147475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925CE1-FD00-43BF-AD9B-8CE8E7B3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99839-BC39-4605-B91E-549E4B22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b0b00824a429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011794-1053-4917-BE7D-39423C0E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Cost hierarchy for transport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AC2349-3D58-422A-A545-51A07B0B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98CA0-81EB-4576-AD77-6784C2F2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E99AF-DBB2-4479-85A9-6894C24A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76D3D-02C1-49A1-9669-2C693623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BCD43-8200-4B57-AE3A-CD5F696D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6384C-B283-4E19-B084-A330AC43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02969-3B82-43D6-B297-B5399D97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5AD1A4-CD95-400F-94D9-FFD73284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Geometry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1647C-597B-417D-8972-A42478CC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fastest screens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1DCCE-02DF-46A6-92C0-A06C7501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CD296-70AC-4FD4-B77D-1BB865B8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23C2E-7AA3-4906-807B-7C2FA55A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 and Boozer 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63B721-9381-44E5-8B58-5ECA4904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early transport warnings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112DB-0420-4970-A38D-0BE0403F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E992D-5244-426F-8AFD-EA6FFCCE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67CD47-59D6-462C-B77D-237CB9C5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DKE, gyrokinetics, particles, 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6ACED5-19F4-4C6F-BCD1-84B7CED8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5928E1-9112-4205-BC12-46698F4B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1C366-BC5F-46CC-82E6-ABBF60D2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81FFDE-1668-46F4-BE94-D890919C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502980-BEA9-48FC-8B2E-C3A34E9C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A1B7D-96E5-4324-A3C4-847AE623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71001757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73F2AC-9CAC-4450-971B-B00DC97A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738B9E-DB1C-4A67-B021-9293F819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89c0ed3c142a0"/>
          <a:stretch xmlns:a="http://schemas.openxmlformats.org/drawingml/2006/main"/>
        </p:blipFill>
        <p:spPr>
          <a:xfrm xmlns:a="http://schemas.openxmlformats.org/drawingml/2006/main">
            <a:off x="825626" y="1695450"/>
            <a:ext cx="673074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0CC8A6-E3EB-4EDF-9384-71DF0829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7F25E-45F2-473D-9B71-8123070C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4BD368-91F0-4052-8753-EA0BD74E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 candidates before expensive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6506D-A61A-4912-AC8F-9CA084EA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4CA8D-140E-4F48-8B0A-0BAC7FBA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 not treat the scalar as the whole transport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D26F5-BBAE-4F0C-9922-594F72A2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B4E38A-80B2-477A-ADC1-B1E09AFA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Cached curves teach the screen; they are not new transport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FD23E5-E452-4B3B-BD58-CD0468DB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c66ed28ad435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7E5FB-AE57-4A18-8013-D4888AD3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 neoclassical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E6CD2C-AF32-450F-AEA4-2E2758FF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4F075-2E7B-4AFA-A5E9-2D1B0E4A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27B48-B822-41C5-8215-16088450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72D426-FF85-4DC6-9895-705B1DCF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5D917-6896-4388-9390-D592EA29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881889-55EF-4B8D-8A2A-8A8EE1C9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458450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3EEEE-A033-4051-9651-BE6961F9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4A2276-A1DB-472B-BF09-875AEF6E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a7bf573d474d6f"/>
          <a:stretch xmlns:a="http://schemas.openxmlformats.org/drawingml/2006/main"/>
        </p:blipFill>
        <p:spPr>
          <a:xfrm xmlns:a="http://schemas.openxmlformats.org/drawingml/2006/main">
            <a:off x="1097553" y="1695450"/>
            <a:ext cx="618689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39E9A4-16D1-4B4D-A522-5A05A57A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EF055-F0BC-41CB-8F08-513B3D1A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A0753-F256-4BE9-A434-073B918A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Collisionality changes the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E578A-C734-45A5-8FA5-B70BD2F8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471E4-B25F-49CD-B0E0-F1FF7042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Er suppression changes the 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4D88D-D8AC-4573-AC06-A7FEB379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6D1C5-234D-4C8E-85BF-E86478E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This SFINCS-style scan is cached educational data.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A5D78-E02E-4285-ACA4-85515FB7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bca1931c348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2E19B-2EA3-41E1-B852-21CC2A0D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D11 scans add richer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1AF33-9ACC-49FC-BD07-623FE6DE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56C1FE-DD9F-4FFC-BA71-D5E2A337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C24F2-587B-47D0-B810-803A0C06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A123B-A803-47FC-BC91-48754D02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A17807-F4FD-4C7B-84AF-2DAC6FE2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EB820-4E0A-4058-A1F8-D1049643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93690309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CAECEB-4605-4074-A4AA-3FC07802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757C7-01B7-4D6E-B097-251CCA0A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efbfff7854250"/>
          <a:stretch xmlns:a="http://schemas.openxmlformats.org/drawingml/2006/main"/>
        </p:blipFill>
        <p:spPr>
          <a:xfrm xmlns:a="http://schemas.openxmlformats.org/drawingml/2006/main">
            <a:off x="905391" y="1695450"/>
            <a:ext cx="657121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EDBB2-152E-4CEB-A402-8DFDCB2E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63E42-EDC2-4762-B179-7C6CB946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F8172B-3FC3-4E33-B5CB-1D6E59EB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Multiple roots imply multiple regimes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25509-2D0F-41A2-8185-150AE2F7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83E2D-86D8-409D-A8B1-69906A53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needs a root-choice rule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0E1964-E67E-4EF0-96A1-3499A3F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7083F-7F48-464F-BC78-9353BB39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root structure is the lesson; the numbers are not a live SFINCS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C3378-149D-43C2-B0AB-03F18EDB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26c285381a414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509B7-11F9-42EC-8EFB-424093F8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Ambipolar roots are not always unique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A3176-5063-4C75-8B81-008388A9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A336E1-70B5-403A-9C54-1CDA326C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0A8C1-57CE-44F0-A81A-5A73F872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FD128-E9C8-4209-B6E9-498A3F5E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03B148-2B8D-408F-B86F-E352CD1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7FE73-A910-42ED-B231-59EA522B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119588618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4BAAFC-82E2-432B-950D-EF48ECC5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6B983-6AFD-4A3F-891E-C77C3C95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7afbd5a0774385"/>
          <a:stretch xmlns:a="http://schemas.openxmlformats.org/drawingml/2006/main"/>
        </p:blipFill>
        <p:spPr>
          <a:xfrm xmlns:a="http://schemas.openxmlformats.org/drawingml/2006/main">
            <a:off x="1060404" y="1695450"/>
            <a:ext cx="6261192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0F4B21-3631-4E06-8D02-E9413F57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40493-3B8A-4451-8407-E520866F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963B2-6672-446E-9880-E53B1189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Bootstrap current can alter transform and islands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3163B-D482-426F-95E8-5C7BC386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52AA77-2506-4E7A-8E98-832FD9E0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dependence enters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2C961-CCA4-4408-AF40-DCB44CCE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4F910-5367-4FF0-B645-E6BA5837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Transport outputs become equilibrium inputs.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3B08D0-62DB-4A18-9AE6-27104F30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fc1861ba84eb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252D9F-72E9-4161-AC5D-9D8FA391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Bootstrap current feeds back on equilibrium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FE050-5E15-4AF7-A505-48E17CDF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C40B-86AB-4F4C-B132-AF7A75A7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0E62B-42F5-4240-8372-605D5334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3822C-5099-4B0E-9B39-4A41BB72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108F2-A96D-4EEB-8152-921F45DC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5EFE47-588C-4C67-BD2F-278F20A7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9774718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3B6827-9912-4AA5-B6D4-F226ECEE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996DA-0BB2-4C93-9E4F-34562DFB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4fd57bcab40e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41E864-FBCF-490F-89F9-52CC8CD2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lesson for optimizers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C0F23D-1C01-43F7-8514-DB619743C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41272-2470-4F32-8DA4-93F394BF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984B75-1B55-45B2-A6E7-7E324432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744E51-6FBE-4846-96A1-A1D5D581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77338-1850-430E-AC0A-37553A84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82314-34E7-468C-A19E-63839082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9060F8-A0C2-4732-B5B0-9C213BA5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91D79-3D96-41E1-AA47-D7CA07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optimization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C7BEA-317E-46D3-8D18-311C6F0F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radial losses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1710B3-020F-40A7-A204-9ECBB19B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9384DF-3410-44D1-B77D-F41CFAAD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1F2E4D-A92F-4E67-8BF5-C74E3FC1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Ion-temperature clamping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A282AC-BFB8-416D-8CB7-D8DF65A8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 bottleneck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BDCF1-4CE4-4C1B-B7D4-958690F0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40D612-B109-4709-823F-B81A221C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6F8625-5766-45D2-83F2-7F10AEEC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78B064-1D97-478C-8E9A-93AA1016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decide whether the metric matters experimentally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084566-846A-48DA-A217-2E8BCAE1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27EF30-C6A5-49FF-B598-9F65C711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4577D-797F-40BB-84BB-05AFC359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1183C5-C4A4-4774-82D3-0BE28DD8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C613F6-2CAE-4F8F-90B9-D5982C86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744902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58DD46-A968-4DE2-A93D-E5DF6B38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15297-74C5-48B2-8E41-43FADB685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1270bef4d4250"/>
          <a:stretch xmlns:a="http://schemas.openxmlformats.org/drawingml/2006/main"/>
        </p:blipFill>
        <p:spPr>
          <a:xfrm xmlns:a="http://schemas.openxmlformats.org/drawingml/2006/main">
            <a:off x="1131904" y="1695450"/>
            <a:ext cx="6118192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CA92B-9BF9-42D1-9652-36330154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FC147B-08A4-4084-9522-B8A82035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69F6C0-5D81-4F84-93B0-B4C640F6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blue expectation keeps rising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E38CE-369C-4EFA-A50A-1840233A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30B93-6525-4EC2-8464-1732A2DF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orange curve saturates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9F6F3-8C34-4D54-AE8E-89FA0366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63F32-0E18-4062-B686-21EAB7F3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cartoon motivates turbulence-aware validation without rederiving transport theory.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BF19E0-AC73-47CE-8D86-A022AD8D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17b6975d3475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0638D-7FBF-44F1-86E1-B5642340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success can expose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40F44-6784-4D40-8741-12DBA6E6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27ECB7-F8B2-484F-A64A-8B3180E0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91AE0-4294-498C-B43D-70E0F77C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265EE-611A-40A1-A819-D66E10B3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53AB84-404B-470C-A45A-1BF4C4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C9151-57F5-4D23-B010-D163072E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5380423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89068-7300-4A35-B8EE-64D83025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A12E3-3B64-414E-ACFB-972F85DC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1cb61b1f343e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8D87D-AA1C-4483-B34A-DFD27E6E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neoclassical cached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EBF5C-F4FD-430C-A1D2-19705CF3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ABC37-D4C9-4EFD-9F59-D3246285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00DB3-F4AA-4174-BB39-2C7905A8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F16B8-CA59-4A59-8515-0CB024F2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3D079-32E3-4333-9426-FD1C4B6F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notebooks/07_sfincs_jax_neoclassical_cached.ipynb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D6A199-223D-4D06-9647-3AD419E5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8D00E-5F1A-4DA7-8541-F3951EE6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Read a collisionality 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01A1B-F397-4507-B01A-0DC6859D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BBE82-D8CE-4201-9758-16DA6B3A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Er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401729-DFD2-48A7-BBEA-AED11BCD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6855E6-1099-4F43-ACAC-3AC2854F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bootstrap feedback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4b78ec4714c9d"/>
          <a:stretch xmlns:a="http://schemas.openxmlformats.org/drawingml/2006/main"/>
        </p:blipFill>
        <p:spPr>
          <a:xfrm xmlns:a="http://schemas.openxmlformats.org/drawingml/2006/main">
            <a:off x="5682573" y="1657350"/>
            <a:ext cx="5208355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D76821-EEF2-4FEC-BD57-388E7CDA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FCE7C7-AE9F-4BF6-97D1-16A1898E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58DB8B-5348-43CB-88ED-C63C7B0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D6AB1-AF2B-45F9-96B9-6820ADB6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B6C64F-4F80-4684-913A-EFAB629D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7F4E87-2D92-43A9-A1BE-5BD43A74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7DC063-55EF-4127-AF37-157411B0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5369413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85056F-15FB-41DD-91A8-8959DB29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1ABBB-DFF4-436F-9B5B-2BEC63AD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f1d663b3b40e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5E969-8D34-4EEA-A04C-5C6AF58A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556E0-FD8C-488F-A0E6-F0C8609E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3B0AA-067F-4E5C-937A-8C954672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Turbulence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B4C5-AEEE-4362-84C6-48ED4B4E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96BE5-9DFF-4403-90E4-4088EE37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D98BC-834D-4D34-85F0-066517167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calculations are early screens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CA6B4-B8FE-4827-8B1F-5253A65D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40F94-5B52-4F1D-B1C5-6E826B08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Nonlinear validation changes rankings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EF6B7C-5419-4B0B-96B7-A5B4C94B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83723-7D37-4235-9F5B-B12B76EF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4BBEB-AC7C-4DAD-84F7-2A0E12E3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DDF4F-39F5-4FEB-86DD-BCD1F242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21997-B921-4432-93E3-2411F1C4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86356067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E93A2A-642F-4CFF-BD22-1E0DEE34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628DF-F8A8-4B16-95C0-CF86BF1D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90bc8ec034b92"/>
          <a:stretch xmlns:a="http://schemas.openxmlformats.org/drawingml/2006/main"/>
        </p:blipFill>
        <p:spPr>
          <a:xfrm xmlns:a="http://schemas.openxmlformats.org/drawingml/2006/main">
            <a:off x="895281" y="1695450"/>
            <a:ext cx="659143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34BF4-AB2E-4604-A78E-FE2D1838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299EBB-998A-4A94-973E-BB19BDB9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31AD35-6F8A-4393-BDE0-A2981614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Positive growth marks unstable branches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742AA-2997-472B-AC6D-6203410A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E6CD54-BC7F-4D91-8F71-EB00186D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peak is not the heat flux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29D18-FC19-484D-ADC3-993AD5BD6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00E29-B722-4A70-90BE-21F51014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growth rate as a screen, not as the final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76AA0-C0F6-4BD5-B2FB-D2595365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ec59872b3a462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6B865-DBBA-4F9B-AEC4-77D05005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Linear growth is a fast warning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8FD01F-95A8-4026-934B-39D8516B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9B3F02-20EB-471B-A777-C6E2C389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6C8EF7-1098-42C4-9D6C-62BDF312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A4754-7F79-4CA1-BBD8-824F5AB8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AC9007-74F5-46F4-BFF4-00AD61DB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27ADF1-1F76-4EE9-8692-E01F04A8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90846031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4196ED-D241-44C0-A078-5C9BAF1E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FE7BA-D383-4EB0-8FC4-D0F14956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41f8a141c474e"/>
          <a:stretch xmlns:a="http://schemas.openxmlformats.org/drawingml/2006/main"/>
        </p:blipFill>
        <p:spPr>
          <a:xfrm xmlns:a="http://schemas.openxmlformats.org/drawingml/2006/main">
            <a:off x="1023336" y="1695450"/>
            <a:ext cx="633532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75DCA4-82E2-481F-8920-AB95E943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3BB73-720A-4E81-9669-300EB788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6B897-615B-4423-A223-290B7D00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and frequency belong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2021B-BA68-459E-9ECA-F67C982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90EB9-C11D-4915-A281-30AEF3BE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sign and trend help classify modes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03898-37FB-483D-9D1C-BBD07850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2B744-160F-4B94-BE29-25DA3140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Frequency is diagnostic context, not the scalar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D38FDD-0646-49A6-8E6D-F7B6EA9C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5b302e3094452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8FD00-03A5-4BAB-A742-5DEC3C5E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Frequency helps identify the 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22F9E-367E-458D-BE60-7B92A406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C8AA2-58E8-4FF2-8F1F-255A9122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A8C503-65D9-4B29-B4B2-75A41A7C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5B8B4-BE11-47B7-9B14-CF522950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BD3C5-12BE-4118-969C-058D3B9F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E38BD-3D64-45A0-9997-F413112C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25714217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826BEB-9116-47F9-85A3-B40D12CD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702F4-920D-4100-A262-EF66FC63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641dccb7684d9e"/>
          <a:stretch xmlns:a="http://schemas.openxmlformats.org/drawingml/2006/main"/>
        </p:blipFill>
        <p:spPr>
          <a:xfrm xmlns:a="http://schemas.openxmlformats.org/drawingml/2006/main">
            <a:off x="895381" y="1695450"/>
            <a:ext cx="659123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4ABD9-E4D2-4D44-B27A-7C85F3A6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E12B8B-99E0-4442-9A77-2E3D8263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C437F-3254-4B69-A787-9535CE22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 circle: proxy winner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049F7-D4EC-4B93-BD23-14762A2B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D21E4-7535-4FE0-91E6-C78158BF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Green circle: validation winner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01E83-DCC0-4215-8E8B-5423708E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8491E-CDFC-4CAF-A816-8EF8C285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ranking failure is the point of the plot.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3953F-D8F4-4D61-9E24-6C971F5E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d76c623e94bc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8EDB7-FCCE-4545-86DA-F951D455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proxy can pick the wrong winner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D148D-E37F-4E5B-8B4E-7B36497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756FD7-FED6-4648-81AB-E5B3780B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10253-69EB-44AF-952B-6B466FC3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29A20-65B8-4611-A2F0-A67C5EDE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A3646-F55F-4A13-B1CB-042A3004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16EA6-3488-4253-AD66-115CF9B2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6133478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D01F8D-C9C5-40EC-9E04-A2A70ACC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516CF-5391-4DF9-90A5-36972A2A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426e9b57f417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BB27A5-A437-46EC-95CE-F6F92C4C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turbulence proxy versus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21CE5-FE35-4DAB-975C-AD7E4BAD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C6FEF-B2DD-4971-BC05-6620984A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FABC84-9B83-45FD-9016-0EE3493F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4E8124-586E-42D9-BFE3-56C58CE0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E6AE7-3006-41C2-97AF-05FE8C9D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notebooks/08_spectrax_gk_linear_metric.ipynb + notebooks/09_turbulence_metric_surrogate.ipynb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F8AFB-2704-44A8-957B-FDA52F4C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0434C5-8F51-4BC3-BA82-25B11AC5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proxy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2869E-DE05-41DF-A451-6E896B17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A61CAF-7200-4C2D-97A0-EB5DA0C6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validation 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A4713-D86E-4F98-A773-DFACBDE5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4C6E0-C64A-4A20-B2B2-AD3195D1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failure mode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2d89f7eeb4421"/>
          <a:stretch xmlns:a="http://schemas.openxmlformats.org/drawingml/2006/main"/>
        </p:blipFill>
        <p:spPr>
          <a:xfrm xmlns:a="http://schemas.openxmlformats.org/drawingml/2006/main">
            <a:off x="5619750" y="1718174"/>
            <a:ext cx="5334000" cy="3021601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A5171-5BED-4C92-8634-9AA82A07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22E29-C973-435D-A047-7E8E8EE9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Cached mode first. Repo: https://github.com/rogeriojorge/sos2026-rjorge-stellarator-optimization | Docs: https://sos2026-rjorge-stellarator-optimization.readthedocs.io/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B32FA4-23D4-440B-943A-0B50714A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FC153C-3292-45A4-A599-45D49717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5E375-7F13-480B-A651-407A2D12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34DF91-36CF-40F8-9069-C94E27B5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5DA94D-2F36-43A9-9CF0-B2037AAC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84558693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94C96-0232-4808-B2DA-274A699B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E896A-ED1B-4C19-9E70-BBA26352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b53f01dd245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EC9EE-A9C8-4F1A-B552-0281A186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5D8B1-F5EB-472D-A17B-C24CE212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828B1-7ED8-42C1-B421-DDB052B2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3. Fast particles are reactor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2C977-8CCB-41D6-BD66-4753C333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8A1ADD-BEB7-4373-B9A4-DCF48739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AED6F-CBEF-4CED-B011-EA326F79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 confinement, wall loads, and orbit classes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09AEC-0083-4014-ACC7-3873BD1E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32E3E-5A65-4AE9-9C15-D6BEC41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Particle metrics must rerun after coil changes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3491A1-B9D2-4D31-880A-FD7091A9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3EE0B-C165-4495-9472-384D48C6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B7AE72-8178-45F3-927C-E55EE6FE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C28F0-71B8-4758-893C-57BFC532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8294C-DB65-47A8-B05C-1EC593D8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143458579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3B735B-4E3E-455B-AFF0-00D718CD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10D1C-7566-47FA-828F-BBE69118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bdca1addb449a"/>
          <a:stretch xmlns:a="http://schemas.openxmlformats.org/drawingml/2006/main"/>
        </p:blipFill>
        <p:spPr>
          <a:xfrm xmlns:a="http://schemas.openxmlformats.org/drawingml/2006/main">
            <a:off x="1804538" y="1695450"/>
            <a:ext cx="477292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AF7E4-1546-4970-9963-830E2E2C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EC36B-E1F1-4A27-B95A-0E9BFB0C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557A1-DE36-433C-8B2E-D5445E8B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fieldline picture can look acceptable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C628A-A8EF-4067-A52C-D6BAB940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416E5-A949-4451-9510-80135C53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An orbit diagnostic can still fail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3D05B1-0308-43F9-A8FF-596803B5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04348C-408D-4B64-B0B2-6942B0E9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Fast-particle checks belong in the validation ladder.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BBE20B-63C9-456B-915A-4164F709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750a746472422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E4D3B-80AE-437D-90D4-74FD1ABD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 metrics connect back to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8DADB1-8D34-4FEF-BDFA-1F5AF6EB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22DA4D-2902-4830-94EE-03B1FB04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5D3A0-6592-4AA5-A7F6-41A0EA28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91F8B8-9CB9-49CC-879B-C4651634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919612-AAFF-4FD6-90D1-3FE3D31C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AD0C1-8901-4056-8498-1D1E250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38444617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007894-95CF-4A5B-862D-7B91DA4E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4958D-ACC7-4449-AFAB-C146317B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A8AAC8-7532-459A-B727-FC40E717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7CAD6-4174-4811-8908-B7A0ECCE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34E50-154E-4A5A-81CA-B464C6C3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EDCDB-C138-4A60-B784-9CB93B0B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metric fail on a known bad design?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7F766-80BF-4826-9BBC-420ED92A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8D917-437B-4763-9870-2B1061D1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rank a known good design correctly?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3F2E54-546D-4462-AAE9-BAAFFB76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8B243C-22B8-4B03-9AC7-3951320F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change smoothly under perturbations?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2E147-CF5B-499D-8309-1D9BD910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19457-80C9-4207-B208-145DE8C9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EBA94B-4F10-4D45-A1BD-118BEB38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8e3dfe5c14c2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7828F0-64D5-4AD3-91DE-403D867E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compares failure modes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A98C6-2D35-451E-849A-013DA0A9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3FD348-F2C9-4DDE-A378-F0F03D5C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B0178-2F6B-4967-A636-96BF96A0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7CF91F-4AC2-49C0-A5AA-812D39CB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D828A9-10A2-4293-B2FF-721AB69D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8AB98-ED86-45D7-93C3-3F667282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25613301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322748-C5F5-45E9-80A4-31498A26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8EDFA-4717-46D8-9741-49DA9BAE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23faf709147f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D03E4-A12D-48D2-AB67-53C418DE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trust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4228C8-3208-4DE4-AE81-8FB00BCA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EE108-0126-4828-8C8B-C5B8D858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7196D-42E4-4B32-9312-783BDAD6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AD6DF-B87B-4E41-BC3C-466215DA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662EB7-A8DF-46A4-9033-382B4C4B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B038F-694F-4703-BC9F-B241AE12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31075-9771-45A9-9E9C-054A704A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3C686-59BE-41EC-85B8-45D9F639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Screen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BFF71-3BD2-449C-961D-39DAF1D4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or reduced model trend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20E46-36A0-4A87-B721-D874A51D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2C1B1-65A0-4458-BA86-FFCE2090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69E3-0FB1-479A-ACEC-AEF3048F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Ranking hypothesis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BF0C1-1176-4CF7-A380-0DA9B584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tiny or quasilinear 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235D9-EBC9-481E-BCD0-2ABE0B08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F5D501-BBB8-4592-80D9-A74295F7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4F31D-9E99-4326-8B63-67F26D69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A49240-E4B1-47C4-8BD8-26495EF1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run or experimental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01965D-0AE0-4EFF-AAC8-0C0463CE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588AFF-02DD-407D-AC40-119C387D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26694D-8C97-4022-B73D-610E6ED7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4DE41A-C065-493C-ADFE-94955C6D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C5DFE0-1689-44FC-BECD-EFE56398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214671021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EF874A-DE7F-45B5-AFC9-81E28927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85B69C-EA95-4B95-B6CE-2A83F375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8f1e0b2744f5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6FC35-4823-4EC3-B9EF-CBD7557B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3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8F7F-53EC-4065-AFBD-E9D7E564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F9911-C148-41C9-BD95-7E167F50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BDD9A-83F6-493A-B369-966AC926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cheap metrics to steer the 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7C49C-E9CE-4785-B08B-D867148F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4A9C56-9AEE-49A5-8D3A-4FE0D24A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expensive metrics to challenge finalists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AF036-A427-412A-B8B4-EB856950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C276C0-8DC9-4EAC-9B77-E671EBC3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and regimes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9D5119-C3C1-47B4-9F41-CDC71C07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3998-1CAA-4BB3-B1AA-72A52739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Never hide proxy failure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18F7DE-02E3-42E3-B8F4-9737C72C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BC6A79-BC86-49EB-A190-ABA00B3A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6A23C2-DDBD-46B6-82DF-CCB74EE3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6E0A28-630C-44A2-98BE-125D8946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7BF8A-7BB7-4E36-A951-1E705BC4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ED1F5E-BEE8-492D-B396-5FBE2B24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80F948-E1A8-423B-AF15-F5E80D6D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6094717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A22371-4866-4A2B-831B-8F4DF908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71DBF-DA54-4F46-9AA8-08009A00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eb591d50f420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DB148-A9EF-41D4-9566-108E94EF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metrics are gates, not decorations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EA9E6B-45D7-4B1F-AE53-D5363C7D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1489A7-8231-4CAC-8D6B-153417AC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388C9D-E33D-4010-812E-BE04448F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design survives a stronger 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BCB6C-A17C-4F75-B108-7143C42E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374C1-CF3E-4BE1-8F83-4431934F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77DC9D-B2F6-4297-84FA-38A3B03B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0A39F-32C4-4F6D-A1B9-106F7C11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3E6D7-2F6F-4E35-BEB8-99BFC76A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5737085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BFC067-4F5A-4D5B-9A65-6AB7C71B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31EBC8-FEE9-4276-B5DA-CF0BF616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62b0612c4402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746FB-5BB3-493C-8E57-A694BC8F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D6B0D-21AA-466B-87FE-4A65301C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B6EDD-93B2-4CEF-9C1B-F2E3E52D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3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7D15F-ABA0-4A0C-BCA4-7C08FFE5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9AB08-321F-47BF-9652-FC5CA75A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46413-52C3-4040-B757-2F7FCFD1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SFINCS, SPECTRAX, or particle tools are 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1F233-4C35-49DA-A545-48D6CABB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5BD9F-3937-429F-8DDD-4C82948C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cached ranking plots 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2A8EAE-760B-440C-9A11-4439537E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17B4E4-E08F-4F02-A6F0-D349DEF2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5789D4-62BA-4BFC-8114-D2A7025E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5725E-87C0-44D6-AEDC-B826BCB8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FB16EA-7F2B-4CF2-8F32-6FD0F206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170398025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51D663-73E5-4ED3-AA05-CE580B22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339F2-5E3D-4001-9F67-9845E437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fea51b27f344d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A3C7C-EE13-4C85-9199-56665B8F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DABA1-123D-42ED-B78B-3498E170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5F3B9-E626-4BD0-B24B-049A8054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160E17-C814-4B4F-826A-6C8101DA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AF3873-951A-4260-8589-99827EA0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10307A-F528-4240-9F44-92635BAC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F40538-A3C3-47CD-A5B3-C14D77B3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384F2-561B-4A42-8F2B-EBEFFF0C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4DC71-9333-4292-9E57-584160CA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14EB20-E5AA-4268-967C-6C6C2D9E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low-collisionality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CCEA27-0162-4288-8B52-CADC4EFA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83ADCE-4A31-442E-B337-1F566A09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DCB12-D23E-4454-8288-CA8C2634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Ambipolar roots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A23F5A-5DC7-44FD-A39E-E62A2FAE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radial electric-field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C8CA24-4F12-4F34-BE06-658065C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F5716E-4CEE-4AB4-9189-7E3C855A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FC77A-B7D3-4C9A-B486-F74ACC3A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Bootstrap current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CBCC75-6072-412D-BD77-BE86943D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profile-dependent equilibrium feedback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015F92-072B-43A7-A4B8-0ABB8007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E23010-579E-4FBE-BC99-9934B166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EE175-9EBC-465B-8637-622C805E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2F68F-301E-4024-A31A-63C6BA64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9853DC-01E8-46F9-BE32-F5D73FB8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23714784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1DF2CC-BBF9-4BCD-A448-FE95A8C5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F9C6E-BC1A-462B-988A-CE5EA5DD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dd2f207194e8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565E4-81C0-44D2-B464-8FA48D452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76A680-8D75-4AC3-B102-9B93A5D2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D1593-AE9B-4403-9772-466E049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CBDEC-7362-440D-A043-2CB2A8A9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28CC0-337D-4D29-876B-2CD7A871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48DE8-D9D2-4824-ADDD-6AB1F248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1D8D5-C339-4A1F-85EF-50A733B3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A00499-914D-4114-95C1-6AA36199E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32F0A9-5569-4518-AD1B-B5809E1F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Linear growth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9291FD-13B9-4668-9E21-3C58DBB5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 instability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53FA6-0090-4861-A08E-29E76AC5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BC1A8D-A2C4-4F3B-94B6-DECFFED4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464DB-A011-4F34-B8A5-96412745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Quasilinear weight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6F44E-2766-44EF-BC97-B57DF020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ranking 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B7F65C-0FFB-4633-8842-5482111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1B8AB-2DD7-45F1-A96B-E982461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37082C-4DBE-4BBA-8EE2-0910782F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Nonlinear heat flux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815CE5-BEE8-49F3-A451-93218FB5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for finalists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EC3F2B-94AB-4DFC-A9EE-8735EA29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C0E2C8-E65C-46C4-910A-8F2A2183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1BAA7-F81A-44E0-AB70-CE53B7D9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A750E9-401E-42F4-9266-B568D161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DF8AC1-C4BB-4351-9669-C4574143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175876186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B9D2EA-54A8-4DE2-ADC9-AA90A16D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1FC5E-0429-4FB4-A67D-2EA598B88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8d42cee44466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25C39-1E97-47A7-9731-19DB21CA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NEO_JAX and SFINCS_JAX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0C2FF-78BB-4C52-A0BA-4D133A3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F0FB5-0759-448B-9A68-351D45FA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6C440-29A8-4631-973D-2661B0272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4B549-583E-43E7-A472-C6E8F56A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BC1DA-5C5F-4049-B9B1-4C661307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6590B3-A97D-4CBE-9AC0-6B23DEC8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C8FC0-454B-49C3-812D-76EE9A95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same equilibrium and flux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DA847F-9BB9-4112-81F0-0D2B7B5D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5CD166-4509-45D4-8992-C59421D1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Scan collisionality and radial electric field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FB6C98-5508-4CCF-A802-377A98D3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82312-D3C4-4E15-891F-BE40A2C0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compact metrics before detailed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99AB28-0DDB-46FB-BC7B-19CDD062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D2FFCC-ECFD-435C-9BE1-27A0A66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E71A78-6267-477B-8775-17C66128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803AC-A257-4535-BBAD-7A5118A3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1802D0-6BE8-40DB-BF85-6686BA3F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5668546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CFC05C-0E3F-443C-AF02-58C25840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40352-6F4F-4C6F-8275-3073A01E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5e0c67df8425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3F2881-6432-4E07-8DD0-A5A147C4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SPECTRAX-GK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44C02-7364-415C-A5CA-74B5CCDF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0E918-C871-4482-BEDB-D75EFD7A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421F6-C662-4275-95C3-61DCAC23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80373-1D2F-4EE0-ADFB-F373CE8E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36DE3-D221-4B4E-875D-785D5F3D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DC38A2-8153-4174-B09C-B1232355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AFDC9-8F2C-4FFB-A9AB-274493CF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with a tiny linear calculation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D109D-82E9-4C53-9D8E-FE4DF577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00136-A6BE-4D8C-98C2-F9982086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growth rate and frequency versus ky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000108-BB8E-4482-8FF8-51144A06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BAF5B-E5D8-43CB-B6B7-B27A602D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nonlinear validation gate explicit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251C53-9810-4DC2-90A6-A66F5984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6ACF36-1FA5-47FB-9A82-CF573E3E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36615-35B7-4806-A8DB-BDE756D7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0002AE-4275-458F-9C92-382C21A0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4421F3-16DC-4C32-9125-1A24B793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18663117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B612BD-994D-47B0-9C4D-5F29AC33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9988AD-2951-4809-BA6E-625C4D99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AC7CC-4B93-4EFF-85DB-1532A1F1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8547-4F02-4A12-B962-0C1AA22D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72585-E15D-4A93-A5A9-0DC38B72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3F2BC-0A51-497A-9F41-AEE5D3A3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rate screens instability before heat-flux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09016-B9BE-4462-A03F-48139072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D1636-5155-4E88-9804-8C4755AB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ripple value should point back to where losses occur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FD9DC-2D20-4691-ABEB-3AB62CFD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93947-C752-4C2B-943E-562013EC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profile proxy should lead to a solved discharge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1F5CA-D90C-4245-A995-A8777A69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FDCC19-AA82-4B40-914D-4DD14ACA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34082-0DAB-47C6-85B7-38551B7D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9deb2419ab413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D3171-2102-442E-BA45-F78F9FA0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to read a fast 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BC1BD3-CCBF-4D62-9CB5-5BDC1C19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5FFD1C-9071-4B27-93FA-4906FE40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CE1E30-78E3-4B72-9EF1-AD7C0C3F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4830F-9093-4150-BE7E-EF540F2E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79FFC2-111A-4A06-9CDC-181C1040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E251EC-625F-4A0C-AF82-99835DB2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47757201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974E7E-4011-411B-BC48-5B8718CFE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B84ED5-D837-4123-95AB-1F5DAC8C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429625753a4942"/>
          <a:stretch xmlns:a="http://schemas.openxmlformats.org/drawingml/2006/main"/>
        </p:blipFill>
        <p:spPr>
          <a:xfrm xmlns:a="http://schemas.openxmlformats.org/drawingml/2006/main">
            <a:off x="895281" y="1695450"/>
            <a:ext cx="659143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288B6-B704-4FCF-8167-34A6F5AD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8BAAB-1E52-46C6-9484-542603D5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CEDDE-59DD-4448-B897-D5E68AE0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live linear run is slow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F0915-C167-4A49-BB91-0BA3F382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CC076-E34B-414D-9D90-2D489A5A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what the scalar should 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C13D0-84F6-4BDF-A32B-B48317DB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49B33-1974-4D6F-9EEC-ED6A7CDF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C88B8-882E-47DB-9AB3-DF0EFBF1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1c67343c0495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3A876B-C63F-4B07-97B5-CB60470C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growth-rate spectrum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E506C-6B84-4B43-8E57-475C1A36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52BC1-4BD0-4F17-BEAB-0DBBE7F0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0B3609-34A2-40A0-BDF8-EE035CEE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3165A-0B82-4085-8825-1079D570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4F1A5F-9B86-4BF6-8B60-B34508F5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D2CB94-AFD5-44F6-B0EE-DC38F170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214083207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17198A-59B4-46AA-A2B2-7DAC6C5E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2BF30-CBAD-4226-A167-1DA61E21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5f0448dea42ca"/>
          <a:stretch xmlns:a="http://schemas.openxmlformats.org/drawingml/2006/main"/>
        </p:blipFill>
        <p:spPr>
          <a:xfrm xmlns:a="http://schemas.openxmlformats.org/drawingml/2006/main">
            <a:off x="1131904" y="1695450"/>
            <a:ext cx="6118192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500A8-B18D-4BF9-A99C-6D5BB147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3C58A-E95C-436D-B7E7-978F2181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8B358-C3C9-49BC-A475-5CFD918B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motivate turbulence after neoclassical success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A3292-154A-48FC-9F4D-BA3CE4E9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4D6B7-3533-43FE-B3F9-C04C1615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cartoon label visible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9C106-C927-4138-9A9B-07170CD5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CBA399-7AAB-4345-AB89-C283FF6B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1CF699-010E-4C29-BE25-B54DDBE5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94e897e7148e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C5D6D-4005-48CF-95E0-24817670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Backup figure: W7-X clamping cartoon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FF7BCF-08E7-48FE-BDCB-F1810CC18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6C5816-C3B4-4312-99EE-FB7A7FEA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770D3E-EC10-46E1-8E3E-439CD941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CB87B7-F789-4A89-974A-B2798FC5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C5045-B6FD-423F-B2AE-37112089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6EDBB8-3F54-4EF5-9895-A7330A0F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1149088334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4EDDEE-4199-4430-83BE-18FC0742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F75625-2320-4370-A0F8-90611D5B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51ea6a6204bc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1ABE7-EDE7-4419-8BD2-39D5E6D6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Before showing a transport number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97B5-ED46-4DCA-8A36-439D9EC4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9D74C-CB57-4EEF-A78E-717E6875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15299-1262-469D-A858-E41D3926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5837A-E903-4FC4-9861-E70FF0643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2C46F-762B-445A-95AD-FC118B29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C6C8FE-D773-4540-9CC9-F7AEFE92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1F25B-227E-4190-961C-B6099907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1EBE0-EDE4-432E-A6F4-A28B40A0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9217AE-32B1-49E5-8A0B-72EC526A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surface and assumptions?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A6C22-4B12-43E6-ABD2-3BAF6DDC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401E0-0717-483F-9A4E-3DE7CAA8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223DF6-1D03-490F-A830-C030BA49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Kinetics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85BB33-7856-4400-8F11-7E5CBF9D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species and collisionality?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015E8D-A07B-4E27-9EAD-08B4016A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C01BE0-70EA-49FD-A220-6C47857A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D075C6-ED41-4BC6-8C2E-045318A7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636732-40D2-4E07-BADA-1AF74307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expensive calculation confirms it?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16836C-BF5C-4A58-86D1-F21059E6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0121C-8385-4F00-8C3C-760630F8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E78ACC-C89B-4098-9C1F-0487F51A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D5DCA-74C2-46E5-B521-D9D2EDAF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F386E5-76F7-4FCF-BC10-C6C9A9FF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819836846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964392-421A-43C6-B2A6-506964DA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8E5476-3A4A-4622-9AF7-21E71A00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0878f3c3e4e8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2D30B-2D65-48F6-A769-168C3CD1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can reverse the ranking?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A45071-CEDF-41BE-B4A4-8E6F4BC6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31FDF-30C4-48F5-AC39-E5DF8A2C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7A7FE-F5BE-45DF-B1E0-3DF57990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6D56C-A26A-40E4-9462-875B7A73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7CDCE9-2786-4430-84DD-F358BDC8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5625EE-CAEF-468B-9B9B-07CB932B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60585-0A35-4987-98D0-1E31AB60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DB951-EF3A-4087-BAFC-76BBDA2D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winner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60D1E-DACE-4D22-97BA-436FC577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lose on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1DA81C-7961-4FA9-A023-BD38DC67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DB312-A744-4EF8-B38E-527B0B6C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ED163-E905-4846-ABE4-574BAE50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Turbulence winner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F01546-A3F3-47A9-BED2-670920B3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fail alpha confinement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6DDA8-E058-4A9C-B993-8F8A300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5D88F-6E9E-425E-84F5-C2907A17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9EC6C7-DF9C-4A6E-BCB8-8BF2DB77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B194C5-5372-4292-8688-C72155FB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move both metrics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A00DC6-044C-43EB-AC36-CE9F8E30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02800-ECB3-41CD-859C-4056ADA0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6145D1-A67D-4888-BAB1-EB32CCF0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647330-DDD8-425C-9099-4925210C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CC0AA0-50DA-446D-A575-DA45F4EA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200533190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0C6A6F-4856-4D12-9555-D0067E6C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937A4-7735-4618-AF28-22F7C061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46A45-AB98-442D-8DC5-FE4192E3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e815c420c642d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AB7853-B65C-49F9-8416-825376BD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E4B75-1A4B-4637-92B0-680B3C6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2A895-6F1A-4A91-AC3B-8B995722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485B1E-0CC9-4848-984D-0F339CD6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85858-88B9-4186-86B6-02CA9CDC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8303DD-55EE-4332-A69F-649DC602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7E0D19-EF67-413C-A87F-B1132277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9F450-1D76-4E5C-9E7C-0D422519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59433-4E0F-4DC2-8147-ED68F689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77B534-8E82-4433-95B3-0AC5CCEE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CA642-5CA7-414E-A34C-D1A01D502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152E1B-6986-4E7A-877B-E4044584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68B54B-7A42-4006-8502-C7C44CD2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1281299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2026-05-23T18:32:11.4480000Z</dcterms:created>
  <dcterms:modified xsi:type="dcterms:W3CDTF">2026-05-23T18:32:11.4480000Z</dcterms:modified>
</coreProperties>
</file>