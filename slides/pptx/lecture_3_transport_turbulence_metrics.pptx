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555a328e408448e" /><Relationship Type="http://schemas.openxmlformats.org/officeDocument/2006/relationships/extended-properties" Target="/docProps/app.xml" Id="R6860215af38f4be7" /><Relationship Type="http://schemas.openxmlformats.org/officeDocument/2006/relationships/officeDocument" Target="/ppt/presentation.xml" Id="R2bcb447c0afa4d7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e427613dce3434c"/>
  </p:sldMasterIdLst>
  <p:notesMasterIdLst>
    <p:notesMasterId xmlns:r="http://schemas.openxmlformats.org/officeDocument/2006/relationships" r:id="R2b2422088c554c72"/>
  </p:notesMasterIdLst>
  <p:sldIdLst>
    <p:sldId xmlns:r="http://schemas.openxmlformats.org/officeDocument/2006/relationships" id="256" r:id="Rcb39f78495754926"/>
    <p:sldId xmlns:r="http://schemas.openxmlformats.org/officeDocument/2006/relationships" id="257" r:id="R6a23a5dc38214815"/>
    <p:sldId xmlns:r="http://schemas.openxmlformats.org/officeDocument/2006/relationships" id="258" r:id="Re4599af09a1444e9"/>
    <p:sldId xmlns:r="http://schemas.openxmlformats.org/officeDocument/2006/relationships" id="259" r:id="R8b681639d3f640f1"/>
    <p:sldId xmlns:r="http://schemas.openxmlformats.org/officeDocument/2006/relationships" id="260" r:id="Reda1e70690f84859"/>
    <p:sldId xmlns:r="http://schemas.openxmlformats.org/officeDocument/2006/relationships" id="261" r:id="Rd4ad9a89345c42ff"/>
    <p:sldId xmlns:r="http://schemas.openxmlformats.org/officeDocument/2006/relationships" id="262" r:id="R4f192105fdc2470a"/>
    <p:sldId xmlns:r="http://schemas.openxmlformats.org/officeDocument/2006/relationships" id="263" r:id="R2d8d596943284774"/>
    <p:sldId xmlns:r="http://schemas.openxmlformats.org/officeDocument/2006/relationships" id="264" r:id="R0ef52ede105b4b24"/>
    <p:sldId xmlns:r="http://schemas.openxmlformats.org/officeDocument/2006/relationships" id="265" r:id="Rbca3d796b65c4687"/>
    <p:sldId xmlns:r="http://schemas.openxmlformats.org/officeDocument/2006/relationships" id="266" r:id="R1d00aebbc772487e"/>
    <p:sldId xmlns:r="http://schemas.openxmlformats.org/officeDocument/2006/relationships" id="267" r:id="R7a82961493ee4c1f"/>
    <p:sldId xmlns:r="http://schemas.openxmlformats.org/officeDocument/2006/relationships" id="268" r:id="Rb2b5e59166a34d2d"/>
    <p:sldId xmlns:r="http://schemas.openxmlformats.org/officeDocument/2006/relationships" id="269" r:id="Rc30f26b30c6443e7"/>
    <p:sldId xmlns:r="http://schemas.openxmlformats.org/officeDocument/2006/relationships" id="270" r:id="R692bab1c7d074404"/>
    <p:sldId xmlns:r="http://schemas.openxmlformats.org/officeDocument/2006/relationships" id="271" r:id="Rb32c13dae0b541ac"/>
    <p:sldId xmlns:r="http://schemas.openxmlformats.org/officeDocument/2006/relationships" id="272" r:id="R7d1f4b76fe774fe3"/>
    <p:sldId xmlns:r="http://schemas.openxmlformats.org/officeDocument/2006/relationships" id="273" r:id="R352f2b5f54894e9b"/>
    <p:sldId xmlns:r="http://schemas.openxmlformats.org/officeDocument/2006/relationships" id="274" r:id="Rb728a8706042476d"/>
    <p:sldId xmlns:r="http://schemas.openxmlformats.org/officeDocument/2006/relationships" id="275" r:id="Rbf318d13ba054625"/>
    <p:sldId xmlns:r="http://schemas.openxmlformats.org/officeDocument/2006/relationships" id="276" r:id="R6a6fc50a68ef4423"/>
    <p:sldId xmlns:r="http://schemas.openxmlformats.org/officeDocument/2006/relationships" id="277" r:id="Ra66277bd0763473c"/>
    <p:sldId xmlns:r="http://schemas.openxmlformats.org/officeDocument/2006/relationships" id="278" r:id="R537f915d5989444e"/>
    <p:sldId xmlns:r="http://schemas.openxmlformats.org/officeDocument/2006/relationships" id="279" r:id="R6c74d15d0d044fc5"/>
    <p:sldId xmlns:r="http://schemas.openxmlformats.org/officeDocument/2006/relationships" id="280" r:id="R250eece6aa634137"/>
    <p:sldId xmlns:r="http://schemas.openxmlformats.org/officeDocument/2006/relationships" id="281" r:id="Rd613f0216b30448c"/>
    <p:sldId xmlns:r="http://schemas.openxmlformats.org/officeDocument/2006/relationships" id="282" r:id="Rd146c3ff5fbd4ed9"/>
    <p:sldId xmlns:r="http://schemas.openxmlformats.org/officeDocument/2006/relationships" id="283" r:id="R8794a0f5216145dd"/>
    <p:sldId xmlns:r="http://schemas.openxmlformats.org/officeDocument/2006/relationships" id="284" r:id="R3fa27e38fa1843c3"/>
    <p:sldId xmlns:r="http://schemas.openxmlformats.org/officeDocument/2006/relationships" id="285" r:id="R0622cf3812094122"/>
    <p:sldId xmlns:r="http://schemas.openxmlformats.org/officeDocument/2006/relationships" id="286" r:id="Rfcae7d349cf14253"/>
    <p:sldId xmlns:r="http://schemas.openxmlformats.org/officeDocument/2006/relationships" id="287" r:id="Rff01fc7e9bc94bf5"/>
    <p:sldId xmlns:r="http://schemas.openxmlformats.org/officeDocument/2006/relationships" id="288" r:id="Rf3a25d4280d24783"/>
    <p:sldId xmlns:r="http://schemas.openxmlformats.org/officeDocument/2006/relationships" id="289" r:id="R70194d685ff047bd"/>
    <p:sldId xmlns:r="http://schemas.openxmlformats.org/officeDocument/2006/relationships" id="290" r:id="Rf33da9f9b4094577"/>
    <p:sldId xmlns:r="http://schemas.openxmlformats.org/officeDocument/2006/relationships" id="291" r:id="R1dfc19486c334a5b"/>
    <p:sldId xmlns:r="http://schemas.openxmlformats.org/officeDocument/2006/relationships" id="292" r:id="R4d13ed8f45be44bd"/>
    <p:sldId xmlns:r="http://schemas.openxmlformats.org/officeDocument/2006/relationships" id="293" r:id="R8d24e454c72d45fb"/>
    <p:sldId xmlns:r="http://schemas.openxmlformats.org/officeDocument/2006/relationships" id="294" r:id="Reac3d59ce64a473e"/>
    <p:sldId xmlns:r="http://schemas.openxmlformats.org/officeDocument/2006/relationships" id="295" r:id="R6429ffbd81c34d71"/>
    <p:sldId xmlns:r="http://schemas.openxmlformats.org/officeDocument/2006/relationships" id="296" r:id="R5e4d172a6dc64ed7"/>
    <p:sldId xmlns:r="http://schemas.openxmlformats.org/officeDocument/2006/relationships" id="297" r:id="R73e991e96e9348d4"/>
    <p:sldId xmlns:r="http://schemas.openxmlformats.org/officeDocument/2006/relationships" id="298" r:id="R6df7c6d8c2a54527"/>
    <p:sldId xmlns:r="http://schemas.openxmlformats.org/officeDocument/2006/relationships" id="299" r:id="R185b4576f4904ea1"/>
    <p:sldId xmlns:r="http://schemas.openxmlformats.org/officeDocument/2006/relationships" id="300" r:id="Rb2a323d10083450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427613dce3434c" /><Relationship Type="http://schemas.openxmlformats.org/officeDocument/2006/relationships/theme" Target="/ppt/theme/theme1.xml" Id="Rca6de3d1a0bc4084" /><Relationship Type="http://schemas.openxmlformats.org/officeDocument/2006/relationships/notesMaster" Target="/ppt/notesMasters/notesMaster1.xml" Id="R2b2422088c554c72" /><Relationship Type="http://schemas.openxmlformats.org/officeDocument/2006/relationships/presProps" Target="/ppt/presProps.xml" Id="R5be5ee03c77d49d6" /><Relationship Type="http://schemas.openxmlformats.org/officeDocument/2006/relationships/viewProps" Target="/ppt/viewProps.xml" Id="Rfc79439e8af841fd" /><Relationship Type="http://schemas.openxmlformats.org/officeDocument/2006/relationships/tableStyles" Target="/ppt/tableStyles.xml" Id="R8f2b93851f784972" /><Relationship Type="http://schemas.openxmlformats.org/officeDocument/2006/relationships/slide" Target="/ppt/slides/slide1.xml" Id="Rcb39f78495754926" /><Relationship Type="http://schemas.openxmlformats.org/officeDocument/2006/relationships/slide" Target="/ppt/slides/slide2.xml" Id="R6a23a5dc38214815" /><Relationship Type="http://schemas.openxmlformats.org/officeDocument/2006/relationships/slide" Target="/ppt/slides/slide3.xml" Id="Re4599af09a1444e9" /><Relationship Type="http://schemas.openxmlformats.org/officeDocument/2006/relationships/slide" Target="/ppt/slides/slide4.xml" Id="R8b681639d3f640f1" /><Relationship Type="http://schemas.openxmlformats.org/officeDocument/2006/relationships/slide" Target="/ppt/slides/slide5.xml" Id="Reda1e70690f84859" /><Relationship Type="http://schemas.openxmlformats.org/officeDocument/2006/relationships/slide" Target="/ppt/slides/slide6.xml" Id="Rd4ad9a89345c42ff" /><Relationship Type="http://schemas.openxmlformats.org/officeDocument/2006/relationships/slide" Target="/ppt/slides/slide7.xml" Id="R4f192105fdc2470a" /><Relationship Type="http://schemas.openxmlformats.org/officeDocument/2006/relationships/slide" Target="/ppt/slides/slide8.xml" Id="R2d8d596943284774" /><Relationship Type="http://schemas.openxmlformats.org/officeDocument/2006/relationships/slide" Target="/ppt/slides/slide9.xml" Id="R0ef52ede105b4b24" /><Relationship Type="http://schemas.openxmlformats.org/officeDocument/2006/relationships/slide" Target="/ppt/slides/slide10.xml" Id="Rbca3d796b65c4687" /><Relationship Type="http://schemas.openxmlformats.org/officeDocument/2006/relationships/slide" Target="/ppt/slides/slide11.xml" Id="R1d00aebbc772487e" /><Relationship Type="http://schemas.openxmlformats.org/officeDocument/2006/relationships/slide" Target="/ppt/slides/slide12.xml" Id="R7a82961493ee4c1f" /><Relationship Type="http://schemas.openxmlformats.org/officeDocument/2006/relationships/slide" Target="/ppt/slides/slide13.xml" Id="Rb2b5e59166a34d2d" /><Relationship Type="http://schemas.openxmlformats.org/officeDocument/2006/relationships/slide" Target="/ppt/slides/slide14.xml" Id="Rc30f26b30c6443e7" /><Relationship Type="http://schemas.openxmlformats.org/officeDocument/2006/relationships/slide" Target="/ppt/slides/slide15.xml" Id="R692bab1c7d074404" /><Relationship Type="http://schemas.openxmlformats.org/officeDocument/2006/relationships/slide" Target="/ppt/slides/slide16.xml" Id="Rb32c13dae0b541ac" /><Relationship Type="http://schemas.openxmlformats.org/officeDocument/2006/relationships/slide" Target="/ppt/slides/slide17.xml" Id="R7d1f4b76fe774fe3" /><Relationship Type="http://schemas.openxmlformats.org/officeDocument/2006/relationships/slide" Target="/ppt/slides/slide18.xml" Id="R352f2b5f54894e9b" /><Relationship Type="http://schemas.openxmlformats.org/officeDocument/2006/relationships/slide" Target="/ppt/slides/slide19.xml" Id="Rb728a8706042476d" /><Relationship Type="http://schemas.openxmlformats.org/officeDocument/2006/relationships/slide" Target="/ppt/slides/slide20.xml" Id="Rbf318d13ba054625" /><Relationship Type="http://schemas.openxmlformats.org/officeDocument/2006/relationships/slide" Target="/ppt/slides/slide21.xml" Id="R6a6fc50a68ef4423" /><Relationship Type="http://schemas.openxmlformats.org/officeDocument/2006/relationships/slide" Target="/ppt/slides/slide22.xml" Id="Ra66277bd0763473c" /><Relationship Type="http://schemas.openxmlformats.org/officeDocument/2006/relationships/slide" Target="/ppt/slides/slide23.xml" Id="R537f915d5989444e" /><Relationship Type="http://schemas.openxmlformats.org/officeDocument/2006/relationships/slide" Target="/ppt/slides/slide24.xml" Id="R6c74d15d0d044fc5" /><Relationship Type="http://schemas.openxmlformats.org/officeDocument/2006/relationships/slide" Target="/ppt/slides/slide25.xml" Id="R250eece6aa634137" /><Relationship Type="http://schemas.openxmlformats.org/officeDocument/2006/relationships/slide" Target="/ppt/slides/slide26.xml" Id="Rd613f0216b30448c" /><Relationship Type="http://schemas.openxmlformats.org/officeDocument/2006/relationships/slide" Target="/ppt/slides/slide27.xml" Id="Rd146c3ff5fbd4ed9" /><Relationship Type="http://schemas.openxmlformats.org/officeDocument/2006/relationships/slide" Target="/ppt/slides/slide28.xml" Id="R8794a0f5216145dd" /><Relationship Type="http://schemas.openxmlformats.org/officeDocument/2006/relationships/slide" Target="/ppt/slides/slide29.xml" Id="R3fa27e38fa1843c3" /><Relationship Type="http://schemas.openxmlformats.org/officeDocument/2006/relationships/slide" Target="/ppt/slides/slide30.xml" Id="R0622cf3812094122" /><Relationship Type="http://schemas.openxmlformats.org/officeDocument/2006/relationships/slide" Target="/ppt/slides/slide31.xml" Id="Rfcae7d349cf14253" /><Relationship Type="http://schemas.openxmlformats.org/officeDocument/2006/relationships/slide" Target="/ppt/slides/slide32.xml" Id="Rff01fc7e9bc94bf5" /><Relationship Type="http://schemas.openxmlformats.org/officeDocument/2006/relationships/slide" Target="/ppt/slides/slide33.xml" Id="Rf3a25d4280d24783" /><Relationship Type="http://schemas.openxmlformats.org/officeDocument/2006/relationships/slide" Target="/ppt/slides/slide34.xml" Id="R70194d685ff047bd" /><Relationship Type="http://schemas.openxmlformats.org/officeDocument/2006/relationships/slide" Target="/ppt/slides/slide35.xml" Id="Rf33da9f9b4094577" /><Relationship Type="http://schemas.openxmlformats.org/officeDocument/2006/relationships/slide" Target="/ppt/slides/slide36.xml" Id="R1dfc19486c334a5b" /><Relationship Type="http://schemas.openxmlformats.org/officeDocument/2006/relationships/slide" Target="/ppt/slides/slide37.xml" Id="R4d13ed8f45be44bd" /><Relationship Type="http://schemas.openxmlformats.org/officeDocument/2006/relationships/slide" Target="/ppt/slides/slide38.xml" Id="R8d24e454c72d45fb" /><Relationship Type="http://schemas.openxmlformats.org/officeDocument/2006/relationships/slide" Target="/ppt/slides/slide39.xml" Id="Reac3d59ce64a473e" /><Relationship Type="http://schemas.openxmlformats.org/officeDocument/2006/relationships/slide" Target="/ppt/slides/slide40.xml" Id="R6429ffbd81c34d71" /><Relationship Type="http://schemas.openxmlformats.org/officeDocument/2006/relationships/slide" Target="/ppt/slides/slide41.xml" Id="R5e4d172a6dc64ed7" /><Relationship Type="http://schemas.openxmlformats.org/officeDocument/2006/relationships/slide" Target="/ppt/slides/slide42.xml" Id="R73e991e96e9348d4" /><Relationship Type="http://schemas.openxmlformats.org/officeDocument/2006/relationships/slide" Target="/ppt/slides/slide43.xml" Id="R6df7c6d8c2a54527" /><Relationship Type="http://schemas.openxmlformats.org/officeDocument/2006/relationships/slide" Target="/ppt/slides/slide44.xml" Id="R185b4576f4904ea1" /><Relationship Type="http://schemas.openxmlformats.org/officeDocument/2006/relationships/slide" Target="/ppt/slides/slide45.xml" Id="Rb2a323d10083450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fbc41c18b37433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ff165f1e5df475b" /><Relationship Type="http://schemas.openxmlformats.org/officeDocument/2006/relationships/notesMaster" Target="/ppt/notesMasters/notesMaster1.xml" Id="Ra092ffbb101f440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b8d8778c1644fd1" /><Relationship Type="http://schemas.openxmlformats.org/officeDocument/2006/relationships/notesMaster" Target="/ppt/notesMasters/notesMaster1.xml" Id="Ra001cb80245144f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6c82a7abaa34725" /><Relationship Type="http://schemas.openxmlformats.org/officeDocument/2006/relationships/notesMaster" Target="/ppt/notesMasters/notesMaster1.xml" Id="Rc06cc5c0bf524e0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e7cdefc278c4c53" /><Relationship Type="http://schemas.openxmlformats.org/officeDocument/2006/relationships/notesMaster" Target="/ppt/notesMasters/notesMaster1.xml" Id="R4e849d143e7b486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b70b022e0c74f20" /><Relationship Type="http://schemas.openxmlformats.org/officeDocument/2006/relationships/notesMaster" Target="/ppt/notesMasters/notesMaster1.xml" Id="R6d9537f9537940e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5464ade1c1140f2" /><Relationship Type="http://schemas.openxmlformats.org/officeDocument/2006/relationships/notesMaster" Target="/ppt/notesMasters/notesMaster1.xml" Id="R0720d2f8e6424b5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e493c2891164dd5" /><Relationship Type="http://schemas.openxmlformats.org/officeDocument/2006/relationships/notesMaster" Target="/ppt/notesMasters/notesMaster1.xml" Id="Rf406508d93c9423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a0e12820ce84316" /><Relationship Type="http://schemas.openxmlformats.org/officeDocument/2006/relationships/notesMaster" Target="/ppt/notesMasters/notesMaster1.xml" Id="Raaee595270f940c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7c7e161fbef4738" /><Relationship Type="http://schemas.openxmlformats.org/officeDocument/2006/relationships/notesMaster" Target="/ppt/notesMasters/notesMaster1.xml" Id="Rb502018da8874e7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bfe3aa03f574853" /><Relationship Type="http://schemas.openxmlformats.org/officeDocument/2006/relationships/notesMaster" Target="/ppt/notesMasters/notesMaster1.xml" Id="R4f502b95778647f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1599ff06f024812" /><Relationship Type="http://schemas.openxmlformats.org/officeDocument/2006/relationships/notesMaster" Target="/ppt/notesMasters/notesMaster1.xml" Id="Rc988c56fa5f945e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f95317365004c42" /><Relationship Type="http://schemas.openxmlformats.org/officeDocument/2006/relationships/notesMaster" Target="/ppt/notesMasters/notesMaster1.xml" Id="R9924539d424b491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c5e797b7af64b7b" /><Relationship Type="http://schemas.openxmlformats.org/officeDocument/2006/relationships/notesMaster" Target="/ppt/notesMasters/notesMaster1.xml" Id="R302c47f71ea3418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7b4e1dea87c4d87" /><Relationship Type="http://schemas.openxmlformats.org/officeDocument/2006/relationships/notesMaster" Target="/ppt/notesMasters/notesMaster1.xml" Id="R90cfa2bcab71451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8f603924f394290" /><Relationship Type="http://schemas.openxmlformats.org/officeDocument/2006/relationships/notesMaster" Target="/ppt/notesMasters/notesMaster1.xml" Id="R5749c801bfd04ac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d08ac3c52f049c5" /><Relationship Type="http://schemas.openxmlformats.org/officeDocument/2006/relationships/notesMaster" Target="/ppt/notesMasters/notesMaster1.xml" Id="Rdb51b9deb2a24ec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c8056159d62435c" /><Relationship Type="http://schemas.openxmlformats.org/officeDocument/2006/relationships/notesMaster" Target="/ppt/notesMasters/notesMaster1.xml" Id="R788bbdc4ffce4d7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8c7b804788d4382" /><Relationship Type="http://schemas.openxmlformats.org/officeDocument/2006/relationships/notesMaster" Target="/ppt/notesMasters/notesMaster1.xml" Id="R3ba54fa755774b1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f1d1d61d5394902" /><Relationship Type="http://schemas.openxmlformats.org/officeDocument/2006/relationships/notesMaster" Target="/ppt/notesMasters/notesMaster1.xml" Id="Rb5c973e3c66c425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0087985f0cd43d0" /><Relationship Type="http://schemas.openxmlformats.org/officeDocument/2006/relationships/notesMaster" Target="/ppt/notesMasters/notesMaster1.xml" Id="R49412249c46e425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7f81d7340d74fef" /><Relationship Type="http://schemas.openxmlformats.org/officeDocument/2006/relationships/notesMaster" Target="/ppt/notesMasters/notesMaster1.xml" Id="R43762f57d12047c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6fa071d1738437e" /><Relationship Type="http://schemas.openxmlformats.org/officeDocument/2006/relationships/notesMaster" Target="/ppt/notesMasters/notesMaster1.xml" Id="R37ca0b4e715a458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c6cd56da7644230" /><Relationship Type="http://schemas.openxmlformats.org/officeDocument/2006/relationships/notesMaster" Target="/ppt/notesMasters/notesMaster1.xml" Id="R6f4684f569c8472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5161b5a5fe141ac" /><Relationship Type="http://schemas.openxmlformats.org/officeDocument/2006/relationships/notesMaster" Target="/ppt/notesMasters/notesMaster1.xml" Id="R3c51bebe869b415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d1d3fd9fc584814" /><Relationship Type="http://schemas.openxmlformats.org/officeDocument/2006/relationships/notesMaster" Target="/ppt/notesMasters/notesMaster1.xml" Id="R2d514e3b595346d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11a3a1ce4a74592" /><Relationship Type="http://schemas.openxmlformats.org/officeDocument/2006/relationships/notesMaster" Target="/ppt/notesMasters/notesMaster1.xml" Id="R6289545fbe88469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9b4990636a34dc8" /><Relationship Type="http://schemas.openxmlformats.org/officeDocument/2006/relationships/notesMaster" Target="/ppt/notesMasters/notesMaster1.xml" Id="R3c4c71e5dcef45c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dea1c4fe19b34a02" /><Relationship Type="http://schemas.openxmlformats.org/officeDocument/2006/relationships/notesMaster" Target="/ppt/notesMasters/notesMaster1.xml" Id="R35bf16f830bb450a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0f0140c4de734855" /><Relationship Type="http://schemas.openxmlformats.org/officeDocument/2006/relationships/notesMaster" Target="/ppt/notesMasters/notesMaster1.xml" Id="R35cee729db024f15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e7657351114f428f" /><Relationship Type="http://schemas.openxmlformats.org/officeDocument/2006/relationships/notesMaster" Target="/ppt/notesMasters/notesMaster1.xml" Id="R2c454e823a4d4ac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b0a30711fac04c97" /><Relationship Type="http://schemas.openxmlformats.org/officeDocument/2006/relationships/notesMaster" Target="/ppt/notesMasters/notesMaster1.xml" Id="R440e9da64e38433b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aa95d8ef59a84f42" /><Relationship Type="http://schemas.openxmlformats.org/officeDocument/2006/relationships/notesMaster" Target="/ppt/notesMasters/notesMaster1.xml" Id="R9e0d4642969b47e0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1c2550f6be4d4689" /><Relationship Type="http://schemas.openxmlformats.org/officeDocument/2006/relationships/notesMaster" Target="/ppt/notesMasters/notesMaster1.xml" Id="R971e5a748fc6464d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a0fbf558f4074894" /><Relationship Type="http://schemas.openxmlformats.org/officeDocument/2006/relationships/notesMaster" Target="/ppt/notesMasters/notesMaster1.xml" Id="R494710b678414f8c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3d96482423c54eb5" /><Relationship Type="http://schemas.openxmlformats.org/officeDocument/2006/relationships/notesMaster" Target="/ppt/notesMasters/notesMaster1.xml" Id="R1da926f5c61d4d72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69442221496c4d26" /><Relationship Type="http://schemas.openxmlformats.org/officeDocument/2006/relationships/notesMaster" Target="/ppt/notesMasters/notesMaster1.xml" Id="R308b5ee9aede4ac5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8d4bc43205b4414e" /><Relationship Type="http://schemas.openxmlformats.org/officeDocument/2006/relationships/notesMaster" Target="/ppt/notesMasters/notesMaster1.xml" Id="R23d52543f26d4b32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573307f1c4f94d75" /><Relationship Type="http://schemas.openxmlformats.org/officeDocument/2006/relationships/notesMaster" Target="/ppt/notesMasters/notesMaster1.xml" Id="R3fa07bd8bb8a4eba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418f2a2ffd6544c5" /><Relationship Type="http://schemas.openxmlformats.org/officeDocument/2006/relationships/notesMaster" Target="/ppt/notesMasters/notesMaster1.xml" Id="R0a246a4c0a81493b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d0ba089390df4639" /><Relationship Type="http://schemas.openxmlformats.org/officeDocument/2006/relationships/notesMaster" Target="/ppt/notesMasters/notesMaster1.xml" Id="Rb3f67b8bcfcf4d45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4d32b99104ed4dfa" /><Relationship Type="http://schemas.openxmlformats.org/officeDocument/2006/relationships/notesMaster" Target="/ppt/notesMasters/notesMaster1.xml" Id="R3e07b7e794c44c85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b620a1bcd42249a6" /><Relationship Type="http://schemas.openxmlformats.org/officeDocument/2006/relationships/notesMaster" Target="/ppt/notesMasters/notesMaster1.xml" Id="Re195a1929f174636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2df66b3d421a4889" /><Relationship Type="http://schemas.openxmlformats.org/officeDocument/2006/relationships/notesMaster" Target="/ppt/notesMasters/notesMaster1.xml" Id="R1c47b03052b14c2b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eb4ef524e8b84178" /><Relationship Type="http://schemas.openxmlformats.org/officeDocument/2006/relationships/notesMaster" Target="/ppt/notesMasters/notesMaster1.xml" Id="R65ff55407a824783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277374e55a08418c" /><Relationship Type="http://schemas.openxmlformats.org/officeDocument/2006/relationships/notesMaster" Target="/ppt/notesMasters/notesMaster1.xml" Id="R328769caab5f4b6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32f72de3614c08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80ddc4e8878542f9" /><Relationship Type="http://schemas.openxmlformats.org/officeDocument/2006/relationships/slideLayout" Target="/ppt/slideLayouts/slideLayout2.xml" Id="Rff902fe44994407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f902fe44994407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7b0ed817ce4be4" /><Relationship Type="http://schemas.openxmlformats.org/officeDocument/2006/relationships/image" Target="/ppt/media/image.png" Id="R076c9855d90d444d" /><Relationship Type="http://schemas.openxmlformats.org/officeDocument/2006/relationships/image" Target="/ppt/media/image2.png" Id="Rdc26e71309cc4d85" /><Relationship Type="http://schemas.openxmlformats.org/officeDocument/2006/relationships/notesSlide" Target="/ppt/notesSlides/notesSlide1.xml" Id="Rb140426b51a1440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2023f5bb1842e5" /><Relationship Type="http://schemas.openxmlformats.org/officeDocument/2006/relationships/image" Target="/ppt/media/image3.png" Id="Raf210b00942e4054" /><Relationship Type="http://schemas.openxmlformats.org/officeDocument/2006/relationships/notesSlide" Target="/ppt/notesSlides/notesSlide2.xml" Id="R29fb34000b4d437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98bd92466447c4" /><Relationship Type="http://schemas.openxmlformats.org/officeDocument/2006/relationships/image" Target="/ppt/media/image4.png" Id="Rb5732567f6e243fb" /><Relationship Type="http://schemas.openxmlformats.org/officeDocument/2006/relationships/notesSlide" Target="/ppt/notesSlides/notesSlide3.xml" Id="R60846d442a7a455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89c187a624446e3" /><Relationship Type="http://schemas.openxmlformats.org/officeDocument/2006/relationships/image" Target="/ppt/media/image5.png" Id="Re02d459bee4a4851" /><Relationship Type="http://schemas.openxmlformats.org/officeDocument/2006/relationships/notesSlide" Target="/ppt/notesSlides/notesSlide4.xml" Id="Rf0b6c8bef3a64f1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f84ab481c1e4330" /><Relationship Type="http://schemas.openxmlformats.org/officeDocument/2006/relationships/image" Target="/ppt/media/image6.png" Id="R1fa1d5283fc74cd0" /><Relationship Type="http://schemas.openxmlformats.org/officeDocument/2006/relationships/image" Target="/ppt/media/image7.png" Id="Ref1858ed9a664038" /><Relationship Type="http://schemas.openxmlformats.org/officeDocument/2006/relationships/notesSlide" Target="/ppt/notesSlides/notesSlide5.xml" Id="R4bdc0a7965e344e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4572547e7e4e61" /><Relationship Type="http://schemas.openxmlformats.org/officeDocument/2006/relationships/image" Target="/ppt/media/image8.png" Id="Rd1b2bd160d114105" /><Relationship Type="http://schemas.openxmlformats.org/officeDocument/2006/relationships/notesSlide" Target="/ppt/notesSlides/notesSlide6.xml" Id="R6c93b5c418424b5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5104e0690214d7a" /><Relationship Type="http://schemas.openxmlformats.org/officeDocument/2006/relationships/image" Target="/ppt/media/image9.png" Id="R7b9ab92d825542d7" /><Relationship Type="http://schemas.openxmlformats.org/officeDocument/2006/relationships/notesSlide" Target="/ppt/notesSlides/notesSlide7.xml" Id="Rf1ed4e71c882416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1b780c495c44ac9" /><Relationship Type="http://schemas.openxmlformats.org/officeDocument/2006/relationships/image" Target="/ppt/media/image10.png" Id="R0174b5c4b320428c" /><Relationship Type="http://schemas.openxmlformats.org/officeDocument/2006/relationships/image" Target="/ppt/media/image11.png" Id="Rec739f81efeb4641" /><Relationship Type="http://schemas.openxmlformats.org/officeDocument/2006/relationships/notesSlide" Target="/ppt/notesSlides/notesSlide8.xml" Id="R19cd07a8e61c413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1f93293cf844179" /><Relationship Type="http://schemas.openxmlformats.org/officeDocument/2006/relationships/image" Target="/ppt/media/image12.png" Id="R570e61a0b00e4d04" /><Relationship Type="http://schemas.openxmlformats.org/officeDocument/2006/relationships/image" Target="/ppt/media/image13.png" Id="R420a3574fc3843fd" /><Relationship Type="http://schemas.openxmlformats.org/officeDocument/2006/relationships/notesSlide" Target="/ppt/notesSlides/notesSlide9.xml" Id="R5617ccff41f7406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ca1b5f48cb4a3b" /><Relationship Type="http://schemas.openxmlformats.org/officeDocument/2006/relationships/image" Target="/ppt/media/image14.png" Id="Rbfc54e2842834514" /><Relationship Type="http://schemas.openxmlformats.org/officeDocument/2006/relationships/image" Target="/ppt/media/image15.png" Id="R1f01e2d581b5414c" /><Relationship Type="http://schemas.openxmlformats.org/officeDocument/2006/relationships/notesSlide" Target="/ppt/notesSlides/notesSlide10.xml" Id="R0c2ecbacbee345f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4eba25259b54ed0" /><Relationship Type="http://schemas.openxmlformats.org/officeDocument/2006/relationships/image" Target="/ppt/media/image16.png" Id="Reea92885e7014ad7" /><Relationship Type="http://schemas.openxmlformats.org/officeDocument/2006/relationships/notesSlide" Target="/ppt/notesSlides/notesSlide11.xml" Id="R057550eeabe348a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527633fcd34510" /><Relationship Type="http://schemas.openxmlformats.org/officeDocument/2006/relationships/image" Target="/ppt/media/image17.png" Id="R973ee606ae0f4b93" /><Relationship Type="http://schemas.openxmlformats.org/officeDocument/2006/relationships/notesSlide" Target="/ppt/notesSlides/notesSlide12.xml" Id="R681628b73d0342f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4ad70790131431e" /><Relationship Type="http://schemas.openxmlformats.org/officeDocument/2006/relationships/image" Target="/ppt/media/image18.png" Id="Rc9337a4033d14be8" /><Relationship Type="http://schemas.openxmlformats.org/officeDocument/2006/relationships/notesSlide" Target="/ppt/notesSlides/notesSlide13.xml" Id="R932c5f4e2fcc4e3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90edf459059457d" /><Relationship Type="http://schemas.openxmlformats.org/officeDocument/2006/relationships/image" Target="/ppt/media/image19.png" Id="R0b5b8c03bf5a44fc" /><Relationship Type="http://schemas.openxmlformats.org/officeDocument/2006/relationships/notesSlide" Target="/ppt/notesSlides/notesSlide14.xml" Id="R60390cb6d003410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91cd007774c409c" /><Relationship Type="http://schemas.openxmlformats.org/officeDocument/2006/relationships/image" Target="/ppt/media/image20.png" Id="Rc99fdb9e902e45c4" /><Relationship Type="http://schemas.openxmlformats.org/officeDocument/2006/relationships/image" Target="/ppt/media/image21.png" Id="Rba4fb5757f1a48b8" /><Relationship Type="http://schemas.openxmlformats.org/officeDocument/2006/relationships/notesSlide" Target="/ppt/notesSlides/notesSlide15.xml" Id="Rf70e7fb10efd43f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61b158de24406a" /><Relationship Type="http://schemas.openxmlformats.org/officeDocument/2006/relationships/image" Target="/ppt/media/image22.png" Id="R88b1fc3364cb42fd" /><Relationship Type="http://schemas.openxmlformats.org/officeDocument/2006/relationships/image" Target="/ppt/media/image23.png" Id="Rebf0534ff9414555" /><Relationship Type="http://schemas.openxmlformats.org/officeDocument/2006/relationships/notesSlide" Target="/ppt/notesSlides/notesSlide16.xml" Id="R897ed695a4394fc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60d1c98d03454f" /><Relationship Type="http://schemas.openxmlformats.org/officeDocument/2006/relationships/image" Target="/ppt/media/image24.png" Id="R73a1b83e43ec480f" /><Relationship Type="http://schemas.openxmlformats.org/officeDocument/2006/relationships/notesSlide" Target="/ppt/notesSlides/notesSlide17.xml" Id="R486a55878902435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57de0b5f5df4349" /><Relationship Type="http://schemas.openxmlformats.org/officeDocument/2006/relationships/image" Target="/ppt/media/image25.png" Id="R0765ce1c58a64dc6" /><Relationship Type="http://schemas.openxmlformats.org/officeDocument/2006/relationships/image" Target="/ppt/media/image26.png" Id="R63e92d4fcd3c4d0b" /><Relationship Type="http://schemas.openxmlformats.org/officeDocument/2006/relationships/notesSlide" Target="/ppt/notesSlides/notesSlide18.xml" Id="R6825ec6a80084b6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05540eda23740de" /><Relationship Type="http://schemas.openxmlformats.org/officeDocument/2006/relationships/image" Target="/ppt/media/image27.png" Id="R61a3e36db861481f" /><Relationship Type="http://schemas.openxmlformats.org/officeDocument/2006/relationships/image" Target="/ppt/media/image28.png" Id="R7f85e7a1c0a54824" /><Relationship Type="http://schemas.openxmlformats.org/officeDocument/2006/relationships/notesSlide" Target="/ppt/notesSlides/notesSlide19.xml" Id="R9072e4711d6243b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c16faa0e4f476d" /><Relationship Type="http://schemas.openxmlformats.org/officeDocument/2006/relationships/image" Target="/ppt/media/image29.png" Id="R3cc28c85aa564f98" /><Relationship Type="http://schemas.openxmlformats.org/officeDocument/2006/relationships/notesSlide" Target="/ppt/notesSlides/notesSlide20.xml" Id="R2f6962cd8265467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d6bda0479ee4585" /><Relationship Type="http://schemas.openxmlformats.org/officeDocument/2006/relationships/image" Target="/ppt/media/image30.png" Id="R739f06b1c04c48a4" /><Relationship Type="http://schemas.openxmlformats.org/officeDocument/2006/relationships/notesSlide" Target="/ppt/notesSlides/notesSlide21.xml" Id="R7439fa3f79384eb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0c49eecf2d147ad" /><Relationship Type="http://schemas.openxmlformats.org/officeDocument/2006/relationships/image" Target="/ppt/media/image31.png" Id="R31cfecfdb8274d5c" /><Relationship Type="http://schemas.openxmlformats.org/officeDocument/2006/relationships/notesSlide" Target="/ppt/notesSlides/notesSlide22.xml" Id="Rd362f0704d6f4ca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2e81d326580492f" /><Relationship Type="http://schemas.openxmlformats.org/officeDocument/2006/relationships/image" Target="/ppt/media/image32.png" Id="Rd958005b7e914eee" /><Relationship Type="http://schemas.openxmlformats.org/officeDocument/2006/relationships/notesSlide" Target="/ppt/notesSlides/notesSlide23.xml" Id="R677b8f8340c64c3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e54dfab01d1435d" /><Relationship Type="http://schemas.openxmlformats.org/officeDocument/2006/relationships/image" Target="/ppt/media/image33.png" Id="Re346a5a6aee14b8e" /><Relationship Type="http://schemas.openxmlformats.org/officeDocument/2006/relationships/notesSlide" Target="/ppt/notesSlides/notesSlide24.xml" Id="R50a361b4c9b64a3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679680e8d454148" /><Relationship Type="http://schemas.openxmlformats.org/officeDocument/2006/relationships/image" Target="/ppt/media/image34.png" Id="Rc4c6875ed3ed49f2" /><Relationship Type="http://schemas.openxmlformats.org/officeDocument/2006/relationships/notesSlide" Target="/ppt/notesSlides/notesSlide25.xml" Id="R1f2f96d2187b441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6218f985774434" /><Relationship Type="http://schemas.openxmlformats.org/officeDocument/2006/relationships/image" Target="/ppt/media/image35.png" Id="Rd7e6decc09cd4b77" /><Relationship Type="http://schemas.openxmlformats.org/officeDocument/2006/relationships/notesSlide" Target="/ppt/notesSlides/notesSlide26.xml" Id="R9ff40494dadf415c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04f097344a4bbc" /><Relationship Type="http://schemas.openxmlformats.org/officeDocument/2006/relationships/image" Target="/ppt/media/image36.png" Id="Rd2bb7b2cbff24eff" /><Relationship Type="http://schemas.openxmlformats.org/officeDocument/2006/relationships/notesSlide" Target="/ppt/notesSlides/notesSlide27.xml" Id="Ree8b55134511424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519bb5fa5ce4e1f" /><Relationship Type="http://schemas.openxmlformats.org/officeDocument/2006/relationships/image" Target="/ppt/media/image37.png" Id="Ref3d21ebcbc54058" /><Relationship Type="http://schemas.openxmlformats.org/officeDocument/2006/relationships/notesSlide" Target="/ppt/notesSlides/notesSlide28.xml" Id="R4fab58d401dc421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1f86134de8044f1" /><Relationship Type="http://schemas.openxmlformats.org/officeDocument/2006/relationships/image" Target="/ppt/media/image38.png" Id="R89fbd47cc6bc41a2" /><Relationship Type="http://schemas.openxmlformats.org/officeDocument/2006/relationships/notesSlide" Target="/ppt/notesSlides/notesSlide29.xml" Id="R71ef73125066485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96e95ad8d224f34" /><Relationship Type="http://schemas.openxmlformats.org/officeDocument/2006/relationships/image" Target="/ppt/media/image39.png" Id="Rce3a357d18904b91" /><Relationship Type="http://schemas.openxmlformats.org/officeDocument/2006/relationships/notesSlide" Target="/ppt/notesSlides/notesSlide30.xml" Id="R3f861589ecae4c6c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708c35b75bb44ba" /><Relationship Type="http://schemas.openxmlformats.org/officeDocument/2006/relationships/image" Target="/ppt/media/image40.png" Id="Rf59102d972a647da" /><Relationship Type="http://schemas.openxmlformats.org/officeDocument/2006/relationships/notesSlide" Target="/ppt/notesSlides/notesSlide31.xml" Id="Rb596d68417ba4928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acbac5f8aa046f9" /><Relationship Type="http://schemas.openxmlformats.org/officeDocument/2006/relationships/image" Target="/ppt/media/image41.png" Id="R51dee73725c04f99" /><Relationship Type="http://schemas.openxmlformats.org/officeDocument/2006/relationships/notesSlide" Target="/ppt/notesSlides/notesSlide32.xml" Id="R4353698353634099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5d0b1612aa84585" /><Relationship Type="http://schemas.openxmlformats.org/officeDocument/2006/relationships/image" Target="/ppt/media/image42.png" Id="R84b2cf5e432c4c37" /><Relationship Type="http://schemas.openxmlformats.org/officeDocument/2006/relationships/notesSlide" Target="/ppt/notesSlides/notesSlide33.xml" Id="Raba8309eaf514acc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a8c02bc239d4130" /><Relationship Type="http://schemas.openxmlformats.org/officeDocument/2006/relationships/image" Target="/ppt/media/image43.png" Id="Re6794ea5eccc48e6" /><Relationship Type="http://schemas.openxmlformats.org/officeDocument/2006/relationships/notesSlide" Target="/ppt/notesSlides/notesSlide34.xml" Id="Rc6d28d67cfc9439d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a94b055c1349df" /><Relationship Type="http://schemas.openxmlformats.org/officeDocument/2006/relationships/image" Target="/ppt/media/image44.png" Id="R1458fd6e0c6f4259" /><Relationship Type="http://schemas.openxmlformats.org/officeDocument/2006/relationships/notesSlide" Target="/ppt/notesSlides/notesSlide35.xml" Id="Reea986955fca4b51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cf2384e48c4a6b" /><Relationship Type="http://schemas.openxmlformats.org/officeDocument/2006/relationships/image" Target="/ppt/media/image45.png" Id="R997579310fa34c22" /><Relationship Type="http://schemas.openxmlformats.org/officeDocument/2006/relationships/notesSlide" Target="/ppt/notesSlides/notesSlide36.xml" Id="R2c2b3d43d4964459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c81a589610c4a2f" /><Relationship Type="http://schemas.openxmlformats.org/officeDocument/2006/relationships/image" Target="/ppt/media/image46.png" Id="R6d69a0998aea44f1" /><Relationship Type="http://schemas.openxmlformats.org/officeDocument/2006/relationships/notesSlide" Target="/ppt/notesSlides/notesSlide37.xml" Id="Rbbbe5ebc16d64505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5203da4a5f44ed" /><Relationship Type="http://schemas.openxmlformats.org/officeDocument/2006/relationships/image" Target="/ppt/media/image47.png" Id="R67824c768fb244e9" /><Relationship Type="http://schemas.openxmlformats.org/officeDocument/2006/relationships/notesSlide" Target="/ppt/notesSlides/notesSlide38.xml" Id="R9354240441164415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f669af5686040a6" /><Relationship Type="http://schemas.openxmlformats.org/officeDocument/2006/relationships/image" Target="/ppt/media/image48.png" Id="R6a87b2aa31994872" /><Relationship Type="http://schemas.openxmlformats.org/officeDocument/2006/relationships/notesSlide" Target="/ppt/notesSlides/notesSlide39.xml" Id="R47487ccfc27549c5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878962adf5e449a" /><Relationship Type="http://schemas.openxmlformats.org/officeDocument/2006/relationships/image" Target="/ppt/media/image49.png" Id="Rd2194194cde5408d" /><Relationship Type="http://schemas.openxmlformats.org/officeDocument/2006/relationships/notesSlide" Target="/ppt/notesSlides/notesSlide40.xml" Id="R79be5778b1a2459c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b1bcb25ee944d9" /><Relationship Type="http://schemas.openxmlformats.org/officeDocument/2006/relationships/image" Target="/ppt/media/image50.png" Id="R559690f7f8b3405e" /><Relationship Type="http://schemas.openxmlformats.org/officeDocument/2006/relationships/notesSlide" Target="/ppt/notesSlides/notesSlide41.xml" Id="Rbd9769d906cb43f6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fdcc90373ab4d1a" /><Relationship Type="http://schemas.openxmlformats.org/officeDocument/2006/relationships/image" Target="/ppt/media/image51.png" Id="R3ce50e2d51484f9e" /><Relationship Type="http://schemas.openxmlformats.org/officeDocument/2006/relationships/notesSlide" Target="/ppt/notesSlides/notesSlide42.xml" Id="Rba53df213c6e4df6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9118d1c0a7452e" /><Relationship Type="http://schemas.openxmlformats.org/officeDocument/2006/relationships/image" Target="/ppt/media/image52.png" Id="R5fa37d3a7a5c477d" /><Relationship Type="http://schemas.openxmlformats.org/officeDocument/2006/relationships/notesSlide" Target="/ppt/notesSlides/notesSlide43.xml" Id="Ra2a71669fc2741e8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a37c8ccca1749da" /><Relationship Type="http://schemas.openxmlformats.org/officeDocument/2006/relationships/image" Target="/ppt/media/image53.png" Id="R00c2f8a354ec4c91" /><Relationship Type="http://schemas.openxmlformats.org/officeDocument/2006/relationships/notesSlide" Target="/ppt/notesSlides/notesSlide44.xml" Id="R18bfd95cf3aa4755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c8e0fb291294a9f" /><Relationship Type="http://schemas.openxmlformats.org/officeDocument/2006/relationships/image" Target="/ppt/media/image54.png" Id="Rdd84088d58724c9a" /><Relationship Type="http://schemas.openxmlformats.org/officeDocument/2006/relationships/notesSlide" Target="/ppt/notesSlides/notesSlide45.xml" Id="R26d50e31466a4a6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22B584D-22E6-4691-B7F9-C79B09210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9E1761-0502-45F5-B834-021E09309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6c9855d90d444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98A980-A862-441E-AAD6-5DC166BE1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85800"/>
            <a:ext cx="6667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Transport physics becomes optimization metrics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72BF89-D891-4AFF-97CF-F399F688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5146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7DB857-C3C6-4832-AE50-9B6F37E73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80035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Lecture 3: neoclassical, turbulence, fast-particle metrics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1F83DF-4DC8-46E1-AAE1-CD12E3076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33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AEA231-7734-48BE-BC6D-9B1906BA7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29050"/>
            <a:ext cx="542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Neoclassical, turbulence, and fast particles enter as screens and validation gates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92D593-684B-41AE-B68F-E8CB5ECD0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9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F26BE3-1E9A-4229-8693-95790CDA2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542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goal is to use the physics responsibly inside a design loop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D103F2-A5E1-49E8-A743-5804D1329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66800"/>
            <a:ext cx="41719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26e71309cc4d85"/>
          <a:stretch xmlns:a="http://schemas.openxmlformats.org/drawingml/2006/main"/>
        </p:blipFill>
        <p:spPr>
          <a:xfrm xmlns:a="http://schemas.openxmlformats.org/drawingml/2006/main">
            <a:off x="7277100" y="1556419"/>
            <a:ext cx="3752850" cy="2125912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76F06A-4F58-4D4B-B8BD-72CB43020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676900"/>
            <a:ext cx="12192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84D9D6-957A-4199-A15F-990A8C879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24550"/>
            <a:ext cx="542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CEA-IRFM / Renaissance Fusion School on Stellarators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373D75-CD45-4BB4-82FE-7EEE263C5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Aix-en-Provence,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3BB124-3D71-42C5-9359-0AEE2AB31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0388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Rogerio Jorge, University of Wisconsin-Madison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BBC459-C86E-41A5-9624-C2F7C22C0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Slide 01</a:t>
            </a:r>
          </a:p>
        </p:txBody>
      </p:sp>
    </p:spTree>
    <p:extLst>
      <p:ext uri="{BB962C8B-B14F-4D97-AF65-F5344CB8AC3E}">
        <p14:creationId xmlns:p14="http://schemas.microsoft.com/office/powerpoint/2010/main" val="52190013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C7058C1-1A01-4B49-A092-9C592836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990D04-84DD-486C-91F5-945ECBFB8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E592E4-4620-4317-9A4F-27B100282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2268E6-DE94-4605-BF75-A46DD87D0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210b00942e4054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6248FF-F07A-408B-94FF-A84A9D642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6002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1645C0-45AB-4752-BAB8-C06F8F532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266950"/>
            <a:ext cx="7810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PART 1. A hierarchy of transport calculations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F9EE35-2C43-44B9-8A68-FC3A57BC8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657600"/>
            <a:ext cx="8382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B0B377-93EC-4621-92B1-DCA7DA5E2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181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2F25B5-FC16-4FD1-B56C-8103125B0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07670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Cheap screens remove poor designs early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358DA7-76FA-4D83-A259-4F4D46D81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810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D79311-2117-4AF2-931A-74AB4BA51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70535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Expensive calculations validate finalists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81D52A-0185-4E93-9ECE-9975EDA4C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0075E4-100B-4615-8A18-7056272C3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C8436A-D354-4326-81B9-503685F50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13CF7A-6F78-433B-8724-DDD5101AE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02</a:t>
            </a:r>
          </a:p>
        </p:txBody>
      </p:sp>
    </p:spTree>
    <p:extLst>
      <p:ext uri="{BB962C8B-B14F-4D97-AF65-F5344CB8AC3E}">
        <p14:creationId xmlns:p14="http://schemas.microsoft.com/office/powerpoint/2010/main" val="13434065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FDF6B36-1600-44F5-ACB2-2E8E488B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29CA75-47B2-4868-9941-DEB1935C9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732567f6e243f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220452-D197-4DFB-82A0-681F2E3CE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Cost hierarchy for transport metrics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1C269E-0246-4773-B5F0-2F90859C5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F2398A-F39E-4E54-87D4-9931152F3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002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429CB2-0012-48F6-B424-2F50AFA02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621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B9816D-AF89-4F15-BF6D-790FBBFF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6668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7CA843-1EE1-43C7-A8B2-D805BFA9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621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Geometry metrics are fast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2357DE-5F68-4EE2-9D5C-89181113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527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BF872E-1660-45EF-A9CF-D6521C193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1146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397D5A-7015-4591-A1CF-B2CB4BE55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6193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39D280-2A64-41B7-904D-69A3E11D2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7146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Boozer and effective-ripple metrics screen designs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F6490D-235C-4C10-9993-D922788E7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7052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10676A-57F5-4314-8513-7174EEF8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0671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AF0E80-9A4F-4C7B-B21C-FBB0091AD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5718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886044-C7C7-4C90-8F7D-595B88368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6671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DKE, gyrokinetics, particles, and profiles validate finalists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940DE2-F0A2-4C29-B021-B302DDCB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46672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Cost hierarchy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E4D08C-6C6B-4736-B393-DDFBD2C75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4E65B6-0BD5-45F1-A36F-EF9037492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9CCFCE-E641-480F-BBE5-E2C4FC58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033BFF-942F-4D81-BD20-59C6EB6B4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03</a:t>
            </a:r>
          </a:p>
        </p:txBody>
      </p:sp>
    </p:spTree>
    <p:extLst>
      <p:ext uri="{BB962C8B-B14F-4D97-AF65-F5344CB8AC3E}">
        <p14:creationId xmlns:p14="http://schemas.microsoft.com/office/powerpoint/2010/main" val="186257611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E11E15-868D-476D-9292-D58BEAE52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130C89-5A5D-445D-A0E3-C3977822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2d459bee4a485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9F5401-A40A-41AC-A786-38BD3072A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Neoclassical recap for optimizers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D455F3-D2F4-40BA-873A-3D95EC763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E9374A-E7DD-41BA-A3D3-31D872AB9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FFA0B8-7FA8-4689-9183-BB3D22B6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17694B-6E32-478C-B9DA-6AC311F5D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CAA6AB-98AF-4552-9A3D-500AB49C8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Symmetry breaking produces trapped-particle radial drifts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80F3C4-1E74-4763-B7D1-3D7120D37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32E002-06D6-4626-8137-E4519C745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101691-BF5C-40B5-BBD3-467DAC18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1DC804-F8C6-43E4-935E-D1F98C386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Effective ripple compresses one transport risk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4115F6-F3EC-4F2B-AFEC-31EAC2CA1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4E2359-91DF-4048-A7D5-7E742ACDD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5652CC-488B-4BAB-B0BF-5F93C4249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54608F-EBAC-4752-A0E3-BB728BD90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Ambipolar electric fields and bootstrap current matter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536578-7C96-4E14-8533-82A8B5061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2163DA-BA22-497B-A6EC-1AA1AF3CA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20D677-78CA-42AB-9A9C-D6D94C57C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8125-A676-444E-B099-21E725073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A5C58C-771D-463A-B506-177640D15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F26BC4-C81C-4333-B47E-DBB6B5B04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0BE4F2-B53B-49CD-9EC8-626E0B26D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04</a:t>
            </a:r>
          </a:p>
        </p:txBody>
      </p:sp>
    </p:spTree>
    <p:extLst>
      <p:ext uri="{BB962C8B-B14F-4D97-AF65-F5344CB8AC3E}">
        <p14:creationId xmlns:p14="http://schemas.microsoft.com/office/powerpoint/2010/main" val="40270566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F0F96B-A3FF-4282-A897-98D7F30E9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B39FB5-8C37-429C-9B1F-063E584E7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a1d5283fc74cd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EC954C-930D-4FB5-8D4C-3E35F02F6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effective ripple comparison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10A50C-EEC3-498B-A5B6-5066D3797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ACB063-BD9B-4806-8FB8-EB0B5B8E3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1858ed9a664038"/>
          <a:stretch xmlns:a="http://schemas.openxmlformats.org/drawingml/2006/main"/>
        </p:blipFill>
        <p:spPr>
          <a:xfrm xmlns:a="http://schemas.openxmlformats.org/drawingml/2006/main">
            <a:off x="639012" y="1790700"/>
            <a:ext cx="6627726" cy="3676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00EDD7-3951-46A4-8704-DF45CC86F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7A7357-CF43-4B3C-B24E-12AB76422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1CF663-5513-4945-A005-1446D6372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Useful: fast, profile-like, interpretable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FC25CB-E3CE-4615-9F09-652728231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586AD7-5B0A-4E96-9E12-873B017EB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670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Limit: still followed by transport matrices or experiments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632681-AC02-4656-B49C-490B301F0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B11681-94E3-45E9-A396-330DF4A58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863CBB-5CA4-43FE-816F-CB8571A26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AA163F-B7FC-4666-8567-0CDC8A695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FB5ACB-E92C-4909-A5AA-A2CBDC64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E59440-5A85-446B-AC4A-3736C174F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05</a:t>
            </a:r>
          </a:p>
        </p:txBody>
      </p:sp>
    </p:spTree>
    <p:extLst>
      <p:ext uri="{BB962C8B-B14F-4D97-AF65-F5344CB8AC3E}">
        <p14:creationId xmlns:p14="http://schemas.microsoft.com/office/powerpoint/2010/main" val="201378588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EA6899-95E1-4823-854C-A4C91B984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897267-3121-43C1-9DA9-53745A9E3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b2bd160d11410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4E2AD5-EC24-4707-8A91-88DC25A19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NEO-JAX and SFINCS-JAX have different roles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32BE15-9FC2-41F9-80F1-BE7CB82F9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298966-A6C8-4AB2-ACEE-E5BF2760E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25D137-E790-4D6C-9CBA-C6901C245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2407FE-ECC2-4731-8623-EA8ACA8F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A63B9C-A3AE-48B4-825A-FE28BBC61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9E8400-10C5-41DD-9422-FC92DF4F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8A622B-A423-42CC-B324-89B27458A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165880-200E-4080-A8FD-4EA2C8B3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NEO_JAX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755139-2799-4A75-A356-5BE4CC0BC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compact effective-ripple diagnostics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1E5AC0-9D75-4782-9B27-9F7322E6F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025E28-4F04-4577-BE35-521E4CF1D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7F2CCE-61CF-4D45-8802-287FAF41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SFINCS_JAX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743203-47B5-4BAB-9DDE-7DA576101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richer drift-kinetic validation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FF0AA6-7320-44A1-B5BD-ACC403546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D7252E-B3B2-404D-8478-456E87F4E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09798F-7240-49EE-A87A-1BEC5B682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D99F1D-ED6C-4A09-9D5D-2AB593BA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06</a:t>
            </a:r>
          </a:p>
        </p:txBody>
      </p:sp>
    </p:spTree>
    <p:extLst>
      <p:ext uri="{BB962C8B-B14F-4D97-AF65-F5344CB8AC3E}">
        <p14:creationId xmlns:p14="http://schemas.microsoft.com/office/powerpoint/2010/main" val="123275425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8D0D186-51FC-4B46-9560-5BC29C9F1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C7F103-7890-43E5-A9D4-5BC6DE727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9ab92d825542d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D1FD38-90F7-429B-B871-78C44D65A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Notebook project: SFINCS-JAX cached validation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522ADD-5A04-4B8E-8A8A-109E3431D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4D10AE-59FE-4B01-899D-41A0DF4E3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02F90F-29DD-485C-92A9-FBB80C862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A524A3-3A2E-4031-9E84-42BACD311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F94AC6-F8CC-49A1-97FF-E2B1BB939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notebooks/07_sfincs_jax_neoclassical_cached.ipynb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9083C9-982A-46B1-8694-90A4B3F9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E84327-D675-45CA-9331-C6024C3E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Read a collisionality scan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43ADED-00AC-47CF-99C2-7F0F5E8B2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8BC128-B565-44FF-A410-7D84767D0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Inspect Er roots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3836B9-2136-42CB-8425-EC54620AC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655E24-3FAA-4FFA-BC2B-78931775D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a bootstrap-current proxy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724D06-F262-458B-8C1A-FDC09E64C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2C66E3-9619-4E53-ABED-E8FC8BB77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934404-FA52-411C-8D86-CD34600DB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ADD21A-39A6-426F-9FA1-434C9AA6C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263C5B-F321-474E-BEA4-C3A67BF56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AA5B63-6702-4CDC-A940-AB0AC7637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755936-326E-4E12-B8E2-327500EE2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5E1EBC-356F-40F6-8161-800D16CCA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1CC278-AECA-432F-83E0-1D664A2B1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BE0F97-5ABC-45C5-9ADF-BB2F513A4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5D3EBF-495F-4484-A751-D0A8CBB91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7AB57A-DC42-43B6-8F4E-67C2AC456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BA9C67-3EC1-4C7D-AA08-B98EE7C97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70635C-2B9B-464D-9E4A-01D9115F5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2D8A02-DED5-4633-8D90-67E5FFD0F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6FEC84C-E9A6-4145-ADDC-DDE541469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9E1291-2F1E-4B27-B477-D12931CB5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1D516F5-9513-487E-AB7F-8654CA012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07</a:t>
            </a:r>
          </a:p>
        </p:txBody>
      </p:sp>
    </p:spTree>
    <p:extLst>
      <p:ext uri="{BB962C8B-B14F-4D97-AF65-F5344CB8AC3E}">
        <p14:creationId xmlns:p14="http://schemas.microsoft.com/office/powerpoint/2010/main" val="93390670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FE8090D-92D0-4A5E-AE04-6D020990C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728A3F-715C-4B30-A0A2-5125A5D70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74b5c4b320428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F1AE04-3DCF-44D6-A333-138482987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cached neoclassical scan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0A40CD-00E9-47EF-8523-219D56AD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1098B0-4761-4DC2-9292-9FA0AF264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739f81efeb4641"/>
          <a:stretch xmlns:a="http://schemas.openxmlformats.org/drawingml/2006/main"/>
        </p:blipFill>
        <p:spPr>
          <a:xfrm xmlns:a="http://schemas.openxmlformats.org/drawingml/2006/main">
            <a:off x="906777" y="1790700"/>
            <a:ext cx="6092197" cy="3676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49886D-3365-40EF-9C84-82093DF04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F9934A-8B6F-4020-BD16-2A1578287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1EDB94-1777-45BA-ADAC-C443AFF88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Transport coefficients change across regimes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883CD2-EA78-467E-80AD-9FF671BEA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D95624-145B-4279-BD28-AED3A562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670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Suppression mechanisms are profile and field dependent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84702E-CAB7-459D-B3A5-89B52D00B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8FC7AD-D73C-4E5B-964E-9FE28B4C8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1E8924-5752-46C4-A6EE-882A953F9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4A8F97-1D5C-4CA7-98D7-287AE87EB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936B90-3E47-4E3E-B21C-2CB047B06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D8282A-C92C-4C25-9AF0-FD77C6AD5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08</a:t>
            </a:r>
          </a:p>
        </p:txBody>
      </p:sp>
    </p:spTree>
    <p:extLst>
      <p:ext uri="{BB962C8B-B14F-4D97-AF65-F5344CB8AC3E}">
        <p14:creationId xmlns:p14="http://schemas.microsoft.com/office/powerpoint/2010/main" val="13362251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E92DED-5790-451F-9EA5-8E9640AB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254CE3-C407-44EF-8C50-A3B54AF2A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0e61a0b00e4d04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A5207C-485B-4594-846A-70B43DBAE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ambipolar Er roots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7B6C6E-9F32-453C-B7A0-30CEE65B2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698F99-73C8-488C-8311-A963E611B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0a3574fc3843fd"/>
          <a:stretch xmlns:a="http://schemas.openxmlformats.org/drawingml/2006/main"/>
        </p:blipFill>
        <p:spPr>
          <a:xfrm xmlns:a="http://schemas.openxmlformats.org/drawingml/2006/main">
            <a:off x="717556" y="1790700"/>
            <a:ext cx="6470639" cy="3676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8A240C-5DA6-47CF-A604-DBFDC588B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6F4568-A043-456B-A2D4-B50E945A3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8CEC22-26AC-4760-8C87-94D04CBF5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Multiple roots can imply different impurity and turbulence behavior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3474B2-3A31-4249-8063-9A208634F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7EA945-70A1-4587-B82A-422935966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670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Optimization records the root choice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1BB337-E453-46B6-A2DA-4D2A4967A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7304A6-F90F-4B95-9AEA-17BF4B811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1807A7-AF28-4AD1-A207-785E9B746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8CF507-CFDA-4196-8267-D304D4996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B3AD0B-6A35-4D0C-B6C6-3341E9D01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D860C1-F8DA-49D1-8190-BADE1DA5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09</a:t>
            </a:r>
          </a:p>
        </p:txBody>
      </p:sp>
    </p:spTree>
    <p:extLst>
      <p:ext uri="{BB962C8B-B14F-4D97-AF65-F5344CB8AC3E}">
        <p14:creationId xmlns:p14="http://schemas.microsoft.com/office/powerpoint/2010/main" val="183741253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0A27994-BAF1-45CC-829A-587A8CFC8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00B648-2474-48B4-B6A6-107DFD971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c54e2842834514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B3C73B-B32E-42DD-A0A9-BDC816447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bootstrap-current constraint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F38A11-2B30-4BA8-8335-D0953F414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BE2FD6-409F-4B93-AF34-C80E9E99D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01e2d581b5414c"/>
          <a:stretch xmlns:a="http://schemas.openxmlformats.org/drawingml/2006/main"/>
        </p:blipFill>
        <p:spPr>
          <a:xfrm xmlns:a="http://schemas.openxmlformats.org/drawingml/2006/main">
            <a:off x="870196" y="1790700"/>
            <a:ext cx="6165357" cy="3676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070328-4DF1-477D-BA2E-77E7DAECE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625CD0-A7F6-440D-9388-933F4249A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20FBB3-6BED-4E8A-B77C-ED165B405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Bootstrap current can change equilibrium and island risk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8F5E5D-C800-4EAD-9816-FB6822A77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DFFCCF-5FA9-4731-9E1C-1239442B8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670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It depends on profiles and collisionality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A767FF-24D8-49FD-ADCF-0FEE52228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DABD63-7AF4-415A-80CA-F3F0681BB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1264A5-BFA1-43F9-ACCF-63C723991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9181A6-89D4-43F1-AE92-0FE322CD9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C85100-16BA-46BD-959B-30829A55D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AFAA75-1732-48FA-BA2A-23F3E8DA2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10</a:t>
            </a:r>
          </a:p>
        </p:txBody>
      </p:sp>
    </p:spTree>
    <p:extLst>
      <p:ext uri="{BB962C8B-B14F-4D97-AF65-F5344CB8AC3E}">
        <p14:creationId xmlns:p14="http://schemas.microsoft.com/office/powerpoint/2010/main" val="189526891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ACAD8DC-B8D3-4564-B891-0A253FAE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81D3C1-4938-4228-A25C-2C9C7159A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a92885e7014ad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95CBBF-5CED-4216-AC3D-8ADC8FD68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W7-X motivates neoclassical optimization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73173D-4FF3-480B-BB74-888131C10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D7C78A-FC13-4EC8-A6AB-311FF880F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8BB67C-0F96-4319-AED5-23D8786F2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8886B6-4A29-4D36-A2F8-F189D5F74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A82FEB-1099-4426-A1AB-0F5237A8F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Reduced neoclassical losses are a stellarator-design success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B529AB-C9F6-4146-8AFB-496757F38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A6D98E-DE37-4CDD-AA9B-E04A8DDB7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6DDAE4-22AD-4DB3-ADC7-86D8386DD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134944-C285-4C58-9975-A5F47D634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next bottleneck can still be turbulence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8B29D4-5A1C-420F-85C0-4B173F9D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EB505C-0958-4F0C-929E-5D683C92D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10DE05-4D41-470A-8F24-3FA92ABEC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9D2536-51DB-4D1F-A376-5434EE3DD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67EE54-43CC-4334-BC21-FCE8FB083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E59BEF-BE97-4BC7-BBD2-2980F9700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B7E0FC-5297-45A7-A368-A98ADC984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11</a:t>
            </a:r>
          </a:p>
        </p:txBody>
      </p:sp>
    </p:spTree>
    <p:extLst>
      <p:ext uri="{BB962C8B-B14F-4D97-AF65-F5344CB8AC3E}">
        <p14:creationId xmlns:p14="http://schemas.microsoft.com/office/powerpoint/2010/main" val="1375846558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8954CD6-81C6-426F-A271-BC96E48B4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8CD419-67FB-49CC-9A27-6821DD289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87ECBC-610D-487E-B7EE-35E2FDDB0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AA986E-FBE7-4D90-8769-500898FB0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3ee606ae0f4b9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7E9728-08E4-4700-A5AF-06C50A467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6002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B423E5-DACE-47DD-BB49-186B2EAC4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266950"/>
            <a:ext cx="7810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PART 2. Turbulence metrics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7D8366-4187-4ACF-BA1E-2D684C424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657600"/>
            <a:ext cx="8382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16BECD-8C03-41F6-B840-9AD945C7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181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AAB3EA-3196-4CD0-AED2-9BBA79253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07670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Use linear calculations as early screens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7BF1E0-3439-4A4E-BB15-E4DCF81CE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810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BCA0F4-AA26-44A8-82DB-58D52F4E0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70535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Compare with nonlinear validation when rankings matter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2EC946-C72B-4C0B-9908-800117044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7CE8B5-1997-4B73-9D62-C95F0D467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9A4EA5-3698-4247-8FF8-ACB08D10E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3BCF65-2239-49C4-9081-A316BA7E0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12</a:t>
            </a:r>
          </a:p>
        </p:txBody>
      </p:sp>
    </p:spTree>
    <p:extLst>
      <p:ext uri="{BB962C8B-B14F-4D97-AF65-F5344CB8AC3E}">
        <p14:creationId xmlns:p14="http://schemas.microsoft.com/office/powerpoint/2010/main" val="87893073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A44FAA-2F2B-41EA-8EF6-8082CBE22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CB81BD-B45B-4A8D-A89F-7652B7087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337a4033d14be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D14AFA-31EB-4DEC-81F0-41D2DCCC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The turbulence question is a fidelity ladder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7753BF-2606-4463-BDE3-0B787D176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DFD77C-2722-4D3B-AF15-D1C4884A5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002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F8BD8E-CA76-450B-A78A-42F340D11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621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626344-391C-4FEA-9E6D-BEB324D9D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6668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772884-07EF-44EE-BDCC-004F64B6E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621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Linear growth: fast screen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9B1618-5EA4-46A3-A3DF-0802FD206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527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D3585A-EE90-4369-B91E-29E85A5C3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1146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FD69F3-A214-47D8-8CE8-094397BC0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6193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37B5EA-7B39-4858-9B07-90A345088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7146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Quasilinear weights: ranking hypothesis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B36307-B281-4604-8FD4-DC2F6121F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7052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11B38D-F55E-41F6-AFBF-9FE9E943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0671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45E4BE-43E6-4DA9-9345-9EC43B57D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5718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2FC655-47D2-4613-B4A9-F969484D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6671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Nonlinear heat flux: expensive validation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173200-2E51-48C6-AF9D-6F2DD3208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577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87B6B3-CCC4-468E-9646-C7570C4D5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0196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8B1153-71EC-42A0-91BA-26B175C31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5243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7F6A9A-234F-4232-9BF5-12DD00E46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6196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Profiles: performance closure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AE75B1-14E0-4669-9900-5A3088A5D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46672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Cost hierarchy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9C3EA3-2C74-4914-AB70-5E5582AF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751F1C-3D85-488E-9CE1-7CD1D10AD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41A289-9D9B-40AB-BBF5-64FC5D083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DA4D15-0A2F-4A0D-A7AF-4220C6BFE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13</a:t>
            </a:r>
          </a:p>
        </p:txBody>
      </p:sp>
    </p:spTree>
    <p:extLst>
      <p:ext uri="{BB962C8B-B14F-4D97-AF65-F5344CB8AC3E}">
        <p14:creationId xmlns:p14="http://schemas.microsoft.com/office/powerpoint/2010/main" val="1314329167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F8BCB6-898D-4B4B-BB97-E6DF33F87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D17CE6-2319-4284-82CB-809BA8BE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5b8c03bf5a44f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AFE5A4-CE3F-459E-9B86-23F9A98E3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Notebook project: SPECTRAX-GK linear metric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B63608-C387-429D-969E-04620834B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49A9C1-38A4-4333-9914-551106840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C4CF7E-1667-44E7-B9F0-B24DBD593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C2EA4A-ADA6-4C22-B437-5A182504D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3BCD0A-394F-43F4-B735-A806399C6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notebooks/08_spectrax_gk_linear_metric.ipynb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9E405D-AA68-48B5-83B3-D6FA6C7F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6A75DA-A41F-4F7A-BD9F-C23207841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growth rate versus ky rho_i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4F0F46-58F7-4F61-AAEE-C66B90AF0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B975E4-0938-4E02-A0C6-6C6ACC152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mode frequency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738B21-7D8D-4C58-B4D5-B16A744A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1CB6F7-9822-4741-985A-432F6D08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State the range of validity of the proxy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149E64-9F12-43ED-B760-8CB70AA48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750EBE-01ED-495B-99AB-E8F60A459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83E562-DEC0-4C61-8BA8-167F11BBE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345074-F2B1-4344-8AA2-E927C26DB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D6AD16-EE99-48E3-A800-AA77DD262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1FB0A2-E71E-46CA-BECC-3154D9F5F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012330-C00B-4D72-A8D5-BEBEF6F9F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1A5A47-5029-4A97-A741-1C949F34D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D1CB78-2337-41C2-A096-023DB211F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0D94F1-F5F8-4910-90B7-36EBB7870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0F5A50-8529-4EAA-8DF9-DCFAD2DBA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DB7283-B15B-4F33-8A66-DDB77177A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64DA6E-2096-4208-94A5-E829DA46B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1AF76E4-871B-4C64-8CEF-795439140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8497FC5-515D-4186-A62C-7E6B68F50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2B0CA9-177D-465E-A874-335507042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1479DAC-7E46-4C1F-8463-9CD18A75E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94B11C8-FD78-4967-9B74-0394BBFA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14</a:t>
            </a:r>
          </a:p>
        </p:txBody>
      </p:sp>
    </p:spTree>
    <p:extLst>
      <p:ext uri="{BB962C8B-B14F-4D97-AF65-F5344CB8AC3E}">
        <p14:creationId xmlns:p14="http://schemas.microsoft.com/office/powerpoint/2010/main" val="162450872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A5F65D-3AA5-4E79-A679-3EBFECFC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6E521B-1DEC-46F7-A8E6-A5086E103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9fdb9e902e45c4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F2279D-0F42-40E7-AEF9-0D73A4FE9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linear growth-rate spectrum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B39B14-3E6D-4D14-876E-365763923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F802E9-4BDB-493D-93F8-0DA76DEC0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4fb5757f1a48b8"/>
          <a:stretch xmlns:a="http://schemas.openxmlformats.org/drawingml/2006/main"/>
        </p:blipFill>
        <p:spPr>
          <a:xfrm xmlns:a="http://schemas.openxmlformats.org/drawingml/2006/main">
            <a:off x="707601" y="1790700"/>
            <a:ext cx="6490548" cy="3676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5DCA41-38C1-4F7C-85B8-5B2DF6543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16A346-2639-4C87-BF35-B86D0F643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99E48B-D441-4D36-820A-DA554081E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Growth-rate peaks indicate instability drive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AE3D07-7EE4-44A0-B7C5-0ED79F476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F689F7-A95E-45D0-86AF-48B21AE7F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670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They are followed by nonlinear heat-flux checks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006E6A-6592-4378-94B5-905563AE1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97C811-53F6-4CC5-8DEA-12537EFE4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A1C368-7386-4CC9-8667-4CD8A053E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94D708-4B8B-4A11-B7A2-9EA72D68F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38B50C-CB23-4A8A-B4B4-92A2365B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7154B4-3A7C-4AB0-815D-6210C622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15</a:t>
            </a:r>
          </a:p>
        </p:txBody>
      </p:sp>
    </p:spTree>
    <p:extLst>
      <p:ext uri="{BB962C8B-B14F-4D97-AF65-F5344CB8AC3E}">
        <p14:creationId xmlns:p14="http://schemas.microsoft.com/office/powerpoint/2010/main" val="1872897409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D6838E3-01EF-4B66-A0EF-B0FF36B74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1F1684-05B7-4E12-BD9A-82C389751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b1fc3364cb42f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93A2C1-80F5-4FEF-8263-7B9D075CE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linear mode frequency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73BDE3-B92D-4AA9-A8CD-2D999B92A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89CEDB-33FC-4C14-8BA4-4811E8C34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f0534ff9414555"/>
          <a:stretch xmlns:a="http://schemas.openxmlformats.org/drawingml/2006/main"/>
        </p:blipFill>
        <p:spPr>
          <a:xfrm xmlns:a="http://schemas.openxmlformats.org/drawingml/2006/main">
            <a:off x="833695" y="1790700"/>
            <a:ext cx="6238359" cy="3676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55A24C-C340-4E98-94F0-41CB0F57C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ADDC6F-A9E0-4A99-9AB8-3CED434D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FBA279-48DF-47FA-A0B6-26F1ECDE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Growth and frequency together are more informative than growth alone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5D1612-52C5-4FAB-BC9C-9F2C369DE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0B8094-7EE0-4229-B15F-7EEFB29C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670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sign and trend help identify mode families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71341A-28C5-4C62-A969-629CCF2DD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0E49F1-8921-4916-9DAF-1080DB0D9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141508-0920-4B08-84F6-A6D50E6BE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EB2C3A-ACA2-4C01-807C-41ADF3C6F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DC82B3-A309-45ED-AD17-71513CC7E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6E9F34-D2F0-4C9B-9C5C-EA6F9A983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16</a:t>
            </a:r>
          </a:p>
        </p:txBody>
      </p:sp>
    </p:spTree>
    <p:extLst>
      <p:ext uri="{BB962C8B-B14F-4D97-AF65-F5344CB8AC3E}">
        <p14:creationId xmlns:p14="http://schemas.microsoft.com/office/powerpoint/2010/main" val="128574631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40F292-B7FE-43DD-8FF0-E3C39A87A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08E245-F958-4D80-AAD6-69B34515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a1b83e43ec480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CC2EC1-5E29-40F8-BA6C-CD0B4FA0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Notebook project: proxy versus validation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409571-95D4-4C6F-98F0-7F76EF5A1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A63E48-CF31-44AC-854D-3E237B4E8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FBD608-383E-4659-8BCD-6D79AD318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D1E5FD-0CB6-47D6-ABF4-C596DEFD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DA9505-882F-428C-8E80-14534678E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notebooks/09_turbulence_metric_surrogate.ipynb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23802D-66BB-4BBB-B732-2CBA91A54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1CE613-CB65-4DA3-A16F-78FA9AD81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Choose the best design by each metric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D6AF2A-8677-45DD-938B-B0AB31DE2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624D3D-C0E8-47E1-A621-8B812422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Compare the rankings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1A5539-BAFC-48DA-8FC5-E4B88DC0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88C722-7FDE-48A3-B11D-7CB5729B3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Discuss why rankings differ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9BD164-E810-468D-8FFC-A274F7E36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64261F-C3DA-4FF7-9C92-AF067C48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84CF18-01DA-47AC-9012-BD9B03D3F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423356-9F94-4C52-985C-815748F66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06F12A-9429-4FEF-A93B-2B205D6AC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4AD0D3-CFC2-497D-8650-0E03F2331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C14FB0-831A-422C-AE60-9F5D9BE62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C9451D-38EA-4D45-AF69-F261E8CF0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F859A9-EE51-417F-838B-6B5DB34F5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A851322-5B5D-405F-A412-77F146428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CF2114-8CD9-489B-BD1F-F5FBA8F08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AD4E72-2986-4B14-95B6-3ED684E7B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ECE76C8-C090-4B05-A044-DEB69ADAA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312F72-CE51-4368-BAA6-2EA631C4A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87EDE62-2221-47E9-82AB-E0BCEC716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6A161F0-3069-4217-87BA-B892CF4F5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A8A2B7-AB1C-40A2-A6CB-8071B99E5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FCCB784-D564-410D-A82A-713A50FD2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17</a:t>
            </a:r>
          </a:p>
        </p:txBody>
      </p:sp>
    </p:spTree>
    <p:extLst>
      <p:ext uri="{BB962C8B-B14F-4D97-AF65-F5344CB8AC3E}">
        <p14:creationId xmlns:p14="http://schemas.microsoft.com/office/powerpoint/2010/main" val="1118703298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7EFE96-151D-4B0B-9A84-C6C34D9B0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600F39-BFBC-4CC4-996F-BF2B959B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65ce1c58a64dc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BF84F0-6902-48ED-839B-A0207460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proxy versus nonlinear validation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644283-0419-4B73-9164-12B761201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7E6424-9321-49D1-8FBF-9C5ADE716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e92d4fcd3c4d0b"/>
          <a:stretch xmlns:a="http://schemas.openxmlformats.org/drawingml/2006/main"/>
        </p:blipFill>
        <p:spPr>
          <a:xfrm xmlns:a="http://schemas.openxmlformats.org/drawingml/2006/main">
            <a:off x="707700" y="1790700"/>
            <a:ext cx="6490351" cy="3676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D34EDD-4B5B-4E3A-8EA0-CA395D950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0EDDC4-80BC-4B44-A00A-8E339C8F1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0C6DC3-B770-4B3F-8560-11485C149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proxy may rank designs differently from nonlinear validation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634FAA-F9B2-40FF-9EA4-8FB09F955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9486DC-1E6F-4C58-9367-156B5AE4B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670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optimizer receives whatever metric you give 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89DB93-F44B-45B1-A6A3-A05B114AE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03C0AF-F914-41A3-8A9D-4B13D4EB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5696D-3304-4043-A06B-A014F428E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379EC8-2398-470F-8468-08E541CBC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ED1076-6F74-4A7B-B7AB-7FEB46FD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707D4E-14E9-4DFA-80C6-D26A53BC9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18</a:t>
            </a:r>
          </a:p>
        </p:txBody>
      </p:sp>
    </p:spTree>
    <p:extLst>
      <p:ext uri="{BB962C8B-B14F-4D97-AF65-F5344CB8AC3E}">
        <p14:creationId xmlns:p14="http://schemas.microsoft.com/office/powerpoint/2010/main" val="1815929795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3C5A191-62B0-4439-8C8C-F90EEB1A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AB6A0B-435C-4A92-B16B-F8DEC8C51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a3e36db861481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26AB6C-2C91-446E-80A2-BDF1B2DE9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W7-X ion-temperature-gradient clamping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038C6B-DB56-49E0-B1A3-30EEDF5F8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8AD9A8-2EEE-4023-BB8D-7BD73F291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85e7a1c0a54824"/>
          <a:stretch xmlns:a="http://schemas.openxmlformats.org/drawingml/2006/main"/>
        </p:blipFill>
        <p:spPr>
          <a:xfrm xmlns:a="http://schemas.openxmlformats.org/drawingml/2006/main">
            <a:off x="940602" y="1790700"/>
            <a:ext cx="6024546" cy="3676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9BA289-E20E-4E44-9DB0-7CBD59042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A0CA19-99DC-4205-9B56-EB4623640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35DBED-4C86-4296-AB18-8E1A757E1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Neoclassical success can leave turbulent limits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8B80DD-23B7-4F3B-A014-21064C933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857C90-E301-47F4-AC6A-0C70D9B77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670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 response can saturate performance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B277F2-AFF6-4760-AAF0-9B7A8D6A0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4840BF-A8A4-457B-AAA3-163EDFDA8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DB76CD-CF83-4F9A-ADD5-22EF010DE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CE9573-6604-4058-9D93-22079A037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31ABA7-5560-4C96-B6F6-A2584602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F30681-6037-4E02-9135-FCE1D75EB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19</a:t>
            </a:r>
          </a:p>
        </p:txBody>
      </p:sp>
    </p:spTree>
    <p:extLst>
      <p:ext uri="{BB962C8B-B14F-4D97-AF65-F5344CB8AC3E}">
        <p14:creationId xmlns:p14="http://schemas.microsoft.com/office/powerpoint/2010/main" val="1884980156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7666E26-DB5B-4EA3-B8BD-F7DB028F6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C5009F-61A2-466F-A987-C9413135D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72D9B9-4DE2-49FB-9C86-910ECA8F5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884E97-F9E2-4BE2-9DD8-F6B4E7AC2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c28c85aa564f9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9D3192-D245-4DA1-A379-42D823B8E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6002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88F9F8-599C-4C8D-B7B4-F4C48CCC0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266950"/>
            <a:ext cx="7810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PART 3. Fast particles and validation gates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6B0651-9B78-4565-8CE2-8CB1DD54E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657600"/>
            <a:ext cx="8382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50F4CA-27A5-4BDB-A66A-70F80A122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181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DA324C-037A-4061-8178-78304FC62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07670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Reactors require alpha-particle confinement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9ED5EC-AC63-4514-88AB-8E7E4B018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810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63373B-EB3B-49CE-98B4-94A43CCF2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70535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Particle metrics must be rerun after coil design changes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EEA780-3A21-4AD6-BCAF-6E317FD41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8CF0BD-A0D9-4143-A2F2-F8222EAD3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4C5424-453D-4EC1-9254-5937F248C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84EBCC-FB29-437C-B95B-895BC087A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20</a:t>
            </a:r>
          </a:p>
        </p:txBody>
      </p:sp>
    </p:spTree>
    <p:extLst>
      <p:ext uri="{BB962C8B-B14F-4D97-AF65-F5344CB8AC3E}">
        <p14:creationId xmlns:p14="http://schemas.microsoft.com/office/powerpoint/2010/main" val="1773164266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A2B226D-1461-4B37-9600-2C786EB79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01EE5A-D4A3-4A47-B2CE-84BC46193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9f06b1c04c48a4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1D42FD-AB66-42A0-8CB2-83E3D402B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Fast particles are reactor gates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77653B-1082-42EF-9334-51E6FC330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B37092-DFCC-4C1A-9DE3-783534758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D9B3FE-0B9C-43F7-8AE6-9EE411162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CA4532-F6C2-4C0D-862F-AFEC0B3F3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AD4C5B-59B1-429B-B022-EB9FCCCE2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Present experiments may tolerate losses that reactors cannot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803C79-911C-4D4A-B116-FDF8C73C6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57DB2E-6717-48F1-BBA4-0A12D35E1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09134F-0029-4266-97F5-09990B808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60DF6E-DE49-43DB-BEB7-9F2CB2BE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Alpha confinement, wall loads, and orbit classes enter late-stage validation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534FF7-17F2-4AAB-B7F0-2EA4CFE64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32EFF0-C9A3-4A05-A50D-6B0B7D00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171BAC-ABD2-4C3C-824C-F89E7A5C4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E8B13F-9B6B-46F6-862E-5C68B2584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ACA3E2-C5A2-439E-9E79-1ED2390B0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7B049C-4B2C-4A5D-8CE5-A5D2EA824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F28AF6-A5E1-471E-986A-454564D5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21</a:t>
            </a:r>
          </a:p>
        </p:txBody>
      </p:sp>
    </p:spTree>
    <p:extLst>
      <p:ext uri="{BB962C8B-B14F-4D97-AF65-F5344CB8AC3E}">
        <p14:creationId xmlns:p14="http://schemas.microsoft.com/office/powerpoint/2010/main" val="647396478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F2303C-AF80-48A3-8892-A6375B879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99B057-387B-485C-8E66-7B47EFDAC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cfecfdb8274d5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A2CB0E-DC01-46F3-8337-7BBD4DB3A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Particle metrics connect back to coils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F16ED8-8A82-46CE-A881-E95A07C07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96D029-28A2-4918-8CE0-8ACC7EB80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132BFA-84DE-4337-8156-1000B9F33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4E58DA-CB63-445C-84B9-29C278F5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015376-D808-4983-A3DD-8D0D15F5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Coil errors can alter field topology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42290E-6239-4C60-B9F5-51D04EEE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A0B23D-9080-4C22-8F1B-B217A41AD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EE74D1-9783-464A-B2DF-DE8677BD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794367-A419-47CF-9519-0B51879B8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Fast-particle diagnostics should be rerun after coil design changes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99BECE-13F1-4916-BD81-C1A6D754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F655E1-2D3A-410D-AABA-18DB30C4D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37C444-033B-4D7B-88F1-CAC05D281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947F45-34E5-49D9-A42A-F70D5F51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2869B0-EA1C-4587-872D-DB7494A9A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B6B860-2311-42E1-8F8B-C58396E48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813E61-8483-47B9-83E7-47A3A6116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22</a:t>
            </a:r>
          </a:p>
        </p:txBody>
      </p:sp>
    </p:spTree>
    <p:extLst>
      <p:ext uri="{BB962C8B-B14F-4D97-AF65-F5344CB8AC3E}">
        <p14:creationId xmlns:p14="http://schemas.microsoft.com/office/powerpoint/2010/main" val="1286265862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3FD2D8-4684-4FB0-9653-9F240C1F5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3758DD-8B58-4FC9-ABB8-E56AF2DE0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58005b7e914ee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E50368-AEF9-4F84-97DD-C0567F1A2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Metric trust ladder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50498A-D688-42A5-9CD0-29B6A1203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1915C8-35F3-409B-BAC4-6103AD79A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002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DAAF09-DFC7-4700-A115-5D4A513A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621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82642A-68F6-4399-A643-322454861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6668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7A717E-1C13-4F6D-9E57-B4579AB17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621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screen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D3865C-EFD4-4B24-B0CB-BF478E9AA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527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F07D97-40CA-4771-B5D7-E9B124E76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1146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5F8A19-6B77-4F35-AED0-C51F91FD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6193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A6501F-B8D2-427E-88FE-60CEE76B8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7146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ranking hypothesis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305E20-C005-42A6-9B02-9CC912EDA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7052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D414B3-4FCC-405B-9889-FB9C76901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0671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A9F192-1626-48E3-8DFE-0CBCB4E47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5718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0A76D3-A877-4889-A6B7-566A368E2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6671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validation calculation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210149-9BD9-434A-BD96-926ACFC1E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577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73CA8E-CADF-4299-83EF-100E7EED1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0196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2D21A9-78F1-4D55-A627-DFE43CD77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5243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EA4A5A-23D2-45A9-B484-990DD7AAF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6196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experiment or integrated scenario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6D086C-5D54-4926-A834-69DAB619E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46672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Cost hierarchy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FC8823-BEF1-44D2-AEFA-5A4CD4DDC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06FA5A-092D-4C45-96F3-17786ED20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549A11-F0CF-4E81-B6D6-A0B8A4D2D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839C6E-F81A-47E6-AE9E-B66752B66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23</a:t>
            </a:r>
          </a:p>
        </p:txBody>
      </p:sp>
    </p:spTree>
    <p:extLst>
      <p:ext uri="{BB962C8B-B14F-4D97-AF65-F5344CB8AC3E}">
        <p14:creationId xmlns:p14="http://schemas.microsoft.com/office/powerpoint/2010/main" val="1736746778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C02B06-6907-4B76-9EB1-0347749E4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3153E7-F191-4D3D-B33F-6AE69E69E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46a5a6aee14b8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48A0BF-DEAF-4CC5-BC27-B3AC94369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Validation compares failure modes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B80902-C73B-4D72-A238-37EFEC86E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58A239-4E77-445A-8E8D-60A50592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44BE75-0E7D-4F29-9CD8-89C1C030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FE9348-A15B-4120-81B3-457F04A20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8E2B7C-6C64-4CA5-A1DE-4D679CDF0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7820EC-0905-4118-A376-3078F7055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Does the metric fail on a known bad design?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495BD1-7063-4D30-8640-EB53F4438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1ADFDB-F818-4B90-B6C0-E033ADD19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Does it rank a known good design correctly?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C808EF-7475-4683-A6B2-2B6BAA12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D158F1-1E97-46A7-9866-1847384FC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Does it change smoothly under small perturbations?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935E4C-D65E-4FE6-88FC-327D15E33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57A47A-186A-45AE-BABD-C6B277837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4528FE-8166-4444-9B5A-57D79D87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3881A4-7BE7-4C10-BAD0-38EF996ED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93005D-6D24-45E0-8B8D-435FBB856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3DF0B0-BE68-4134-A1B4-8927775F4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24</a:t>
            </a:r>
          </a:p>
        </p:txBody>
      </p:sp>
    </p:spTree>
    <p:extLst>
      <p:ext uri="{BB962C8B-B14F-4D97-AF65-F5344CB8AC3E}">
        <p14:creationId xmlns:p14="http://schemas.microsoft.com/office/powerpoint/2010/main" val="200893996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E986551-4B7D-4336-89D1-F55717116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7A8ABE-FE87-4F26-9BA2-8B93C32EF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c6875ed3ed49f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2F46D2-8590-4BA8-9477-CF918838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Computational checkpoint for lecture 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1BC20F-1430-486F-AE12-429BEB955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FDD28A-9499-463F-85E3-3007031BD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88B107-EF82-4A1A-9CDD-84CB6152E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E8A304-2348-4B0C-A7F4-ADB0C19D6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B6024F-4BE6-4FED-862F-9A275465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scripts/execute_all_notebooks.py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4EDA26-4E81-4C52-A22E-310042FEE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AF5797-60C4-451C-9E8D-62550A64C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Run notebooks 07, 08, 09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37F0DC-6FDE-445A-8AE4-AE5FA75CC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C8FAE0-3C77-409A-BBDC-F847FD07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Record which curves are cached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4960CB-8FA6-4B8E-BD6B-639C553ED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553278-4A88-4944-BBBE-560DBF3A2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Replace one cached column only if a real run is timed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35E531-26AB-42BC-8339-A5A939B1C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4E542D-5190-4E68-8CDD-BE46DAA14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522B47-9CD1-47E5-9409-3BC74420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FE6684-3BBC-4034-A064-14B0A95CD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9F338A-B3C6-46BD-9285-2FBA0D270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CE3F05-7024-4368-A755-3B647566D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8851B7-35FA-499E-8FA3-8452DB16E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716BEB-7429-4F52-9357-DFC83F346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2DC48C-5433-4A86-B3FD-2182D4BA8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803D9B-81EF-4ED9-BF56-A90B9B7B2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9FF2B3-013B-4650-9EE8-B2004D720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A9449B-5096-45F8-AA08-240D1A8DA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2B865B-6B36-4640-A69B-082123603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AD1356-5134-4BF5-BF19-DC0A086A5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54C0796-8908-444E-9B35-4F577EAEF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A2C4C53-CE96-4009-8FD7-122BAC71D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751E897-5632-41D6-855E-31C49552E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5AFB74-3992-4471-80C8-56C261561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25</a:t>
            </a:r>
          </a:p>
        </p:txBody>
      </p:sp>
    </p:spTree>
    <p:extLst>
      <p:ext uri="{BB962C8B-B14F-4D97-AF65-F5344CB8AC3E}">
        <p14:creationId xmlns:p14="http://schemas.microsoft.com/office/powerpoint/2010/main" val="1513751699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659E81-5B8D-4989-9FB8-207E7CEFC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1792FA-95C5-4E1A-A6A9-DC2EA6C84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e6decc09cd4b7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E26ADA-8E73-4AC7-B892-15D1A58A5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Exercise: choose early and late metrics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A431A4-FFAB-47F2-8ED5-6012A625F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ADE2CC-854B-4D4B-A120-FF2690AE1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00200"/>
            <a:ext cx="32385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806405-8BCC-4591-9D65-AB9AF77FF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01930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Try this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170B81-B404-4821-BA9D-DC2AE5409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8130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5-10 minute classroom exercise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0C87F5-D84A-478E-9435-08E9F7378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14750"/>
            <a:ext cx="219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660E46-CEDC-41AC-A00A-19048FCF0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DADA15-B9DE-4FA4-B1D4-8BFF608AA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859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metric screens 1000 designs?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ACFC50-D480-42D0-B6A6-0CC9CBD02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40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3B622F-03FB-4AB6-9337-3F632B1EA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352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metric validates five finalists?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28278B-52C2-4A3E-9AB0-6895C40F8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89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F9A803-8A56-4983-9E7B-78BA517E5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845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is the failure mode of each?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19FB3C-95DD-4A12-9B2A-A851F89BE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00550"/>
            <a:ext cx="581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161D38-07F1-4F6F-B44A-79C124C55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533900"/>
            <a:ext cx="5391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Expected answer is qualitative: identify the tradeoff, not a magic optimum.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C51970-1C51-4F7C-9271-5B0F8D307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F3821C-CAE6-4840-9499-BC673E62A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61B4AC-0827-493C-9CCC-FA0FD064C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C03247-9870-4F1B-B065-38C8BA5D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26</a:t>
            </a:r>
          </a:p>
        </p:txBody>
      </p:sp>
    </p:spTree>
    <p:extLst>
      <p:ext uri="{BB962C8B-B14F-4D97-AF65-F5344CB8AC3E}">
        <p14:creationId xmlns:p14="http://schemas.microsoft.com/office/powerpoint/2010/main" val="498250848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ADA92C6-4FAA-46D0-B539-A3DA8EB14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CC1DFC-79F8-4C36-9BD3-FD8928D32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bb7b2cbff24ef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918229-DABC-4D3E-B060-88514312D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Exercise: proxy versus nonlinear ranking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01B90D-A6D4-48D5-80B4-22C077F98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FDC942-687D-43F5-BFA6-1BE8F97D5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00200"/>
            <a:ext cx="32385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AB1DDE-CD4E-413C-AD81-FC54BA16D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01930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Try this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4DF2A5-FA23-4243-A393-4890A503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8130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5-10 minute classroom exercise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415072-9AA7-442B-908C-8934DC706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14750"/>
            <a:ext cx="219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CC023B-AC31-4EC3-9B2E-05A786C5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299BE1-60DB-4E1A-9648-E18B773F8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859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Select the proxy optimum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988029-E184-497C-A679-038685273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40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EB7643-6711-4B61-A40A-F13F9C383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352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Select the validation optimum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9FA874-FD49-49D4-9C49-E29F723E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89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FC7630-2114-4961-A236-76DE929CF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845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Explain why the optimizer might prefer the wrong one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8AFC85-6C3B-40AF-BB33-F02E2EA7F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00550"/>
            <a:ext cx="581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4ECE10-59BD-4AC5-B0D5-8DBF3330E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533900"/>
            <a:ext cx="5391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Expected answer is qualitative: identify the tradeoff, not a magic optimum.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4293C4-B2D6-4887-8559-EBF896065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CEC22B-C7DB-4272-AE30-F266A69AA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912A01-B451-4E37-A6B6-03F21C40E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DC7463-8735-41FE-A0AC-06410044F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27</a:t>
            </a:r>
          </a:p>
        </p:txBody>
      </p:sp>
    </p:spTree>
    <p:extLst>
      <p:ext uri="{BB962C8B-B14F-4D97-AF65-F5344CB8AC3E}">
        <p14:creationId xmlns:p14="http://schemas.microsoft.com/office/powerpoint/2010/main" val="614319557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72E862-CE1A-42E4-8E9B-C23BB502B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2CBF0C-E166-4B06-8D57-E0412555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3d21ebcbc5405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824EE4-E32F-446F-96FB-FD5F26854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Lecture 3 notebook map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A6C837-687C-44C1-B29E-0780A49CF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59B9B4-119C-4C32-86FE-FCC39F3DC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EA4D14-9D1F-4EA9-9080-74AC173A8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80DB00-681C-47A3-B667-B68307764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5606E8-E547-4FFE-894A-57F67A0F4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160D09-200A-4ADE-ABD8-43B2B538B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287D39-A0AC-4313-A02D-F750A9B73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5F7755-D46B-4E1A-A7B5-CAAE8F9BE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 effective ripple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7C32F0-1859-4E5B-BE80-741A85582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C13814-B808-41A4-B92F-590C1569A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5C8418-BD20-4B84-A3C7-27E255EF7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F8E54B-3F77-417D-A62F-EEE52DF5C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07 neoclassical validation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FD320C-1447-48CE-8ED2-ECB1B4382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84E078-5CE6-467C-B602-E2158F1B6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B3F848-06DE-4D88-AFEB-CB3C2FBB9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06FB0D-7082-4A7A-A7A7-AAD0DE32B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08 linear GK metric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35662C-9618-4CC0-AD9D-E6A1DC712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B65BF7-DC47-46C8-B3B5-5F734B4CF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DECCF1-AEAE-44F9-A478-A6E390E97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4C0F94-B015-4712-A287-2084DFCDE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09 turbulence surrogate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43D446-470D-44E6-B0A2-08699B454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17C0AD-5389-4BB7-9765-369DFF159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187CDC-CEBC-4EA2-9813-5FD8F4ACB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CD2950C-6A00-434B-8E4C-D3398EC05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79CC695-2AEA-4624-B353-7B1BB6809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28</a:t>
            </a:r>
          </a:p>
        </p:txBody>
      </p:sp>
    </p:spTree>
    <p:extLst>
      <p:ext uri="{BB962C8B-B14F-4D97-AF65-F5344CB8AC3E}">
        <p14:creationId xmlns:p14="http://schemas.microsoft.com/office/powerpoint/2010/main" val="147136278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CFECAE-BC1D-4910-811A-031EDDAE4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A42E3F-6F57-4090-8EAA-10BBFC185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fbd47cc6bc41a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D362FC-2412-4CB7-A793-4F6AA414A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Five rules from lecture 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601901-413A-4A52-A497-224B093A7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282557-61D2-4B94-9890-B7934C33E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14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E0B861-C7CF-4E0E-B31D-31C161923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0975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cheap screens early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1936E9-E8B6-4B4A-BDB0-D2E7320C8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43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F8222C-79D2-4BA2-89FC-0428333B8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3840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Validate with richer physics late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5AD520-228F-414A-AC8D-9A1929023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0EEBAB-74D3-4E64-A105-A7BD3E511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6705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profiles and regimes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0A4360-8ACB-4DAA-83A4-33EBF1384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00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67D86D-C6CA-4BD7-A63A-65BEE6785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9570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Never hide proxy failure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98E33E-DE97-4CDC-A9A4-D12F66AEE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29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FD18D2-5CCD-4780-AFE8-A1E58385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2435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Record the trust ladder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91B749-4450-4475-87AE-5880C96D2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3870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EF3EC8-C3B6-4581-8356-5009A067F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62525"/>
            <a:ext cx="7524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good optimization result is a design argument that survives new metrics.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B63519-52D3-43A5-9381-C46238622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FEC187-3BE5-4B33-85A4-473D467A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B86E98-D15B-4AE7-B824-80C5F113A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2735B8-4E0E-49F4-8EC4-7BEC15E30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29</a:t>
            </a:r>
          </a:p>
        </p:txBody>
      </p:sp>
    </p:spTree>
    <p:extLst>
      <p:ext uri="{BB962C8B-B14F-4D97-AF65-F5344CB8AC3E}">
        <p14:creationId xmlns:p14="http://schemas.microsoft.com/office/powerpoint/2010/main" val="1795589935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AA5FCF-E252-4EC2-87BB-B8125A9D8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AFBEB3-999A-4E51-A064-F5C237D28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3a357d18904b9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D716A4-185A-4BB1-8D8E-760770ECD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3.30: neoclassical outputs to track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05F803-0A74-4906-A447-BB937AD83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1A9E92-C93B-47A0-AD89-00CCC4FC0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6856F8-AA0F-4A50-85F2-0B1B478AD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889B6C-4D61-480E-9F05-2FEF9F8F3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DC7799-603B-4437-9983-D95F09D3C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D73F97-D99B-4BED-8367-78971F5C2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5F7B36-5DBD-4D01-A233-3D950414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7A5887-6F4E-41A8-814A-B74AED68B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EFE69A-724E-4B7B-9561-029DCE2C6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CB4C42-72C9-49BB-9B62-88DF268C0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7DCCBE-1BE1-4C6E-8FF2-1AC14B781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94BF23-4246-442F-B288-294971735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4C1508-18B4-4F5A-AA61-E8CFC898F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5E8E76-7BB7-44DF-BDD3-3C56123D5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D4EDF7-0218-4FC6-AAA4-CF2F3813C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98A4BA-834C-4E83-8F3C-09DDDBA5C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FA61EC-74D2-498F-B790-7FF350689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370C32-45BB-4B18-9806-BB52F883A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C9CAFB-B109-4381-8479-EFF37FF33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93D1B3-115E-45A2-9D74-A8F663A09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30</a:t>
            </a:r>
          </a:p>
        </p:txBody>
      </p:sp>
    </p:spTree>
    <p:extLst>
      <p:ext uri="{BB962C8B-B14F-4D97-AF65-F5344CB8AC3E}">
        <p14:creationId xmlns:p14="http://schemas.microsoft.com/office/powerpoint/2010/main" val="282444376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89A05A-0A32-4B19-AADA-4321DC5EC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4E9819-D431-41FD-805F-1940726AB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9102d972a647da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0A222B-0884-41AC-9E2C-D6A1D3882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3.31: turbulence outputs to track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900148-8622-4109-8B27-8EE23AA61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143DED-472C-429D-9AB0-312D8DB73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4EBB5B-C984-44DE-8553-75D99353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04E648-D9D7-4669-AF73-13055929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C2FD27-A561-4B2C-A859-4412F262C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8BD19B-D499-4DB8-8DA9-FDA91222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C2D554-9DC3-416C-B293-3011FF48A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BCF6FD-DD43-468F-9B6F-C3B7E8794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1085C7-7154-4197-9213-66ADD22C9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B93E9D-1278-418A-B41F-428343C60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621B78-0608-4D8B-A25C-4D3063688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3572ED-D768-4AB8-8082-FED121900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A46A93-05C0-41ED-9BFC-46EE237FA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78CB27-E532-4DD4-9EE9-078125BCE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A08798-200A-458C-BDF8-F622EC43F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7A0888-F7D8-40D3-B3BF-8EA6B4497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A7DE3D-2FE9-4371-A29B-A05AE121C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DB5013-3D1B-45B1-A49C-1C6640D13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307901-E499-4FE6-B52C-A22D52C19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195A3F-343D-42BF-9B0E-426373AAC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31</a:t>
            </a:r>
          </a:p>
        </p:txBody>
      </p:sp>
    </p:spTree>
    <p:extLst>
      <p:ext uri="{BB962C8B-B14F-4D97-AF65-F5344CB8AC3E}">
        <p14:creationId xmlns:p14="http://schemas.microsoft.com/office/powerpoint/2010/main" val="298271188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66CA55E-CEAD-4A32-B599-60262E7F2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32A33D-DEE7-4FC1-9D27-E6306503E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dee73725c04f9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2F9948-A3B5-4F6F-A3B5-74A8FEDEF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3.32: fast-particle outputs to track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C22709-07D5-414D-AB7C-B75871925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3896F5-E578-4E96-94C5-B41F3BCFA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6AB3C4-CFCF-4F0E-BB63-89CCA571A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EB6B8D-08AB-45D4-8D41-249A43CFC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48469B-7F2D-43DE-B2A7-8ECA279DE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EFC4C6-BE50-46DD-9733-2493F51E3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AE085F-8DF0-4478-8C14-D0F7B5AD0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51BA6C-4F15-4A20-80A4-66D80C0E8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906E8A-26FA-4793-9BC3-4EBB26152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9C8E85-0616-48C7-AE87-7C4D3F21E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13F2B9-59BB-4C5C-AFEA-E5DB55A87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F369EA-9344-4B70-A52A-D0BE3BED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3A0D74-7EC7-41E2-B076-B8B240A46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92F291-2F99-4C72-AC03-83364991C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10D871-DF26-4200-AF80-14FFCB9D8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992632-0CE9-4E95-8555-966475B80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9089BE-3882-433B-A6D8-BE690C45A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D7F9D0-6007-495A-AC5E-53B49DA83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A6368F-E27B-40EF-A877-AE961D621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BA3DBA-3FCD-4D6F-8462-C5A5941CB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32</a:t>
            </a:r>
          </a:p>
        </p:txBody>
      </p:sp>
    </p:spTree>
    <p:extLst>
      <p:ext uri="{BB962C8B-B14F-4D97-AF65-F5344CB8AC3E}">
        <p14:creationId xmlns:p14="http://schemas.microsoft.com/office/powerpoint/2010/main" val="1977917417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7E33AB1-B727-498F-99B5-EA7D7909B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3517CB-C101-4036-A33B-37DFBDFC5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b2cf5e432c4c3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AD2279-293F-46BC-917D-2528F0C1B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3.33: cached-mode trust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4B4AD9-FDAA-4050-8AC0-49E152859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65433E-975E-4AE5-B189-696D609CD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97E96B-A486-494B-B4A0-432731529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0EA93C-B520-41F3-9C4C-40926CFD1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24C834-EE33-4FB8-8D74-D3075EE0E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6CC9A1-92E6-4828-94B5-C5672A66A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C76894-E689-4A34-9BCD-604170021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D65FE7-EEA2-48AF-821C-89A370590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AE90DD-8F90-4D89-8906-C265AD10C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93A496-2D5B-4B32-8ACE-153DCD3B9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1CE192-6DBF-4D54-BF70-9E47BDDB3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6C06D6-716E-41D7-B494-34E12DBCB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F18510-744C-42A4-ADA6-E7EFA0025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96C25E-2BE1-4C8D-B42E-9A192B3BF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D03123-E5ED-4E51-9A1D-E60F6428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88A1A1-38B1-4040-B335-05029380A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8AE62A-3BD9-4E9A-9A95-10BE95FAB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EBDBF7-1E06-4FBB-B9EB-5C925F32A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22BE55-F67F-4C80-B830-C38AD97C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7D672C-B2BF-4179-BC69-E2BB84D8B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33</a:t>
            </a:r>
          </a:p>
        </p:txBody>
      </p:sp>
    </p:spTree>
    <p:extLst>
      <p:ext uri="{BB962C8B-B14F-4D97-AF65-F5344CB8AC3E}">
        <p14:creationId xmlns:p14="http://schemas.microsoft.com/office/powerpoint/2010/main" val="2012542502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9A16DC-8ED4-4F67-8A48-104E5292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DE2764-B1C0-4E51-82B9-77DB26560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794ea5eccc48e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612F3C-C8E4-42FF-91AC-F6682E568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3.34: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774A88-F07B-4F72-AB7C-895DE2F39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F394A9-E371-400C-BD67-22B72F5B7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D04982-A4A7-4FA8-BEF3-E4D2ED10A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DB30AE-14A8-4C4C-B16B-1D9EC63E9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D298A2-FDA0-4B1D-80A5-44607D0E0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CD13C1-DF70-4D24-BF4C-FED1C4998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CB16AC-2FF9-44E3-8AED-93F347C69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13B9D0-4D2A-445D-8651-A274B903E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02B230-AA30-4F31-9D89-33C5BC266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6D3439-D468-4393-9346-2955E7436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351DB1-6891-4F28-9227-83C9537DF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03EBA2-5B98-444E-B177-BCD3AF401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AD4BA2-E2C8-491E-B2B5-1FDC8FC0A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6E6EB6-AC7A-4B76-BE37-A4B6B83E4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E0AA65-A2FE-48EB-92C9-A0B1F2BB7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639907-9F5E-415A-A83B-71792ADEB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D76BC5-244F-494B-9339-8C0F6D88E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4DD191-74BC-4F5B-88F0-C37D0A5D3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D26278-C6F2-4689-9E9D-E043A0854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E6338E-60F2-41D4-80B9-1E26ECF11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34</a:t>
            </a:r>
          </a:p>
        </p:txBody>
      </p:sp>
    </p:spTree>
    <p:extLst>
      <p:ext uri="{BB962C8B-B14F-4D97-AF65-F5344CB8AC3E}">
        <p14:creationId xmlns:p14="http://schemas.microsoft.com/office/powerpoint/2010/main" val="61621763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047565-6E90-4178-A3CE-F6C6DCD6E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70EDE8-644A-46D2-9F91-A3301A3A4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58fd6e0c6f425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31EE53-34C8-49D7-AC99-70CCB71EC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3.35: neoclassical outputs to track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F8F8CD-3590-4DAC-8CFC-CAF35750D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5702D1-ABCD-4FFE-9BFF-7D0E7C0B7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15A29C-DFA9-49B6-9C0A-DD1835018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D3F41E-4E34-46D6-93D0-C490C439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103889-C365-4AE4-A136-985EB9F80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243989-ECC7-4391-8D2E-3230D4FA8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BFE46F-5C22-48B1-BA4D-4B6DB6A49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9A42B2-B339-4399-A0BC-E8C140EF9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D07356-A99F-4E44-8716-29CE6481D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A65E43-A3A5-426A-BFE2-E27A5AB1A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ADCFC2-113A-4CE1-A69E-290A4A9CF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E7776B-10CE-4C57-988C-D4E9AC060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21979D-1379-42D4-84F5-48C29DAA5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390417-AA6D-42B1-B0CA-8E3FB7D36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52BD23-435C-4BA7-B042-5958AE657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06937C-7BA3-4A7C-BC03-CA123467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2DDABB-9FFE-4657-9919-29AA6BD0B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2CF66A-E783-4028-8569-5F14629BD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AA435B-B64E-44D5-9CB4-94AB6F837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BB57C9-2D3B-48E1-8EB8-BA4D7D182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35</a:t>
            </a:r>
          </a:p>
        </p:txBody>
      </p:sp>
    </p:spTree>
    <p:extLst>
      <p:ext uri="{BB962C8B-B14F-4D97-AF65-F5344CB8AC3E}">
        <p14:creationId xmlns:p14="http://schemas.microsoft.com/office/powerpoint/2010/main" val="2019005463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61889E-0869-4232-B7A7-547AC409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571AFD-1EBB-4128-B177-CAA0C7EE0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7579310fa34c2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03B2CF-38FF-4F6F-A30D-0B0B7A8CE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3.36: turbulence outputs to track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57EB62-7DB0-4126-8C8E-670960B88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F7D1E0-8716-43AC-B81B-75B3EDE7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D67014-8982-4B01-92F7-995409332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C93714-A5EB-4AA3-B139-947D3376A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360298-5126-41F2-BE3A-2B432ECAF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3F25A8-1D58-444C-999E-D14538B73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830714-465E-4279-BD68-FC1166FB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D96F30-61DF-41A9-AD55-1EB6D4E83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4488FF-C9A2-4A37-91BC-3A148A8D9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2E0C73-BE0B-4F2F-B950-990446C3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68C8C3-8B14-4DEE-A4D4-103C93537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147997-AD49-47CD-B11D-251F9B0BB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0A881C-D675-48ED-857D-3709F84F3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730F7B-0D8A-405C-AA20-967351C93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014AA5-6979-48AF-ADB0-38EB543E8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22FE19-2643-4762-8DFE-A50702E8B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4CA7CD-191C-4857-99E0-6ED247518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D8B624-30F2-4A4D-BDCE-C3F2863FC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EEF1B8-DCF8-4462-8411-3ED26F70C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E7B5A3-FB04-4444-8CF6-F339B6398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36</a:t>
            </a:r>
          </a:p>
        </p:txBody>
      </p:sp>
    </p:spTree>
    <p:extLst>
      <p:ext uri="{BB962C8B-B14F-4D97-AF65-F5344CB8AC3E}">
        <p14:creationId xmlns:p14="http://schemas.microsoft.com/office/powerpoint/2010/main" val="855479185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3103AC3-DC95-4071-853E-82E0905FA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1CC114-957E-4E20-9747-B4456379D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69a0998aea44f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E5360C-E047-48F8-8631-ED48939B4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3.37: fast-particle outputs to track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654D2F-F184-4F7D-A578-F6277E923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68485F-F7C0-472C-97D0-6ADCC0379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738BBC-4F34-4DB7-9745-DABC487D1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EAB759-EA23-400E-A87C-71B1CB3B0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F650CC-6F0B-4B43-94CC-5E0EA073A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EB1457-0291-45E7-AA05-5339313B7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2BE543-DBA1-4774-B34B-5DAEEFDF3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16ACAC-71C3-49E6-B07D-630308867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429751-9A20-4802-8D86-606FB2147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9E0DB0-B84B-47C1-81BA-84C781B31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221FCE-BFBD-47C9-A805-9F0E9E69D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5B5DA3-D39E-421C-89C3-8F1488DA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9B1BCF-B6C9-4816-A88A-CE44C286C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427696-6FD5-4A34-8CD2-20065A1BF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55D240-AB07-4E01-9C1F-6F74C0CB4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763684-DA9B-4FCD-9889-503DEE21C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DB7566-5526-440A-ADF3-DB02AA447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012D73-49EE-4AD8-B505-B0884D6AD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9B1ECF-98BC-45D6-8701-EE446EAB3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3808ED-FC3C-4F42-82CC-4B0309948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37</a:t>
            </a:r>
          </a:p>
        </p:txBody>
      </p:sp>
    </p:spTree>
    <p:extLst>
      <p:ext uri="{BB962C8B-B14F-4D97-AF65-F5344CB8AC3E}">
        <p14:creationId xmlns:p14="http://schemas.microsoft.com/office/powerpoint/2010/main" val="1354417715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F237207-BF13-4332-B1EA-B79810814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91252A-43D2-49EA-B26E-0BD0C56A6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824c768fb244e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34E905-66EC-4D25-9A5B-F4F27B49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3.38: cached-mode trust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EF43DE-A265-44C7-8A00-010EC47E2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847D7A-556F-417A-B733-7C309FC2F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F112C5-D902-4236-B912-0DB8B3E41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78732A-3685-4E73-BF7B-10C34621F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B1087B-57D2-4987-A4B4-45126443D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07F794-397C-4025-A89E-EEF41DD2C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07B424-047A-40C2-93D2-7F1841D3D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632253-24B6-4A33-9B35-3ABAE3F8F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56AE85-C4AB-4E57-A828-7D8878821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0311E3-7B48-4BA4-B7F8-A217DC9DA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3C3EB7-F41F-4A74-AF10-1BBE54A00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766458-7D6D-47A2-BF62-38202F417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31467E-78C1-4049-BB29-17B849F9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D8BA6D-0170-4EA0-BF3F-9F9ED8975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EE1999-3450-47B5-A2D2-E208F92A2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D78CB1-6682-498D-B239-49F166965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FD97C8-5137-4E2F-81AA-12BE8AFF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63984E-5701-4DC5-8394-0CD82B3B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0F8E5D-BB96-4B34-A5D5-0C35DCFF4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BE579C-E44C-4A03-ADF9-84D333470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38</a:t>
            </a:r>
          </a:p>
        </p:txBody>
      </p:sp>
    </p:spTree>
    <p:extLst>
      <p:ext uri="{BB962C8B-B14F-4D97-AF65-F5344CB8AC3E}">
        <p14:creationId xmlns:p14="http://schemas.microsoft.com/office/powerpoint/2010/main" val="963526837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3040C6-24DE-46DB-B32C-3B1D97642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6202D7-6D9B-4349-ACDA-EFAAABF2F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87b2aa3199487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97992D-1903-42CF-AD0C-F309F9700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3.39: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97D44-0740-4375-AA65-599551CCF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2BDDCE-1A29-4962-A0F0-0FFAED5FD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ABEC1B-2B8B-4F11-BC2E-ECCEB7359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DC21DF-5584-405D-B504-2588B5D20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A49473-1455-48C3-8233-543F1B099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B43FFA-E50E-4309-8AC0-1C2BE177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E13E1C-4799-49E8-A41A-3F297157B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A47743-73C4-424D-B90F-7788EA1BB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1386DA-C952-4AC5-8480-EBD872F40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5057D6-A723-4E5C-9177-5C6AB9912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5A6C7F-A3E1-4957-84F5-F5A2A3D60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A9A426-7202-41F2-9856-5C85F15BB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BC1BD4-59E2-4D44-B903-F5F6FD383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D45A45-A25A-4474-B3F7-C865D3427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1099D5-481E-4892-BE3D-3986C05E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780A3B-D11D-49E0-9437-9E33E09DD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2C15B3-729B-4F03-A8A4-B45F0DC22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6CB552-8F6B-4D23-B458-14E98D091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8FF2EF-0299-42EA-A2F7-474860802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FA95D4-6C5A-465E-8E55-D9ADFB42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39</a:t>
            </a:r>
          </a:p>
        </p:txBody>
      </p:sp>
    </p:spTree>
    <p:extLst>
      <p:ext uri="{BB962C8B-B14F-4D97-AF65-F5344CB8AC3E}">
        <p14:creationId xmlns:p14="http://schemas.microsoft.com/office/powerpoint/2010/main" val="2140275499"/>
      </p:ext>
    </p:extLst>
  </p:cSld>
</p:sld>
</file>

<file path=ppt/slides/slide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518B14-271C-4C9F-B364-44D5F3096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5ED6E8-097C-49D3-A53A-FE0B5DE8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194194cde5408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E99EBB-AE09-4E4D-B0F6-303737255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3.40: neoclassical outputs to track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73EC6E-E990-431D-95EF-192584238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C57304-3671-49DC-9A5E-9D990A558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A5F758-2E15-41E8-8F27-D5439B9E1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F2A30E-23E9-42AB-94BE-E9FB7AFC1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09A8B9-97EE-4FB0-91F2-8A0AAB2A3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24A4A4-3810-401F-A209-F5B02DA8F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2D4DFA-6F81-4868-BDB0-B26EE7BCF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57DF88-3A10-4333-8C82-DE78F7CAD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000E3F-AC9C-4695-8522-9250D3375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5D81E0-D804-4424-9423-CB13AE350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B98CEB-2777-4E89-9842-C4C9917B4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A22046-DF6D-4704-BF39-1C9F7738E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4D0922-BD2A-48D6-BE55-79F4564E9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4B2786-357A-4B8E-9567-FD1D839FE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CCBBD6-9B7B-44D9-BBC8-09B41E080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D5440F-930B-4042-9383-32DBD3F96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0FD0E4-5F47-4E7F-B79C-036AA46F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47823D-4E76-45D1-8D72-3E2A8956F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461EA6-D4CC-492E-97FE-EA8A5A67C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4C4ADC-09FE-4A79-AC4F-B5915CFB7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40</a:t>
            </a:r>
          </a:p>
        </p:txBody>
      </p:sp>
    </p:spTree>
    <p:extLst>
      <p:ext uri="{BB962C8B-B14F-4D97-AF65-F5344CB8AC3E}">
        <p14:creationId xmlns:p14="http://schemas.microsoft.com/office/powerpoint/2010/main" val="1581534000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D26459-4E01-44BA-8C47-F391A102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1B5A25-5495-4691-92AF-8B32EE9F0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9690f7f8b3405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91C028-572B-4EED-96A5-6FB0C9ED8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3.41: turbulence outputs to track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1CD958-138B-497C-AF95-65CA46C9E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301222-5002-4CA1-9A17-93BF7FA8E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B4E093-2CED-4774-986F-C00BA00F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9063C4-4696-4078-948F-301E1E9DC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0D15AE-680D-4EB7-BBEC-176BDC27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F60DAA-DCA5-4C6F-87E1-11282AA47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C2032F-CE0D-4ACA-80A9-845961316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89FF31-2702-47D1-BB9D-1CE2743C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F75E3C-E9D0-4D61-A8DB-22A7A5DCC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6381DD-DAD0-418B-85DF-C5A90C3BC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555542-406A-4B4C-B10B-2CBC8A1E2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D484CC-A5D0-485A-B9D4-3A2DA8089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1F4D9C-EABA-4571-8A6F-92055BD95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8E18DE-A309-4FDE-B695-C6B5B8CF7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69B75D-1963-4E93-91A7-439841CEB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ACBF97-EF15-434B-A621-78499C01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5936BA-60A4-44F4-8502-3C8F4553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C3EFCF-5144-4AF4-B977-E557F0A36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9C4216-2F9D-463F-BA31-76AE7582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5A600E-1D9E-444D-BB62-0B4CC095C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41</a:t>
            </a:r>
          </a:p>
        </p:txBody>
      </p:sp>
    </p:spTree>
    <p:extLst>
      <p:ext uri="{BB962C8B-B14F-4D97-AF65-F5344CB8AC3E}">
        <p14:creationId xmlns:p14="http://schemas.microsoft.com/office/powerpoint/2010/main" val="170423127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D6BEB6-0BF5-4094-BFFD-1F02E8343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9330F7-EC8A-44C4-ADB8-E1A6DB7F9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e50e2d51484f9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8D2B28-2CB6-49D2-9960-804245A0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3.42: fast-particle outputs to track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C86D32-C5FE-4581-9CBA-95F877567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F0CDBA-B2CF-4E0A-92B1-63C6B1007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539F56-C54A-4909-B6AD-4E3440681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A2B15A-E20A-4D6E-B6DC-9BE606C7D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1D4FEE-8388-42D1-B349-3A92A20E9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FC6A31-EE19-4D92-AD1F-58B862149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2DA81D-440D-4585-AD22-BF68932BE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E90DC7-2A26-4066-8543-3801655D3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17F451-2502-4C43-B747-DCAB0864A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8A4BF2-C4B9-4631-8893-5D12D4D22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2A79E0-CB9C-4B75-B228-AACC86799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7ECA1B-C436-416F-AC00-1F4EDC34E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236C5B-3192-410D-AC52-E68836456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04B046-B2C6-4E33-891B-979908F30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84D612-A2D9-47B8-8A51-CB13FC59B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68FC52-2746-46B3-B075-C3F328F3A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397E35-53EF-483A-B079-A3E754A40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FFE4C8-7E1B-4F40-95F3-E998ECDC7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43837E-CAFC-4556-BEF6-8A0A416C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C3D74E-2A29-481D-BDA0-C5243D6CF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42</a:t>
            </a:r>
          </a:p>
        </p:txBody>
      </p:sp>
    </p:spTree>
    <p:extLst>
      <p:ext uri="{BB962C8B-B14F-4D97-AF65-F5344CB8AC3E}">
        <p14:creationId xmlns:p14="http://schemas.microsoft.com/office/powerpoint/2010/main" val="932260039"/>
      </p:ext>
    </p:extLst>
  </p:cSld>
</p:sld>
</file>

<file path=ppt/slides/slide4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59CD6A-7485-45B7-AFA8-4125F0C43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9C6A00-5CA0-4549-AB54-F1608B48F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37d3a7a5c477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5BA326-BE61-4679-A0F2-8340319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3.43: cached-mode trust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A3A100-ED3B-4AA7-91CE-2EF0D667C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252A7F-5BA4-4F74-8FED-94264B325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CF1EE1-6FA9-42D2-A17B-5DE756922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560D84-7DE9-4571-9879-1C37F623B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950A8A-CCF3-4518-9A6B-7EED697D5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A5FC85-2A6C-43E7-952B-D754054A5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1AC013-5971-4A25-89D7-405855A2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D8C145-9A80-457A-BCF7-56A3F6B1E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FAC418-BAD4-431B-A848-86729E857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95DAC9-FDE7-4DDE-823D-1910F1B34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541F68-0354-48AF-8CBA-B88888749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7BA8D4-2F87-4357-8215-8CAE0C34A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D5BED3-EAE9-45E4-82BD-D4CAF804A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45E653-D446-4179-A4E5-71513B1B4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EF2CCE-D1FA-445C-8A91-0DFBCB659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B324CA-ACDA-4D58-B1DB-2E89469DA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5AEB3A-6664-455B-8D0A-A2EC8C79A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E59491-71A9-427B-93FE-95B34851B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976601-C691-4426-9CE4-62A332D26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E0796E-315E-434A-BBB1-0E79F1DEF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43</a:t>
            </a:r>
          </a:p>
        </p:txBody>
      </p:sp>
    </p:spTree>
    <p:extLst>
      <p:ext uri="{BB962C8B-B14F-4D97-AF65-F5344CB8AC3E}">
        <p14:creationId xmlns:p14="http://schemas.microsoft.com/office/powerpoint/2010/main" val="685449514"/>
      </p:ext>
    </p:extLst>
  </p:cSld>
</p:sld>
</file>

<file path=ppt/slides/slide4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FD51876-8167-487F-A1AD-AE1828EB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6E042E-1711-42CC-880D-AF1304669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c2f8a354ec4c9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557CD6-989A-4EE1-9106-B7DAFAF3E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3.44: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929CB2-9111-43AB-98F6-135EA6E1D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F3C828-DBD4-42A6-BF92-916B2FA15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4FEF37-7F03-4183-AEC0-3E7655A92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47E9EB-2F58-499F-8C9E-4629871F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E8C5E1-7A19-4C76-84CD-B524BF6AF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AF12A9-839B-4BB6-9047-B0A83E196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C6E47E-02A5-48FC-8AFF-D30DD4BA2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188312-D5CC-43BA-BFFE-AD24F30A2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AEB4DB-E859-4063-8ADE-545DBD943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803B49-0DA0-4855-9CC0-653E60F6B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599F00-3CEA-4C50-AA5D-C764CC1A7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D13040-BAD3-4D34-AFC7-A6A76FF93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F4999C-96B3-40C5-9621-D66EF3B18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477C22-0499-4D66-9724-7DB07EA2A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9B5645-1C05-47D5-9A44-0407C6D3C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1A23EB-2471-462A-921A-4329E022E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F20EAC-A29E-4386-AE90-D516A9F22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6EAA08-9FC8-43F9-9CB5-C845DE3F3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83DEDF-29F6-4202-907A-855A910F9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279C5A-A045-4D2E-9F12-0D9532A92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44</a:t>
            </a:r>
          </a:p>
        </p:txBody>
      </p:sp>
    </p:spTree>
    <p:extLst>
      <p:ext uri="{BB962C8B-B14F-4D97-AF65-F5344CB8AC3E}">
        <p14:creationId xmlns:p14="http://schemas.microsoft.com/office/powerpoint/2010/main" val="313642011"/>
      </p:ext>
    </p:extLst>
  </p:cSld>
</p:sld>
</file>

<file path=ppt/slides/slide4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7622F8-3995-4141-AC6C-4F175393A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2839BD-AC9F-4662-83DC-1EECC4959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5BF75B-389E-4D31-9980-70CD5540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84088d58724c9a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0CD0FF-A799-41DF-9B2E-7CFC5A34A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A953AC-6EAE-4415-A45D-E03600231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810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Lecture 3 close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6D013A-EB8A-411F-B847-EFB4916FD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89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78DE27-08A5-4FFC-B4BA-F5989DB5C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62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2F6D35-0B4A-42D6-A8FC-308F3F28D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57550"/>
            <a:ext cx="7810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the scientific object and the computed artifact together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837AE0-F31E-45DA-8DD3-E282948DF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86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AC6B3D-69F7-4A80-8118-2D240FB8F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7810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the notebooks to rerun, perturb, compare, and explain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37ACA9-EDBE-4FE9-B4E2-D9CEFE84C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29300"/>
            <a:ext cx="7734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04E283-5F60-4BE3-B262-E368FC865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5790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Repo lab handoff: rerun, perturb, compare, explain.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4C1087-92D6-4FD0-A9C9-AB4806C38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45</a:t>
            </a:r>
          </a:p>
        </p:txBody>
      </p:sp>
    </p:spTree>
    <p:extLst>
      <p:ext uri="{BB962C8B-B14F-4D97-AF65-F5344CB8AC3E}">
        <p14:creationId xmlns:p14="http://schemas.microsoft.com/office/powerpoint/2010/main" val="21222869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2026-05-23T14:09:00.2080000Z</dcterms:created>
  <dcterms:modified xsi:type="dcterms:W3CDTF">2026-05-23T14:09:00.2080000Z</dcterms:modified>
</coreProperties>
</file>